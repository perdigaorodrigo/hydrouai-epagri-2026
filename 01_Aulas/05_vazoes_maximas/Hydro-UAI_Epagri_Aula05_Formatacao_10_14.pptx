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700" r:id="rId5"/>
    <p:sldMasterId id="2147490000" r:id="rId6"/>
  </p:sldMasterIdLst>
  <p:notesMasterIdLst>
    <p:notesMasterId r:id="rId30"/>
  </p:notesMasterIdLst>
  <p:sldIdLst>
    <p:sldId id="3001" r:id="rId7"/>
    <p:sldId id="3002" r:id="rId8"/>
    <p:sldId id="3003" r:id="rId9"/>
    <p:sldId id="3043" r:id="rId10"/>
    <p:sldId id="3041" r:id="rId11"/>
    <p:sldId id="3011" r:id="rId12"/>
    <p:sldId id="3016" r:id="rId13"/>
    <p:sldId id="3017" r:id="rId14"/>
    <p:sldId id="3018" r:id="rId15"/>
    <p:sldId id="3021" r:id="rId16"/>
    <p:sldId id="3022" r:id="rId17"/>
    <p:sldId id="3024" r:id="rId18"/>
    <p:sldId id="3042" r:id="rId19"/>
    <p:sldId id="3027" r:id="rId20"/>
    <p:sldId id="3028" r:id="rId21"/>
    <p:sldId id="3030" r:id="rId22"/>
    <p:sldId id="3004" r:id="rId23"/>
    <p:sldId id="3033" r:id="rId24"/>
    <p:sldId id="3035" r:id="rId25"/>
    <p:sldId id="3037" r:id="rId26"/>
    <p:sldId id="3031" r:id="rId27"/>
    <p:sldId id="3040" r:id="rId28"/>
    <p:sldId id="304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ED03BF-A18C-4409-B1B8-4CC1E484B2A5}" v="6" dt="2026-10-19T09:55:07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498" autoAdjust="0"/>
    <p:restoredTop sz="94660"/>
  </p:normalViewPr>
  <p:slideViewPr>
    <p:cSldViewPr snapToGrid="0">
      <p:cViewPr varScale="1">
        <p:scale>
          <a:sx n="87" d="100"/>
          <a:sy n="87" d="100"/>
        </p:scale>
        <p:origin x="6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 Ferreira Rodrigues" userId="4d6372f0c5f1f077" providerId="LiveId" clId="{966B745C-298F-460E-9885-2942E7ED1A96}"/>
    <pc:docChg chg="undo custSel addSld delSld modSld sldOrd">
      <pc:chgData name="André Ferreira Rodrigues" userId="4d6372f0c5f1f077" providerId="LiveId" clId="{966B745C-298F-460E-9885-2942E7ED1A96}" dt="2026-10-19T09:57:23.167" v="202" actId="20577"/>
      <pc:docMkLst>
        <pc:docMk/>
      </pc:docMkLst>
      <pc:sldChg chg="modSp mod">
        <pc:chgData name="André Ferreira Rodrigues" userId="4d6372f0c5f1f077" providerId="LiveId" clId="{966B745C-298F-460E-9885-2942E7ED1A96}" dt="2026-10-19T07:32:00.196" v="15" actId="20577"/>
        <pc:sldMkLst>
          <pc:docMk/>
          <pc:sldMk cId="1861637788" sldId="3003"/>
        </pc:sldMkLst>
        <pc:spChg chg="mod">
          <ac:chgData name="André Ferreira Rodrigues" userId="4d6372f0c5f1f077" providerId="LiveId" clId="{966B745C-298F-460E-9885-2942E7ED1A96}" dt="2026-10-19T07:32:00.196" v="15" actId="20577"/>
          <ac:spMkLst>
            <pc:docMk/>
            <pc:sldMk cId="1861637788" sldId="3003"/>
            <ac:spMk id="44" creationId="{6E5D7F7E-1754-4D83-B200-24BFFC20D893}"/>
          </ac:spMkLst>
        </pc:spChg>
      </pc:sldChg>
      <pc:sldChg chg="modSp mod">
        <pc:chgData name="André Ferreira Rodrigues" userId="4d6372f0c5f1f077" providerId="LiveId" clId="{966B745C-298F-460E-9885-2942E7ED1A96}" dt="2026-10-19T09:56:34.719" v="180" actId="20577"/>
        <pc:sldMkLst>
          <pc:docMk/>
          <pc:sldMk cId="549812460" sldId="3004"/>
        </pc:sldMkLst>
        <pc:spChg chg="mod">
          <ac:chgData name="André Ferreira Rodrigues" userId="4d6372f0c5f1f077" providerId="LiveId" clId="{966B745C-298F-460E-9885-2942E7ED1A96}" dt="2026-10-19T09:56:34.719" v="180" actId="20577"/>
          <ac:spMkLst>
            <pc:docMk/>
            <pc:sldMk cId="549812460" sldId="3004"/>
            <ac:spMk id="4" creationId="{0C36B060-391B-4AB1-9891-DB4C76B0C630}"/>
          </ac:spMkLst>
        </pc:spChg>
      </pc:sldChg>
      <pc:sldChg chg="del">
        <pc:chgData name="André Ferreira Rodrigues" userId="4d6372f0c5f1f077" providerId="LiveId" clId="{966B745C-298F-460E-9885-2942E7ED1A96}" dt="2026-10-18T21:07:45.085" v="2" actId="47"/>
        <pc:sldMkLst>
          <pc:docMk/>
          <pc:sldMk cId="1161810942" sldId="3010"/>
        </pc:sldMkLst>
      </pc:sldChg>
      <pc:sldChg chg="modSp mod">
        <pc:chgData name="André Ferreira Rodrigues" userId="4d6372f0c5f1f077" providerId="LiveId" clId="{966B745C-298F-460E-9885-2942E7ED1A96}" dt="2026-10-19T07:32:53.918" v="20" actId="20577"/>
        <pc:sldMkLst>
          <pc:docMk/>
          <pc:sldMk cId="352858819" sldId="3011"/>
        </pc:sldMkLst>
        <pc:spChg chg="mod">
          <ac:chgData name="André Ferreira Rodrigues" userId="4d6372f0c5f1f077" providerId="LiveId" clId="{966B745C-298F-460E-9885-2942E7ED1A96}" dt="2026-10-19T07:32:53.918" v="20" actId="20577"/>
          <ac:spMkLst>
            <pc:docMk/>
            <pc:sldMk cId="352858819" sldId="3011"/>
            <ac:spMk id="4" creationId="{667FE7AE-AF79-4D10-880F-8DD2384AB33F}"/>
          </ac:spMkLst>
        </pc:spChg>
      </pc:sldChg>
      <pc:sldChg chg="modSp mod">
        <pc:chgData name="André Ferreira Rodrigues" userId="4d6372f0c5f1f077" providerId="LiveId" clId="{966B745C-298F-460E-9885-2942E7ED1A96}" dt="2026-10-19T07:33:19.502" v="23" actId="20577"/>
        <pc:sldMkLst>
          <pc:docMk/>
          <pc:sldMk cId="1086104257" sldId="3016"/>
        </pc:sldMkLst>
        <pc:spChg chg="mod">
          <ac:chgData name="André Ferreira Rodrigues" userId="4d6372f0c5f1f077" providerId="LiveId" clId="{966B745C-298F-460E-9885-2942E7ED1A96}" dt="2026-10-19T07:33:19.502" v="23" actId="20577"/>
          <ac:spMkLst>
            <pc:docMk/>
            <pc:sldMk cId="1086104257" sldId="3016"/>
            <ac:spMk id="4" creationId="{0BFBCEC0-437F-43AA-AAC3-76FF0ACC05FD}"/>
          </ac:spMkLst>
        </pc:spChg>
      </pc:sldChg>
      <pc:sldChg chg="modSp mod">
        <pc:chgData name="André Ferreira Rodrigues" userId="4d6372f0c5f1f077" providerId="LiveId" clId="{966B745C-298F-460E-9885-2942E7ED1A96}" dt="2026-10-19T07:33:24.635" v="26" actId="20577"/>
        <pc:sldMkLst>
          <pc:docMk/>
          <pc:sldMk cId="498998020" sldId="3017"/>
        </pc:sldMkLst>
        <pc:spChg chg="mod">
          <ac:chgData name="André Ferreira Rodrigues" userId="4d6372f0c5f1f077" providerId="LiveId" clId="{966B745C-298F-460E-9885-2942E7ED1A96}" dt="2026-10-19T07:33:24.635" v="26" actId="20577"/>
          <ac:spMkLst>
            <pc:docMk/>
            <pc:sldMk cId="498998020" sldId="3017"/>
            <ac:spMk id="4" creationId="{ABFC2D42-60F1-4B18-93FC-F01E4D8511D4}"/>
          </ac:spMkLst>
        </pc:spChg>
      </pc:sldChg>
      <pc:sldChg chg="modSp mod">
        <pc:chgData name="André Ferreira Rodrigues" userId="4d6372f0c5f1f077" providerId="LiveId" clId="{966B745C-298F-460E-9885-2942E7ED1A96}" dt="2026-10-19T07:33:30.587" v="29" actId="20577"/>
        <pc:sldMkLst>
          <pc:docMk/>
          <pc:sldMk cId="538830697" sldId="3018"/>
        </pc:sldMkLst>
        <pc:spChg chg="mod">
          <ac:chgData name="André Ferreira Rodrigues" userId="4d6372f0c5f1f077" providerId="LiveId" clId="{966B745C-298F-460E-9885-2942E7ED1A96}" dt="2026-10-19T07:33:30.587" v="29" actId="20577"/>
          <ac:spMkLst>
            <pc:docMk/>
            <pc:sldMk cId="538830697" sldId="3018"/>
            <ac:spMk id="8" creationId="{F099C210-72AA-4EB7-A0A8-7F878FC2E0C7}"/>
          </ac:spMkLst>
        </pc:spChg>
      </pc:sldChg>
      <pc:sldChg chg="modSp mod">
        <pc:chgData name="André Ferreira Rodrigues" userId="4d6372f0c5f1f077" providerId="LiveId" clId="{966B745C-298F-460E-9885-2942E7ED1A96}" dt="2026-10-19T07:42:30.592" v="81" actId="1035"/>
        <pc:sldMkLst>
          <pc:docMk/>
          <pc:sldMk cId="1053139537" sldId="3022"/>
        </pc:sldMkLst>
        <pc:spChg chg="mod">
          <ac:chgData name="André Ferreira Rodrigues" userId="4d6372f0c5f1f077" providerId="LiveId" clId="{966B745C-298F-460E-9885-2942E7ED1A96}" dt="2026-10-19T07:34:03.194" v="53" actId="6549"/>
          <ac:spMkLst>
            <pc:docMk/>
            <pc:sldMk cId="1053139537" sldId="3022"/>
            <ac:spMk id="21" creationId="{EE267FE5-47C4-40B6-BFDF-95F096E35A75}"/>
          </ac:spMkLst>
        </pc:spChg>
        <pc:spChg chg="mod">
          <ac:chgData name="André Ferreira Rodrigues" userId="4d6372f0c5f1f077" providerId="LiveId" clId="{966B745C-298F-460E-9885-2942E7ED1A96}" dt="2026-10-19T07:34:44.247" v="70" actId="1035"/>
          <ac:spMkLst>
            <pc:docMk/>
            <pc:sldMk cId="1053139537" sldId="3022"/>
            <ac:spMk id="36" creationId="{F1A51C21-4B91-4BA4-AFE7-1DAC9B3E8027}"/>
          </ac:spMkLst>
        </pc:spChg>
        <pc:spChg chg="mod">
          <ac:chgData name="André Ferreira Rodrigues" userId="4d6372f0c5f1f077" providerId="LiveId" clId="{966B745C-298F-460E-9885-2942E7ED1A96}" dt="2026-10-19T07:34:40.713" v="63" actId="1035"/>
          <ac:spMkLst>
            <pc:docMk/>
            <pc:sldMk cId="1053139537" sldId="3022"/>
            <ac:spMk id="38" creationId="{9B003D08-FF63-434A-A33A-57761E24B8AB}"/>
          </ac:spMkLst>
        </pc:spChg>
        <pc:spChg chg="mod">
          <ac:chgData name="André Ferreira Rodrigues" userId="4d6372f0c5f1f077" providerId="LiveId" clId="{966B745C-298F-460E-9885-2942E7ED1A96}" dt="2026-10-19T07:34:36.821" v="54" actId="1076"/>
          <ac:spMkLst>
            <pc:docMk/>
            <pc:sldMk cId="1053139537" sldId="3022"/>
            <ac:spMk id="40" creationId="{F3671648-2436-4BE9-848C-D70A649D5891}"/>
          </ac:spMkLst>
        </pc:spChg>
        <pc:spChg chg="mod">
          <ac:chgData name="André Ferreira Rodrigues" userId="4d6372f0c5f1f077" providerId="LiveId" clId="{966B745C-298F-460E-9885-2942E7ED1A96}" dt="2026-10-19T07:42:30.592" v="81" actId="1035"/>
          <ac:spMkLst>
            <pc:docMk/>
            <pc:sldMk cId="1053139537" sldId="3022"/>
            <ac:spMk id="47" creationId="{9B3003BE-22B5-4973-8FF9-ADF4077FB5B6}"/>
          </ac:spMkLst>
        </pc:spChg>
      </pc:sldChg>
      <pc:sldChg chg="modSp mod">
        <pc:chgData name="André Ferreira Rodrigues" userId="4d6372f0c5f1f077" providerId="LiveId" clId="{966B745C-298F-460E-9885-2942E7ED1A96}" dt="2026-10-19T07:43:09.024" v="110" actId="1076"/>
        <pc:sldMkLst>
          <pc:docMk/>
          <pc:sldMk cId="362296107" sldId="3024"/>
        </pc:sldMkLst>
        <pc:spChg chg="mod">
          <ac:chgData name="André Ferreira Rodrigues" userId="4d6372f0c5f1f077" providerId="LiveId" clId="{966B745C-298F-460E-9885-2942E7ED1A96}" dt="2026-10-19T07:43:05.379" v="109" actId="14100"/>
          <ac:spMkLst>
            <pc:docMk/>
            <pc:sldMk cId="362296107" sldId="3024"/>
            <ac:spMk id="26" creationId="{75726F36-3582-4474-88A0-814BF576E34E}"/>
          </ac:spMkLst>
        </pc:spChg>
        <pc:spChg chg="mod">
          <ac:chgData name="André Ferreira Rodrigues" userId="4d6372f0c5f1f077" providerId="LiveId" clId="{966B745C-298F-460E-9885-2942E7ED1A96}" dt="2026-10-19T07:42:45.009" v="93" actId="1035"/>
          <ac:spMkLst>
            <pc:docMk/>
            <pc:sldMk cId="362296107" sldId="3024"/>
            <ac:spMk id="28" creationId="{EF1E523E-364B-484B-A4CD-B6EEB2755F37}"/>
          </ac:spMkLst>
        </pc:spChg>
        <pc:spChg chg="mod">
          <ac:chgData name="André Ferreira Rodrigues" userId="4d6372f0c5f1f077" providerId="LiveId" clId="{966B745C-298F-460E-9885-2942E7ED1A96}" dt="2026-10-19T07:42:52.323" v="101" actId="1035"/>
          <ac:spMkLst>
            <pc:docMk/>
            <pc:sldMk cId="362296107" sldId="3024"/>
            <ac:spMk id="30" creationId="{76EFDCE0-22E8-44EB-A7FB-FB39CAEA6172}"/>
          </ac:spMkLst>
        </pc:spChg>
        <pc:spChg chg="mod">
          <ac:chgData name="André Ferreira Rodrigues" userId="4d6372f0c5f1f077" providerId="LiveId" clId="{966B745C-298F-460E-9885-2942E7ED1A96}" dt="2026-10-19T07:43:00.863" v="108" actId="1035"/>
          <ac:spMkLst>
            <pc:docMk/>
            <pc:sldMk cId="362296107" sldId="3024"/>
            <ac:spMk id="32" creationId="{E65BC691-EEA4-4ACF-823D-4F550BDA4E1A}"/>
          </ac:spMkLst>
        </pc:spChg>
        <pc:spChg chg="mod">
          <ac:chgData name="André Ferreira Rodrigues" userId="4d6372f0c5f1f077" providerId="LiveId" clId="{966B745C-298F-460E-9885-2942E7ED1A96}" dt="2026-10-19T07:43:09.024" v="110" actId="1076"/>
          <ac:spMkLst>
            <pc:docMk/>
            <pc:sldMk cId="362296107" sldId="3024"/>
            <ac:spMk id="36" creationId="{7698F779-3E6D-4697-AE03-28FFAB7CFC96}"/>
          </ac:spMkLst>
        </pc:spChg>
      </pc:sldChg>
      <pc:sldChg chg="modSp mod">
        <pc:chgData name="André Ferreira Rodrigues" userId="4d6372f0c5f1f077" providerId="LiveId" clId="{966B745C-298F-460E-9885-2942E7ED1A96}" dt="2026-10-19T09:56:26.263" v="177" actId="20577"/>
        <pc:sldMkLst>
          <pc:docMk/>
          <pc:sldMk cId="608063995" sldId="3027"/>
        </pc:sldMkLst>
        <pc:spChg chg="mod">
          <ac:chgData name="André Ferreira Rodrigues" userId="4d6372f0c5f1f077" providerId="LiveId" clId="{966B745C-298F-460E-9885-2942E7ED1A96}" dt="2026-10-19T09:56:26.263" v="177" actId="20577"/>
          <ac:spMkLst>
            <pc:docMk/>
            <pc:sldMk cId="608063995" sldId="3027"/>
            <ac:spMk id="4" creationId="{55DF9892-1C6E-4E9B-BBE3-5D487AAEAF5C}"/>
          </ac:spMkLst>
        </pc:spChg>
      </pc:sldChg>
      <pc:sldChg chg="addSp modSp mod ord modAnim">
        <pc:chgData name="André Ferreira Rodrigues" userId="4d6372f0c5f1f077" providerId="LiveId" clId="{966B745C-298F-460E-9885-2942E7ED1A96}" dt="2026-10-19T09:56:54.883" v="194" actId="1076"/>
        <pc:sldMkLst>
          <pc:docMk/>
          <pc:sldMk cId="641363924" sldId="3031"/>
        </pc:sldMkLst>
        <pc:spChg chg="mod">
          <ac:chgData name="André Ferreira Rodrigues" userId="4d6372f0c5f1f077" providerId="LiveId" clId="{966B745C-298F-460E-9885-2942E7ED1A96}" dt="2026-10-19T09:56:52.212" v="193" actId="20577"/>
          <ac:spMkLst>
            <pc:docMk/>
            <pc:sldMk cId="641363924" sldId="3031"/>
            <ac:spMk id="2" creationId="{814F552F-3DE9-4550-89F5-F5F0C809DBE4}"/>
          </ac:spMkLst>
        </pc:spChg>
        <pc:picChg chg="add mod">
          <ac:chgData name="André Ferreira Rodrigues" userId="4d6372f0c5f1f077" providerId="LiveId" clId="{966B745C-298F-460E-9885-2942E7ED1A96}" dt="2026-10-19T09:56:54.883" v="194" actId="1076"/>
          <ac:picMkLst>
            <pc:docMk/>
            <pc:sldMk cId="641363924" sldId="3031"/>
            <ac:picMk id="7" creationId="{7DDDB453-8FAF-03C3-8A1A-1B095DDC898E}"/>
          </ac:picMkLst>
        </pc:picChg>
      </pc:sldChg>
      <pc:sldChg chg="modSp mod">
        <pc:chgData name="André Ferreira Rodrigues" userId="4d6372f0c5f1f077" providerId="LiveId" clId="{966B745C-298F-460E-9885-2942E7ED1A96}" dt="2026-10-19T09:56:39.222" v="184" actId="20577"/>
        <pc:sldMkLst>
          <pc:docMk/>
          <pc:sldMk cId="348967141" sldId="3033"/>
        </pc:sldMkLst>
        <pc:spChg chg="mod">
          <ac:chgData name="André Ferreira Rodrigues" userId="4d6372f0c5f1f077" providerId="LiveId" clId="{966B745C-298F-460E-9885-2942E7ED1A96}" dt="2026-10-19T09:56:39.222" v="184" actId="20577"/>
          <ac:spMkLst>
            <pc:docMk/>
            <pc:sldMk cId="348967141" sldId="3033"/>
            <ac:spMk id="4" creationId="{102C556A-1FAA-49BB-A8A7-5942FB3B9989}"/>
          </ac:spMkLst>
        </pc:spChg>
      </pc:sldChg>
      <pc:sldChg chg="addSp delSp modSp mod">
        <pc:chgData name="André Ferreira Rodrigues" userId="4d6372f0c5f1f077" providerId="LiveId" clId="{966B745C-298F-460E-9885-2942E7ED1A96}" dt="2026-10-19T09:56:45.466" v="188" actId="20577"/>
        <pc:sldMkLst>
          <pc:docMk/>
          <pc:sldMk cId="623015673" sldId="3037"/>
        </pc:sldMkLst>
        <pc:spChg chg="mod">
          <ac:chgData name="André Ferreira Rodrigues" userId="4d6372f0c5f1f077" providerId="LiveId" clId="{966B745C-298F-460E-9885-2942E7ED1A96}" dt="2026-10-19T09:56:45.466" v="188" actId="20577"/>
          <ac:spMkLst>
            <pc:docMk/>
            <pc:sldMk cId="623015673" sldId="3037"/>
            <ac:spMk id="4" creationId="{43D1F386-6AD1-4545-A8B1-DC3082639AFC}"/>
          </ac:spMkLst>
        </pc:spChg>
        <pc:spChg chg="del mod">
          <ac:chgData name="André Ferreira Rodrigues" userId="4d6372f0c5f1f077" providerId="LiveId" clId="{966B745C-298F-460E-9885-2942E7ED1A96}" dt="2026-10-19T08:37:28.845" v="138" actId="478"/>
          <ac:spMkLst>
            <pc:docMk/>
            <pc:sldMk cId="623015673" sldId="3037"/>
            <ac:spMk id="16" creationId="{10B8D44F-2274-4913-9B56-FF764213F280}"/>
          </ac:spMkLst>
        </pc:spChg>
        <pc:picChg chg="del">
          <ac:chgData name="André Ferreira Rodrigues" userId="4d6372f0c5f1f077" providerId="LiveId" clId="{966B745C-298F-460E-9885-2942E7ED1A96}" dt="2026-10-19T08:36:39.463" v="116" actId="478"/>
          <ac:picMkLst>
            <pc:docMk/>
            <pc:sldMk cId="623015673" sldId="3037"/>
            <ac:picMk id="8" creationId="{CCEDB88E-232D-18B6-C2FA-9708DCA471C1}"/>
          </ac:picMkLst>
        </pc:picChg>
        <pc:picChg chg="add mod">
          <ac:chgData name="André Ferreira Rodrigues" userId="4d6372f0c5f1f077" providerId="LiveId" clId="{966B745C-298F-460E-9885-2942E7ED1A96}" dt="2026-10-19T08:37:36.677" v="141" actId="1076"/>
          <ac:picMkLst>
            <pc:docMk/>
            <pc:sldMk cId="623015673" sldId="3037"/>
            <ac:picMk id="9" creationId="{77FCAA0C-30F7-585F-D5C1-67EF64A03CEF}"/>
          </ac:picMkLst>
        </pc:picChg>
      </pc:sldChg>
      <pc:sldChg chg="del">
        <pc:chgData name="André Ferreira Rodrigues" userId="4d6372f0c5f1f077" providerId="LiveId" clId="{966B745C-298F-460E-9885-2942E7ED1A96}" dt="2026-10-19T07:48:56.644" v="115" actId="47"/>
        <pc:sldMkLst>
          <pc:docMk/>
          <pc:sldMk cId="1041909052" sldId="3039"/>
        </pc:sldMkLst>
      </pc:sldChg>
      <pc:sldChg chg="addSp delSp modSp mod">
        <pc:chgData name="André Ferreira Rodrigues" userId="4d6372f0c5f1f077" providerId="LiveId" clId="{966B745C-298F-460E-9885-2942E7ED1A96}" dt="2026-10-19T09:57:23.167" v="202" actId="20577"/>
        <pc:sldMkLst>
          <pc:docMk/>
          <pc:sldMk cId="1523660335" sldId="3040"/>
        </pc:sldMkLst>
        <pc:spChg chg="add del">
          <ac:chgData name="André Ferreira Rodrigues" userId="4d6372f0c5f1f077" providerId="LiveId" clId="{966B745C-298F-460E-9885-2942E7ED1A96}" dt="2026-10-19T09:57:06.789" v="196" actId="22"/>
          <ac:spMkLst>
            <pc:docMk/>
            <pc:sldMk cId="1523660335" sldId="3040"/>
            <ac:spMk id="4" creationId="{6CFF25B3-F832-4C63-3B5F-B6C6AC21DB0E}"/>
          </ac:spMkLst>
        </pc:spChg>
        <pc:spChg chg="add">
          <ac:chgData name="André Ferreira Rodrigues" userId="4d6372f0c5f1f077" providerId="LiveId" clId="{966B745C-298F-460E-9885-2942E7ED1A96}" dt="2026-10-19T09:57:16.029" v="197" actId="22"/>
          <ac:spMkLst>
            <pc:docMk/>
            <pc:sldMk cId="1523660335" sldId="3040"/>
            <ac:spMk id="6" creationId="{EAC5AD79-013C-30B7-B839-6B036F28CCDB}"/>
          </ac:spMkLst>
        </pc:spChg>
        <pc:spChg chg="add mod">
          <ac:chgData name="André Ferreira Rodrigues" userId="4d6372f0c5f1f077" providerId="LiveId" clId="{966B745C-298F-460E-9885-2942E7ED1A96}" dt="2026-10-19T09:57:23.167" v="202" actId="20577"/>
          <ac:spMkLst>
            <pc:docMk/>
            <pc:sldMk cId="1523660335" sldId="3040"/>
            <ac:spMk id="8" creationId="{EBB0DFDC-57ED-BBF6-7622-CCEB00B2F3EF}"/>
          </ac:spMkLst>
        </pc:spChg>
        <pc:picChg chg="ord">
          <ac:chgData name="André Ferreira Rodrigues" userId="4d6372f0c5f1f077" providerId="LiveId" clId="{966B745C-298F-460E-9885-2942E7ED1A96}" dt="2026-10-19T09:57:18.906" v="198" actId="166"/>
          <ac:picMkLst>
            <pc:docMk/>
            <pc:sldMk cId="1523660335" sldId="3040"/>
            <ac:picMk id="3" creationId="{BDF88C4B-FABD-8844-F401-220766276D54}"/>
          </ac:picMkLst>
        </pc:picChg>
      </pc:sldChg>
      <pc:sldChg chg="modSp mod ord">
        <pc:chgData name="André Ferreira Rodrigues" userId="4d6372f0c5f1f077" providerId="LiveId" clId="{966B745C-298F-460E-9885-2942E7ED1A96}" dt="2026-10-19T07:32:49.466" v="17" actId="20577"/>
        <pc:sldMkLst>
          <pc:docMk/>
          <pc:sldMk cId="1072356934" sldId="3041"/>
        </pc:sldMkLst>
        <pc:spChg chg="mod">
          <ac:chgData name="André Ferreira Rodrigues" userId="4d6372f0c5f1f077" providerId="LiveId" clId="{966B745C-298F-460E-9885-2942E7ED1A96}" dt="2026-10-19T07:32:49.466" v="17" actId="20577"/>
          <ac:spMkLst>
            <pc:docMk/>
            <pc:sldMk cId="1072356934" sldId="3041"/>
            <ac:spMk id="2" creationId="{A7CAD178-81C8-47D2-AC5C-C1BC1FED58A0}"/>
          </ac:spMkLst>
        </pc:spChg>
      </pc:sldChg>
      <pc:sldChg chg="modSp mod">
        <pc:chgData name="André Ferreira Rodrigues" userId="4d6372f0c5f1f077" providerId="LiveId" clId="{966B745C-298F-460E-9885-2942E7ED1A96}" dt="2026-10-19T07:43:20.218" v="112" actId="20577"/>
        <pc:sldMkLst>
          <pc:docMk/>
          <pc:sldMk cId="575680795" sldId="3042"/>
        </pc:sldMkLst>
        <pc:spChg chg="mod">
          <ac:chgData name="André Ferreira Rodrigues" userId="4d6372f0c5f1f077" providerId="LiveId" clId="{966B745C-298F-460E-9885-2942E7ED1A96}" dt="2026-10-19T07:43:20.218" v="112" actId="20577"/>
          <ac:spMkLst>
            <pc:docMk/>
            <pc:sldMk cId="575680795" sldId="3042"/>
            <ac:spMk id="2" creationId="{B6B42166-C54C-4B0B-8737-147FFEC386D0}"/>
          </ac:spMkLst>
        </pc:spChg>
      </pc:sldChg>
      <pc:sldChg chg="add del setBg">
        <pc:chgData name="André Ferreira Rodrigues" userId="4d6372f0c5f1f077" providerId="LiveId" clId="{966B745C-298F-460E-9885-2942E7ED1A96}" dt="2026-10-19T09:55:07.922" v="160"/>
        <pc:sldMkLst>
          <pc:docMk/>
          <pc:sldMk cId="318208352" sldId="3044"/>
        </pc:sldMkLst>
      </pc:sldChg>
      <pc:sldChg chg="delSp modSp add del mod ord">
        <pc:chgData name="André Ferreira Rodrigues" userId="4d6372f0c5f1f077" providerId="LiveId" clId="{966B745C-298F-460E-9885-2942E7ED1A96}" dt="2026-10-19T09:56:10.215" v="173" actId="20577"/>
        <pc:sldMkLst>
          <pc:docMk/>
          <pc:sldMk cId="574162552" sldId="3044"/>
        </pc:sldMkLst>
        <pc:spChg chg="mod">
          <ac:chgData name="André Ferreira Rodrigues" userId="4d6372f0c5f1f077" providerId="LiveId" clId="{966B745C-298F-460E-9885-2942E7ED1A96}" dt="2026-10-19T09:56:10.215" v="173" actId="20577"/>
          <ac:spMkLst>
            <pc:docMk/>
            <pc:sldMk cId="574162552" sldId="3044"/>
            <ac:spMk id="7" creationId="{DF37CA57-1D9B-D55F-02DA-DE46A2CAA279}"/>
          </ac:spMkLst>
        </pc:spChg>
        <pc:spChg chg="del">
          <ac:chgData name="André Ferreira Rodrigues" userId="4d6372f0c5f1f077" providerId="LiveId" clId="{966B745C-298F-460E-9885-2942E7ED1A96}" dt="2026-10-19T09:56:06.446" v="164" actId="478"/>
          <ac:spMkLst>
            <pc:docMk/>
            <pc:sldMk cId="574162552" sldId="3044"/>
            <ac:spMk id="8" creationId="{FFA1D637-173C-3151-CA24-5ED1334FBB9B}"/>
          </ac:spMkLst>
        </pc:spChg>
      </pc:sldChg>
      <pc:sldChg chg="add del setBg">
        <pc:chgData name="André Ferreira Rodrigues" userId="4d6372f0c5f1f077" providerId="LiveId" clId="{966B745C-298F-460E-9885-2942E7ED1A96}" dt="2026-10-19T09:54:58.255" v="156"/>
        <pc:sldMkLst>
          <pc:docMk/>
          <pc:sldMk cId="2608180360" sldId="3044"/>
        </pc:sldMkLst>
      </pc:sldChg>
    </pc:docChg>
  </pc:docChgLst>
</pc:chgInfo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Menor dispersão</c:v>
          </c:tx>
          <c:spPr>
            <a:ln w="28575">
              <a:solidFill>
                <a:srgbClr val="1469B3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5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  <c:pt idx="31">
                <c:v>62</c:v>
              </c:pt>
              <c:pt idx="32">
                <c:v>64</c:v>
              </c:pt>
              <c:pt idx="33">
                <c:v>66</c:v>
              </c:pt>
              <c:pt idx="34">
                <c:v>68</c:v>
              </c:pt>
              <c:pt idx="35">
                <c:v>70</c:v>
              </c:pt>
              <c:pt idx="36">
                <c:v>72</c:v>
              </c:pt>
              <c:pt idx="37">
                <c:v>74</c:v>
              </c:pt>
              <c:pt idx="38">
                <c:v>76</c:v>
              </c:pt>
              <c:pt idx="39">
                <c:v>78</c:v>
              </c:pt>
              <c:pt idx="40">
                <c:v>80</c:v>
              </c:pt>
              <c:pt idx="41">
                <c:v>82</c:v>
              </c:pt>
              <c:pt idx="42">
                <c:v>84</c:v>
              </c:pt>
              <c:pt idx="43">
                <c:v>86</c:v>
              </c:pt>
              <c:pt idx="44">
                <c:v>88</c:v>
              </c:pt>
              <c:pt idx="45">
                <c:v>90</c:v>
              </c:pt>
              <c:pt idx="46">
                <c:v>92</c:v>
              </c:pt>
              <c:pt idx="47">
                <c:v>94</c:v>
              </c:pt>
              <c:pt idx="48">
                <c:v>96</c:v>
              </c:pt>
              <c:pt idx="49">
                <c:v>98</c:v>
              </c:pt>
              <c:pt idx="50">
                <c:v>100</c:v>
              </c:pt>
            </c:numLit>
          </c:cat>
          <c:val>
            <c:numLit>
              <c:formatCode>0.00</c:formatCode>
              <c:ptCount val="51"/>
              <c:pt idx="0">
                <c:v>0</c:v>
              </c:pt>
              <c:pt idx="1">
                <c:v>1.5588335394090401E-87</c:v>
              </c:pt>
              <c:pt idx="2">
                <c:v>3.8185813155475991E-52</c:v>
              </c:pt>
              <c:pt idx="3">
                <c:v>8.6296360560993891E-36</c:v>
              </c:pt>
              <c:pt idx="4">
                <c:v>3.9207502737444174E-26</c:v>
              </c:pt>
              <c:pt idx="5">
                <c:v>9.3711064081950728E-20</c:v>
              </c:pt>
              <c:pt idx="6">
                <c:v>2.896641192428447E-15</c:v>
              </c:pt>
              <c:pt idx="7">
                <c:v>5.6499023039483137E-12</c:v>
              </c:pt>
              <c:pt idx="8">
                <c:v>1.6873343823511545E-9</c:v>
              </c:pt>
              <c:pt idx="9">
                <c:v>1.3230323154926437E-7</c:v>
              </c:pt>
              <c:pt idx="10">
                <c:v>3.8609895055090121E-6</c:v>
              </c:pt>
              <c:pt idx="11">
                <c:v>5.3139195092589918E-5</c:v>
              </c:pt>
              <c:pt idx="12">
                <c:v>4.0753204227264806E-4</c:v>
              </c:pt>
              <c:pt idx="13">
                <c:v>1.9658740392303744E-3</c:v>
              </c:pt>
              <c:pt idx="14">
                <c:v>6.5281933132474435E-3</c:v>
              </c:pt>
              <c:pt idx="15">
                <c:v>1.5984599639618124E-2</c:v>
              </c:pt>
              <c:pt idx="16">
                <c:v>3.0436728277095045E-2</c:v>
              </c:pt>
              <c:pt idx="17">
                <c:v>4.6998064548080462E-2</c:v>
              </c:pt>
              <c:pt idx="18">
                <c:v>6.0851683038001779E-2</c:v>
              </c:pt>
              <c:pt idx="19">
                <c:v>6.7874935980819659E-2</c:v>
              </c:pt>
              <c:pt idx="20">
                <c:v>6.6676256630383124E-2</c:v>
              </c:pt>
              <c:pt idx="21">
                <c:v>5.8742953149391181E-2</c:v>
              </c:pt>
              <c:pt idx="22">
                <c:v>4.7122647299958166E-2</c:v>
              </c:pt>
              <c:pt idx="23">
                <c:v>3.485739100653415E-2</c:v>
              </c:pt>
              <c:pt idx="24">
                <c:v>2.4032206983410648E-2</c:v>
              </c:pt>
              <c:pt idx="25">
                <c:v>1.5583604877872692E-2</c:v>
              </c:pt>
              <c:pt idx="26">
                <c:v>9.5782102906180003E-3</c:v>
              </c:pt>
              <c:pt idx="27">
                <c:v>5.6173781005308234E-3</c:v>
              </c:pt>
              <c:pt idx="28">
                <c:v>3.161621751257066E-3</c:v>
              </c:pt>
              <c:pt idx="29">
                <c:v>1.7162271126518016E-3</c:v>
              </c:pt>
              <c:pt idx="30">
                <c:v>9.0242150321794695E-4</c:v>
              </c:pt>
              <c:pt idx="31">
                <c:v>4.6137857950045503E-4</c:v>
              </c:pt>
              <c:pt idx="32">
                <c:v>2.3012278146027464E-4</c:v>
              </c:pt>
              <c:pt idx="33">
                <c:v>1.1230094239530617E-4</c:v>
              </c:pt>
              <c:pt idx="34">
                <c:v>5.3758483037424623E-5</c:v>
              </c:pt>
              <c:pt idx="35">
                <c:v>2.5301124432006034E-5</c:v>
              </c:pt>
              <c:pt idx="36">
                <c:v>1.1731122591501815E-5</c:v>
              </c:pt>
              <c:pt idx="37">
                <c:v>5.3681769246747755E-6</c:v>
              </c:pt>
              <c:pt idx="38">
                <c:v>2.4282718895595479E-6</c:v>
              </c:pt>
              <c:pt idx="39">
                <c:v>1.0873578965469566E-6</c:v>
              </c:pt>
              <c:pt idx="40">
                <c:v>4.8262368818863678E-7</c:v>
              </c:pt>
              <c:pt idx="41">
                <c:v>2.1257118956634547E-7</c:v>
              </c:pt>
              <c:pt idx="42">
                <c:v>9.3005314162199483E-8</c:v>
              </c:pt>
              <c:pt idx="43">
                <c:v>4.0459609787088986E-8</c:v>
              </c:pt>
              <c:pt idx="44">
                <c:v>1.7514963069433008E-8</c:v>
              </c:pt>
              <c:pt idx="45">
                <c:v>7.5508855887933248E-9</c:v>
              </c:pt>
              <c:pt idx="46">
                <c:v>3.2440199480988041E-9</c:v>
              </c:pt>
              <c:pt idx="47">
                <c:v>1.3897402171422014E-9</c:v>
              </c:pt>
              <c:pt idx="48">
                <c:v>5.9400539185271008E-10</c:v>
              </c:pt>
              <c:pt idx="49">
                <c:v>2.5343887172579865E-10</c:v>
              </c:pt>
              <c:pt idx="50">
                <c:v>1.0798940047047263E-10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F0A0-4A7C-90D7-CDA89A1572C4}"/>
            </c:ext>
          </c:extLst>
        </c:ser>
        <c:ser>
          <c:idx val="1"/>
          <c:order val="1"/>
          <c:tx>
            <c:v>Maior dispersão</c:v>
          </c:tx>
          <c:spPr>
            <a:ln w="28575">
              <a:solidFill>
                <a:srgbClr val="8E44A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5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  <c:pt idx="31">
                <c:v>62</c:v>
              </c:pt>
              <c:pt idx="32">
                <c:v>64</c:v>
              </c:pt>
              <c:pt idx="33">
                <c:v>66</c:v>
              </c:pt>
              <c:pt idx="34">
                <c:v>68</c:v>
              </c:pt>
              <c:pt idx="35">
                <c:v>70</c:v>
              </c:pt>
              <c:pt idx="36">
                <c:v>72</c:v>
              </c:pt>
              <c:pt idx="37">
                <c:v>74</c:v>
              </c:pt>
              <c:pt idx="38">
                <c:v>76</c:v>
              </c:pt>
              <c:pt idx="39">
                <c:v>78</c:v>
              </c:pt>
              <c:pt idx="40">
                <c:v>80</c:v>
              </c:pt>
              <c:pt idx="41">
                <c:v>82</c:v>
              </c:pt>
              <c:pt idx="42">
                <c:v>84</c:v>
              </c:pt>
              <c:pt idx="43">
                <c:v>86</c:v>
              </c:pt>
              <c:pt idx="44">
                <c:v>88</c:v>
              </c:pt>
              <c:pt idx="45">
                <c:v>90</c:v>
              </c:pt>
              <c:pt idx="46">
                <c:v>92</c:v>
              </c:pt>
              <c:pt idx="47">
                <c:v>94</c:v>
              </c:pt>
              <c:pt idx="48">
                <c:v>96</c:v>
              </c:pt>
              <c:pt idx="49">
                <c:v>98</c:v>
              </c:pt>
              <c:pt idx="50">
                <c:v>100</c:v>
              </c:pt>
            </c:numLit>
          </c:cat>
          <c:val>
            <c:numLit>
              <c:formatCode>0.00</c:formatCode>
              <c:ptCount val="51"/>
              <c:pt idx="0">
                <c:v>0</c:v>
              </c:pt>
              <c:pt idx="1">
                <c:v>3.3942010229339419E-9</c:v>
              </c:pt>
              <c:pt idx="2">
                <c:v>4.4979909088911359E-6</c:v>
              </c:pt>
              <c:pt idx="3">
                <c:v>1.1116217365596597E-4</c:v>
              </c:pt>
              <c:pt idx="4">
                <c:v>6.9217356981337078E-4</c:v>
              </c:pt>
              <c:pt idx="5">
                <c:v>2.2149554234027926E-3</c:v>
              </c:pt>
              <c:pt idx="6">
                <c:v>4.8547185605048084E-3</c:v>
              </c:pt>
              <c:pt idx="7">
                <c:v>8.3913516388570107E-3</c:v>
              </c:pt>
              <c:pt idx="8">
                <c:v>1.2368780319025179E-2</c:v>
              </c:pt>
              <c:pt idx="9">
                <c:v>1.6298393911832073E-2</c:v>
              </c:pt>
              <c:pt idx="10">
                <c:v>1.9790048510440285E-2</c:v>
              </c:pt>
              <c:pt idx="11">
                <c:v>2.259931786277701E-2</c:v>
              </c:pt>
              <c:pt idx="12">
                <c:v>2.4619912825029254E-2</c:v>
              </c:pt>
              <c:pt idx="13">
                <c:v>2.5851570779560917E-2</c:v>
              </c:pt>
              <c:pt idx="14">
                <c:v>2.636323195557148E-2</c:v>
              </c:pt>
              <c:pt idx="15">
                <c:v>2.6261240346697863E-2</c:v>
              </c:pt>
              <c:pt idx="16">
                <c:v>2.566576217021722E-2</c:v>
              </c:pt>
              <c:pt idx="17">
                <c:v>2.4695232271041492E-2</c:v>
              </c:pt>
              <c:pt idx="18">
                <c:v>2.3457290794829912E-2</c:v>
              </c:pt>
              <c:pt idx="19">
                <c:v>2.2044408124916561E-2</c:v>
              </c:pt>
              <c:pt idx="20">
                <c:v>2.0532609736173775E-2</c:v>
              </c:pt>
              <c:pt idx="21">
                <c:v>1.8982075309667848E-2</c:v>
              </c:pt>
              <c:pt idx="22">
                <c:v>1.743874392412369E-2</c:v>
              </c:pt>
              <c:pt idx="23">
                <c:v>1.5936351227862879E-2</c:v>
              </c:pt>
              <c:pt idx="24">
                <c:v>1.4498543942186866E-2</c:v>
              </c:pt>
              <c:pt idx="25">
                <c:v>1.3140870231151219E-2</c:v>
              </c:pt>
              <c:pt idx="26">
                <c:v>1.1872545706789269E-2</c:v>
              </c:pt>
              <c:pt idx="27">
                <c:v>1.069795825350155E-2</c:v>
              </c:pt>
              <c:pt idx="28">
                <c:v>9.6179121608231648E-3</c:v>
              </c:pt>
              <c:pt idx="29">
                <c:v>8.6306321166265063E-3</c:v>
              </c:pt>
              <c:pt idx="30">
                <c:v>7.7325567691663311E-3</c:v>
              </c:pt>
              <c:pt idx="31">
                <c:v>6.9189541536099682E-3</c:v>
              </c:pt>
              <c:pt idx="32">
                <c:v>6.1843901595125955E-3</c:v>
              </c:pt>
              <c:pt idx="33">
                <c:v>5.5230782138280107E-3</c:v>
              </c:pt>
              <c:pt idx="34">
                <c:v>4.929134586645673E-3</c:v>
              </c:pt>
              <c:pt idx="35">
                <c:v>4.3967598449477308E-3</c:v>
              </c:pt>
              <c:pt idx="36">
                <c:v>3.9203633357362214E-3</c:v>
              </c:pt>
              <c:pt idx="37">
                <c:v>3.4946443411120317E-3</c:v>
              </c:pt>
              <c:pt idx="38">
                <c:v>3.1146407710460752E-3</c:v>
              </c:pt>
              <c:pt idx="39">
                <c:v>2.775753939044878E-3</c:v>
              </c:pt>
              <c:pt idx="40">
                <c:v>2.4737560638050395E-3</c:v>
              </c:pt>
              <c:pt idx="41">
                <c:v>2.2047856044355887E-3</c:v>
              </c:pt>
              <c:pt idx="42">
                <c:v>1.9653343127342881E-3</c:v>
              </c:pt>
              <c:pt idx="43">
                <c:v>1.7522289206392627E-3</c:v>
              </c:pt>
              <c:pt idx="44">
                <c:v>1.5626096269594921E-3</c:v>
              </c:pt>
              <c:pt idx="45">
                <c:v>1.3939069638173225E-3</c:v>
              </c:pt>
              <c:pt idx="46">
                <c:v>1.243818175370764E-3</c:v>
              </c:pt>
              <c:pt idx="47">
                <c:v>1.1102839007778539E-3</c:v>
              </c:pt>
              <c:pt idx="48">
                <c:v>9.914656967808474E-4</c:v>
              </c:pt>
              <c:pt idx="49">
                <c:v>8.8572474402815566E-4</c:v>
              </c:pt>
              <c:pt idx="50">
                <c:v>7.9160194041760995E-4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F0A0-4A7C-90D7-CDA89A1572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GB"/>
                  <a:t>Vazão (m³/s)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FE7EF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GB"/>
                  <a:t>Densidade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t"/>
      <c:overlay val="0"/>
      <c:txPr>
        <a:bodyPr anchorCtr="1"/>
        <a:lstStyle/>
        <a:p>
          <a:pPr>
            <a:defRPr sz="1125">
              <a:latin typeface="Aptos"/>
              <a:ea typeface="Aptos"/>
              <a:cs typeface="Aptos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5%</c:v>
          </c:tx>
          <c:spPr>
            <a:ln w="19050">
              <a:solidFill>
                <a:srgbClr val="B3C6E7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17.05</c:v>
              </c:pt>
              <c:pt idx="1">
                <c:v>21.7</c:v>
              </c:pt>
              <c:pt idx="2">
                <c:v>31</c:v>
              </c:pt>
              <c:pt idx="3">
                <c:v>38.75</c:v>
              </c:pt>
              <c:pt idx="4">
                <c:v>32.550000000000004</c:v>
              </c:pt>
              <c:pt idx="5">
                <c:v>24.8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9FFD-473B-9ECC-17AA9D90D419}"/>
            </c:ext>
          </c:extLst>
        </c:ser>
        <c:ser>
          <c:idx val="1"/>
          <c:order val="1"/>
          <c:tx>
            <c:v>Mediana</c:v>
          </c:tx>
          <c:spPr>
            <a:ln w="28575">
              <a:solidFill>
                <a:srgbClr val="124B78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22</c:v>
              </c:pt>
              <c:pt idx="1">
                <c:v>28</c:v>
              </c:pt>
              <c:pt idx="2">
                <c:v>40</c:v>
              </c:pt>
              <c:pt idx="3">
                <c:v>50</c:v>
              </c:pt>
              <c:pt idx="4">
                <c:v>42</c:v>
              </c:pt>
              <c:pt idx="5">
                <c:v>32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9FFD-473B-9ECC-17AA9D90D419}"/>
            </c:ext>
          </c:extLst>
        </c:ser>
        <c:ser>
          <c:idx val="2"/>
          <c:order val="2"/>
          <c:tx>
            <c:v>95%</c:v>
          </c:tx>
          <c:spPr>
            <a:ln w="19050">
              <a:solidFill>
                <a:srgbClr val="8E44A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26.950000000000003</c:v>
              </c:pt>
              <c:pt idx="1">
                <c:v>34.300000000000004</c:v>
              </c:pt>
              <c:pt idx="2">
                <c:v>49</c:v>
              </c:pt>
              <c:pt idx="3">
                <c:v>61.250000000000007</c:v>
              </c:pt>
              <c:pt idx="4">
                <c:v>51.45</c:v>
              </c:pt>
              <c:pt idx="5">
                <c:v>39.200000000000003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2-9FFD-473B-9ECC-17AA9D90D4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GB"/>
                  <a:t>Horizonte (h)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GB"/>
                  <a:t>Q (m³/s)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r"/>
      <c:overlay val="0"/>
      <c:txPr>
        <a:bodyPr anchorCtr="1"/>
        <a:lstStyle/>
        <a:p>
          <a:pPr>
            <a:defRPr sz="975"/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Histórico</c:v>
          </c:tx>
          <c:spPr>
            <a:ln w="19050">
              <a:solidFill>
                <a:srgbClr val="0B2D52"/>
              </a:solidFill>
              <a:prstDash val="solid"/>
            </a:ln>
          </c:spPr>
          <c:marker>
            <c:symbol val="none"/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-6</c:v>
                </c:pt>
                <c:pt idx="1">
                  <c:v>-5</c:v>
                </c:pt>
                <c:pt idx="2">
                  <c:v>-4</c:v>
                </c:pt>
                <c:pt idx="3">
                  <c:v>-3</c:v>
                </c:pt>
                <c:pt idx="4">
                  <c:v>-2</c:v>
                </c:pt>
                <c:pt idx="5">
                  <c:v>-1</c:v>
                </c:pt>
                <c:pt idx="6">
                  <c:v>0</c:v>
                </c:pt>
              </c:numCache>
            </c:numRef>
          </c:xVal>
          <c:yVal>
            <c:numRef>
              <c:f>'Chart Data'!$B$2:$B$8</c:f>
              <c:numCache>
                <c:formatCode>General</c:formatCode>
                <c:ptCount val="7"/>
                <c:pt idx="0">
                  <c:v>15</c:v>
                </c:pt>
                <c:pt idx="1">
                  <c:v>15</c:v>
                </c:pt>
                <c:pt idx="2">
                  <c:v>17</c:v>
                </c:pt>
                <c:pt idx="3">
                  <c:v>25</c:v>
                </c:pt>
                <c:pt idx="4">
                  <c:v>38</c:v>
                </c:pt>
                <c:pt idx="5">
                  <c:v>31</c:v>
                </c:pt>
                <c:pt idx="6">
                  <c:v>25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B6D-44F8-A2ED-429BF7479246}"/>
            </c:ext>
          </c:extLst>
        </c:ser>
        <c:ser>
          <c:idx val="1"/>
          <c:order val="1"/>
          <c:tx>
            <c:v>Previsão</c:v>
          </c:tx>
          <c:spPr>
            <a:ln w="19050">
              <a:solidFill>
                <a:srgbClr val="0789DA"/>
              </a:solidFill>
              <a:prstDash val="solid"/>
            </a:ln>
          </c:spPr>
          <c:marker>
            <c:symbol val="none"/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xVal>
          <c:yVal>
            <c:numRef>
              <c:f>'Chart Data'!$D$2:$D$5</c:f>
              <c:numCache>
                <c:formatCode>General</c:formatCode>
                <c:ptCount val="4"/>
                <c:pt idx="0">
                  <c:v>25</c:v>
                </c:pt>
                <c:pt idx="1">
                  <c:v>31</c:v>
                </c:pt>
                <c:pt idx="2">
                  <c:v>38</c:v>
                </c:pt>
                <c:pt idx="3">
                  <c:v>45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B6D-44F8-A2ED-429BF74792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2EB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GB" sz="900">
                    <a:latin typeface="Inter"/>
                    <a:ea typeface="Inter"/>
                    <a:cs typeface="Inter"/>
                  </a:rPr>
                  <a:t>m³/s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3"/>
          <c:min val="-6"/>
        </c:scaling>
        <c:delete val="0"/>
        <c:axPos val="b"/>
        <c:title>
          <c:tx>
            <c:rich>
              <a:bodyPr/>
              <a:lstStyle/>
              <a:p>
                <a:r>
                  <a:rPr lang="en-GB" sz="900">
                    <a:latin typeface="Inter"/>
                    <a:ea typeface="Inter"/>
                    <a:cs typeface="Inter"/>
                  </a:rPr>
                  <a:t>Tempo (h)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  <a:endParaRPr lang="en-US"/>
          </a:p>
        </c:txPr>
        <c:crossAx val="48672768"/>
        <c:crossesAt val="-6"/>
        <c:crossBetween val="midCat"/>
        <c:majorUnit val="3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825">
              <a:latin typeface="Inter"/>
              <a:ea typeface="Inter"/>
              <a:cs typeface="Inter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π₁ N₁</c:v>
          </c:tx>
          <c:spPr>
            <a:ln w="23813">
              <a:solidFill>
                <a:srgbClr val="0B2D52"/>
              </a:solidFill>
              <a:prstDash val="solid"/>
            </a:ln>
          </c:spPr>
          <c:marker>
            <c:symbol val="none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Data'!$B$2:$B$102</c:f>
              <c:numCache>
                <c:formatCode>0.000</c:formatCode>
                <c:ptCount val="101"/>
                <c:pt idx="0">
                  <c:v>7.4299999999999997E-8</c:v>
                </c:pt>
                <c:pt idx="1">
                  <c:v>2.515E-7</c:v>
                </c:pt>
                <c:pt idx="2">
                  <c:v>7.9920000000000001E-7</c:v>
                </c:pt>
                <c:pt idx="3">
                  <c:v>2.3858999999999999E-6</c:v>
                </c:pt>
                <c:pt idx="4">
                  <c:v>6.6915000000000002E-6</c:v>
                </c:pt>
                <c:pt idx="5">
                  <c:v>1.7629799999999998E-5</c:v>
                </c:pt>
                <c:pt idx="6">
                  <c:v>4.3634100000000003E-5</c:v>
                </c:pt>
                <c:pt idx="7">
                  <c:v>1.014524E-4</c:v>
                </c:pt>
                <c:pt idx="8">
                  <c:v>2.215924E-4</c:v>
                </c:pt>
                <c:pt idx="9">
                  <c:v>4.5467810000000001E-4</c:v>
                </c:pt>
                <c:pt idx="10">
                  <c:v>8.7641499999999996E-4</c:v>
                </c:pt>
                <c:pt idx="11">
                  <c:v>1.5869826E-3</c:v>
                </c:pt>
                <c:pt idx="12">
                  <c:v>2.6995483000000001E-3</c:v>
                </c:pt>
                <c:pt idx="13">
                  <c:v>4.3138658999999999E-3</c:v>
                </c:pt>
                <c:pt idx="14">
                  <c:v>6.4758797999999998E-3</c:v>
                </c:pt>
                <c:pt idx="15">
                  <c:v>9.1324543000000005E-3</c:v>
                </c:pt>
                <c:pt idx="16">
                  <c:v>1.2098536199999999E-2</c:v>
                </c:pt>
                <c:pt idx="17">
                  <c:v>1.5056871600000001E-2</c:v>
                </c:pt>
                <c:pt idx="18">
                  <c:v>1.76032663E-2</c:v>
                </c:pt>
                <c:pt idx="19">
                  <c:v>1.9333405800000002E-2</c:v>
                </c:pt>
                <c:pt idx="20">
                  <c:v>1.9947113999999998E-2</c:v>
                </c:pt>
                <c:pt idx="21">
                  <c:v>1.9333405800000002E-2</c:v>
                </c:pt>
                <c:pt idx="22">
                  <c:v>1.76032663E-2</c:v>
                </c:pt>
                <c:pt idx="23">
                  <c:v>1.5056871600000001E-2</c:v>
                </c:pt>
                <c:pt idx="24">
                  <c:v>1.2098536199999999E-2</c:v>
                </c:pt>
                <c:pt idx="25">
                  <c:v>9.1324543000000005E-3</c:v>
                </c:pt>
                <c:pt idx="26">
                  <c:v>6.4758797999999998E-3</c:v>
                </c:pt>
                <c:pt idx="27">
                  <c:v>4.3138658999999999E-3</c:v>
                </c:pt>
                <c:pt idx="28">
                  <c:v>2.6995483000000001E-3</c:v>
                </c:pt>
                <c:pt idx="29">
                  <c:v>1.5869826E-3</c:v>
                </c:pt>
                <c:pt idx="30">
                  <c:v>8.7641499999999996E-4</c:v>
                </c:pt>
                <c:pt idx="31">
                  <c:v>4.5467810000000001E-4</c:v>
                </c:pt>
                <c:pt idx="32">
                  <c:v>2.215924E-4</c:v>
                </c:pt>
                <c:pt idx="33">
                  <c:v>1.014524E-4</c:v>
                </c:pt>
                <c:pt idx="34">
                  <c:v>4.3634100000000003E-5</c:v>
                </c:pt>
                <c:pt idx="35">
                  <c:v>1.7629799999999998E-5</c:v>
                </c:pt>
                <c:pt idx="36">
                  <c:v>6.6915000000000002E-6</c:v>
                </c:pt>
                <c:pt idx="37">
                  <c:v>2.3858999999999999E-6</c:v>
                </c:pt>
                <c:pt idx="38">
                  <c:v>7.9920000000000001E-7</c:v>
                </c:pt>
                <c:pt idx="39">
                  <c:v>2.515E-7</c:v>
                </c:pt>
                <c:pt idx="40">
                  <c:v>7.4299999999999997E-8</c:v>
                </c:pt>
                <c:pt idx="41">
                  <c:v>2.0599999999999999E-8</c:v>
                </c:pt>
                <c:pt idx="42">
                  <c:v>5.4000000000000004E-9</c:v>
                </c:pt>
                <c:pt idx="43">
                  <c:v>1.3000000000000001E-9</c:v>
                </c:pt>
                <c:pt idx="44">
                  <c:v>3E-10</c:v>
                </c:pt>
                <c:pt idx="45">
                  <c:v>1E-10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87B-4900-8315-050152E0B450}"/>
            </c:ext>
          </c:extLst>
        </c:ser>
        <c:ser>
          <c:idx val="1"/>
          <c:order val="1"/>
          <c:tx>
            <c:v>π₂ N₂</c:v>
          </c:tx>
          <c:spPr>
            <a:ln w="23813">
              <a:solidFill>
                <a:srgbClr val="0789DA"/>
              </a:solidFill>
              <a:prstDash val="solid"/>
            </a:ln>
          </c:spPr>
          <c:marker>
            <c:symbol val="none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Data'!$D$2:$D$102</c:f>
              <c:numCache>
                <c:formatCode>0.000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1E-10</c:v>
                </c:pt>
                <c:pt idx="3">
                  <c:v>2.0000000000000001E-10</c:v>
                </c:pt>
                <c:pt idx="4">
                  <c:v>5.0000000000000003E-10</c:v>
                </c:pt>
                <c:pt idx="5">
                  <c:v>1.3999999999999999E-9</c:v>
                </c:pt>
                <c:pt idx="6">
                  <c:v>3.4999999999999999E-9</c:v>
                </c:pt>
                <c:pt idx="7">
                  <c:v>8.9999999999999995E-9</c:v>
                </c:pt>
                <c:pt idx="8">
                  <c:v>2.2099999999999999E-8</c:v>
                </c:pt>
                <c:pt idx="9">
                  <c:v>5.3099999999999999E-8</c:v>
                </c:pt>
                <c:pt idx="10">
                  <c:v>1.2389999999999999E-7</c:v>
                </c:pt>
                <c:pt idx="11">
                  <c:v>2.811E-7</c:v>
                </c:pt>
                <c:pt idx="12">
                  <c:v>6.2050000000000003E-7</c:v>
                </c:pt>
                <c:pt idx="13">
                  <c:v>1.3319999999999999E-6</c:v>
                </c:pt>
                <c:pt idx="14">
                  <c:v>2.7808999999999999E-6</c:v>
                </c:pt>
                <c:pt idx="15">
                  <c:v>5.6469000000000001E-6</c:v>
                </c:pt>
                <c:pt idx="16">
                  <c:v>1.11525E-5</c:v>
                </c:pt>
                <c:pt idx="17">
                  <c:v>2.14225E-5</c:v>
                </c:pt>
                <c:pt idx="18">
                  <c:v>4.0022599999999999E-5</c:v>
                </c:pt>
                <c:pt idx="19">
                  <c:v>7.2723600000000003E-5</c:v>
                </c:pt>
                <c:pt idx="20">
                  <c:v>1.285232E-4</c:v>
                </c:pt>
                <c:pt idx="21">
                  <c:v>2.209147E-4</c:v>
                </c:pt>
                <c:pt idx="22">
                  <c:v>3.6932069999999999E-4</c:v>
                </c:pt>
                <c:pt idx="23">
                  <c:v>6.0050830000000003E-4</c:v>
                </c:pt>
                <c:pt idx="24">
                  <c:v>9.4966549999999999E-4</c:v>
                </c:pt>
                <c:pt idx="25">
                  <c:v>1.4606917000000001E-3</c:v>
                </c:pt>
                <c:pt idx="26">
                  <c:v>2.1851574000000002E-3</c:v>
                </c:pt>
                <c:pt idx="27">
                  <c:v>3.1793853E-3</c:v>
                </c:pt>
                <c:pt idx="28">
                  <c:v>4.4992471999999997E-3</c:v>
                </c:pt>
                <c:pt idx="29">
                  <c:v>6.1925970000000002E-3</c:v>
                </c:pt>
                <c:pt idx="30">
                  <c:v>8.2897616000000007E-3</c:v>
                </c:pt>
                <c:pt idx="31">
                  <c:v>1.0793133E-2</c:v>
                </c:pt>
                <c:pt idx="32">
                  <c:v>1.36675062E-2</c:v>
                </c:pt>
                <c:pt idx="33">
                  <c:v>1.6833223800000002E-2</c:v>
                </c:pt>
                <c:pt idx="34">
                  <c:v>2.0164227E-2</c:v>
                </c:pt>
                <c:pt idx="35">
                  <c:v>2.3492656300000001E-2</c:v>
                </c:pt>
                <c:pt idx="36">
                  <c:v>2.6620667099999999E-2</c:v>
                </c:pt>
                <c:pt idx="37">
                  <c:v>2.9338777199999999E-2</c:v>
                </c:pt>
                <c:pt idx="38">
                  <c:v>3.1448602300000003E-2</c:v>
                </c:pt>
                <c:pt idx="39">
                  <c:v>3.2786642999999997E-2</c:v>
                </c:pt>
                <c:pt idx="40">
                  <c:v>3.3245190000000001E-2</c:v>
                </c:pt>
                <c:pt idx="41">
                  <c:v>3.2786642999999997E-2</c:v>
                </c:pt>
                <c:pt idx="42">
                  <c:v>3.1448602300000003E-2</c:v>
                </c:pt>
                <c:pt idx="43">
                  <c:v>2.9338777199999999E-2</c:v>
                </c:pt>
                <c:pt idx="44">
                  <c:v>2.6620667099999999E-2</c:v>
                </c:pt>
                <c:pt idx="45">
                  <c:v>2.3492656300000001E-2</c:v>
                </c:pt>
                <c:pt idx="46">
                  <c:v>2.0164227E-2</c:v>
                </c:pt>
                <c:pt idx="47">
                  <c:v>1.6833223800000002E-2</c:v>
                </c:pt>
                <c:pt idx="48">
                  <c:v>1.36675062E-2</c:v>
                </c:pt>
                <c:pt idx="49">
                  <c:v>1.0793133E-2</c:v>
                </c:pt>
                <c:pt idx="50">
                  <c:v>8.2897616000000007E-3</c:v>
                </c:pt>
                <c:pt idx="51">
                  <c:v>6.1925970000000002E-3</c:v>
                </c:pt>
                <c:pt idx="52">
                  <c:v>4.4992471999999997E-3</c:v>
                </c:pt>
                <c:pt idx="53">
                  <c:v>3.1793853E-3</c:v>
                </c:pt>
                <c:pt idx="54">
                  <c:v>2.1851574000000002E-3</c:v>
                </c:pt>
                <c:pt idx="55">
                  <c:v>1.4606917000000001E-3</c:v>
                </c:pt>
                <c:pt idx="56">
                  <c:v>9.4966549999999999E-4</c:v>
                </c:pt>
                <c:pt idx="57">
                  <c:v>6.0050830000000003E-4</c:v>
                </c:pt>
                <c:pt idx="58">
                  <c:v>3.6932069999999999E-4</c:v>
                </c:pt>
                <c:pt idx="59">
                  <c:v>2.209147E-4</c:v>
                </c:pt>
                <c:pt idx="60">
                  <c:v>1.285232E-4</c:v>
                </c:pt>
                <c:pt idx="61">
                  <c:v>7.2723600000000003E-5</c:v>
                </c:pt>
                <c:pt idx="62">
                  <c:v>4.0022599999999999E-5</c:v>
                </c:pt>
                <c:pt idx="63">
                  <c:v>2.14225E-5</c:v>
                </c:pt>
                <c:pt idx="64">
                  <c:v>1.11525E-5</c:v>
                </c:pt>
                <c:pt idx="65">
                  <c:v>5.6469000000000001E-6</c:v>
                </c:pt>
                <c:pt idx="66">
                  <c:v>2.7808999999999999E-6</c:v>
                </c:pt>
                <c:pt idx="67">
                  <c:v>1.3319999999999999E-6</c:v>
                </c:pt>
                <c:pt idx="68">
                  <c:v>6.2050000000000003E-7</c:v>
                </c:pt>
                <c:pt idx="69">
                  <c:v>2.811E-7</c:v>
                </c:pt>
                <c:pt idx="70">
                  <c:v>1.2389999999999999E-7</c:v>
                </c:pt>
                <c:pt idx="71">
                  <c:v>5.3099999999999999E-8</c:v>
                </c:pt>
                <c:pt idx="72">
                  <c:v>2.2099999999999999E-8</c:v>
                </c:pt>
                <c:pt idx="73">
                  <c:v>8.9999999999999995E-9</c:v>
                </c:pt>
                <c:pt idx="74">
                  <c:v>3.4999999999999999E-9</c:v>
                </c:pt>
                <c:pt idx="75">
                  <c:v>1.3999999999999999E-9</c:v>
                </c:pt>
                <c:pt idx="76">
                  <c:v>5.0000000000000003E-10</c:v>
                </c:pt>
                <c:pt idx="77">
                  <c:v>2.0000000000000001E-10</c:v>
                </c:pt>
                <c:pt idx="78">
                  <c:v>1E-10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87B-4900-8315-050152E0B450}"/>
            </c:ext>
          </c:extLst>
        </c:ser>
        <c:ser>
          <c:idx val="2"/>
          <c:order val="2"/>
          <c:tx>
            <c:v>π₃ N₃</c:v>
          </c:tx>
          <c:spPr>
            <a:ln w="23813">
              <a:solidFill>
                <a:srgbClr val="10AD87"/>
              </a:solidFill>
              <a:prstDash val="solid"/>
            </a:ln>
          </c:spPr>
          <c:marker>
            <c:symbol val="none"/>
          </c:marker>
          <c:xVal>
            <c:numRef>
              <c:f>'Chart Data'!$E$2:$E$102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Data'!$F$2:$F$102</c:f>
              <c:numCache>
                <c:formatCode>0.000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1E-10</c:v>
                </c:pt>
                <c:pt idx="22">
                  <c:v>2.0000000000000001E-10</c:v>
                </c:pt>
                <c:pt idx="23">
                  <c:v>5.0000000000000003E-10</c:v>
                </c:pt>
                <c:pt idx="24">
                  <c:v>1.0000000000000001E-9</c:v>
                </c:pt>
                <c:pt idx="25">
                  <c:v>2.0000000000000001E-9</c:v>
                </c:pt>
                <c:pt idx="26">
                  <c:v>4.0000000000000002E-9</c:v>
                </c:pt>
                <c:pt idx="27">
                  <c:v>8.0000000000000005E-9</c:v>
                </c:pt>
                <c:pt idx="28">
                  <c:v>1.55E-8</c:v>
                </c:pt>
                <c:pt idx="29">
                  <c:v>2.96E-8</c:v>
                </c:pt>
                <c:pt idx="30">
                  <c:v>5.5799999999999997E-8</c:v>
                </c:pt>
                <c:pt idx="31">
                  <c:v>1.0330000000000001E-7</c:v>
                </c:pt>
                <c:pt idx="32">
                  <c:v>1.8860000000000001E-7</c:v>
                </c:pt>
                <c:pt idx="33">
                  <c:v>3.389E-7</c:v>
                </c:pt>
                <c:pt idx="34">
                  <c:v>5.9940000000000003E-7</c:v>
                </c:pt>
                <c:pt idx="35">
                  <c:v>1.0438000000000001E-6</c:v>
                </c:pt>
                <c:pt idx="36">
                  <c:v>1.7894E-6</c:v>
                </c:pt>
                <c:pt idx="37">
                  <c:v>3.0203000000000001E-6</c:v>
                </c:pt>
                <c:pt idx="38">
                  <c:v>5.0185999999999997E-6</c:v>
                </c:pt>
                <c:pt idx="39">
                  <c:v>8.2099000000000008E-6</c:v>
                </c:pt>
                <c:pt idx="40">
                  <c:v>1.32223E-5</c:v>
                </c:pt>
                <c:pt idx="41">
                  <c:v>2.09648E-5</c:v>
                </c:pt>
                <c:pt idx="42">
                  <c:v>3.2725599999999997E-5</c:v>
                </c:pt>
                <c:pt idx="43">
                  <c:v>5.0291999999999999E-5</c:v>
                </c:pt>
                <c:pt idx="44">
                  <c:v>7.6089300000000003E-5</c:v>
                </c:pt>
                <c:pt idx="45">
                  <c:v>1.133347E-4</c:v>
                </c:pt>
                <c:pt idx="46">
                  <c:v>1.6619430000000001E-4</c:v>
                </c:pt>
                <c:pt idx="47">
                  <c:v>2.3992950000000001E-4</c:v>
                </c:pt>
                <c:pt idx="48">
                  <c:v>3.410086E-4</c:v>
                </c:pt>
                <c:pt idx="49">
                  <c:v>4.7715680000000001E-4</c:v>
                </c:pt>
                <c:pt idx="50">
                  <c:v>6.5731130000000004E-4</c:v>
                </c:pt>
                <c:pt idx="51">
                  <c:v>8.9144630000000005E-4</c:v>
                </c:pt>
                <c:pt idx="52">
                  <c:v>1.1902369E-3</c:v>
                </c:pt>
                <c:pt idx="53">
                  <c:v>1.5645368999999999E-3</c:v>
                </c:pt>
                <c:pt idx="54">
                  <c:v>2.0246612000000002E-3</c:v>
                </c:pt>
                <c:pt idx="55">
                  <c:v>2.5794853E-3</c:v>
                </c:pt>
                <c:pt idx="56">
                  <c:v>3.2353995000000001E-3</c:v>
                </c:pt>
                <c:pt idx="57">
                  <c:v>3.9951850999999997E-3</c:v>
                </c:pt>
                <c:pt idx="58">
                  <c:v>4.8569097999999998E-3</c:v>
                </c:pt>
                <c:pt idx="59">
                  <c:v>5.8129599999999998E-3</c:v>
                </c:pt>
                <c:pt idx="60">
                  <c:v>6.8493406999999996E-3</c:v>
                </c:pt>
                <c:pt idx="61">
                  <c:v>7.9453742000000008E-3</c:v>
                </c:pt>
                <c:pt idx="62">
                  <c:v>9.0739021999999992E-3</c:v>
                </c:pt>
                <c:pt idx="63">
                  <c:v>1.02020624E-2</c:v>
                </c:pt>
                <c:pt idx="64">
                  <c:v>1.12926537E-2</c:v>
                </c:pt>
                <c:pt idx="65">
                  <c:v>1.23060363E-2</c:v>
                </c:pt>
                <c:pt idx="66">
                  <c:v>1.32024498E-2</c:v>
                </c:pt>
                <c:pt idx="67">
                  <c:v>1.3944566E-2</c:v>
                </c:pt>
                <c:pt idx="68">
                  <c:v>1.45000544E-2</c:v>
                </c:pt>
                <c:pt idx="69">
                  <c:v>1.4843913300000001E-2</c:v>
                </c:pt>
                <c:pt idx="70">
                  <c:v>1.49603355E-2</c:v>
                </c:pt>
                <c:pt idx="71">
                  <c:v>1.4843913300000001E-2</c:v>
                </c:pt>
                <c:pt idx="72">
                  <c:v>1.45000544E-2</c:v>
                </c:pt>
                <c:pt idx="73">
                  <c:v>1.3944566E-2</c:v>
                </c:pt>
                <c:pt idx="74">
                  <c:v>1.32024498E-2</c:v>
                </c:pt>
                <c:pt idx="75">
                  <c:v>1.23060363E-2</c:v>
                </c:pt>
                <c:pt idx="76">
                  <c:v>1.12926537E-2</c:v>
                </c:pt>
                <c:pt idx="77">
                  <c:v>1.02020624E-2</c:v>
                </c:pt>
                <c:pt idx="78">
                  <c:v>9.0739021999999992E-3</c:v>
                </c:pt>
                <c:pt idx="79">
                  <c:v>7.9453742000000008E-3</c:v>
                </c:pt>
                <c:pt idx="80">
                  <c:v>6.8493406999999996E-3</c:v>
                </c:pt>
                <c:pt idx="81">
                  <c:v>5.8129599999999998E-3</c:v>
                </c:pt>
                <c:pt idx="82">
                  <c:v>4.8569097999999998E-3</c:v>
                </c:pt>
                <c:pt idx="83">
                  <c:v>3.9951850999999997E-3</c:v>
                </c:pt>
                <c:pt idx="84">
                  <c:v>3.2353995000000001E-3</c:v>
                </c:pt>
                <c:pt idx="85">
                  <c:v>2.5794853E-3</c:v>
                </c:pt>
                <c:pt idx="86">
                  <c:v>2.0246612000000002E-3</c:v>
                </c:pt>
                <c:pt idx="87">
                  <c:v>1.5645368999999999E-3</c:v>
                </c:pt>
                <c:pt idx="88">
                  <c:v>1.1902369E-3</c:v>
                </c:pt>
                <c:pt idx="89">
                  <c:v>8.9144630000000005E-4</c:v>
                </c:pt>
                <c:pt idx="90">
                  <c:v>6.5731130000000004E-4</c:v>
                </c:pt>
                <c:pt idx="91">
                  <c:v>4.7715680000000001E-4</c:v>
                </c:pt>
                <c:pt idx="92">
                  <c:v>3.410086E-4</c:v>
                </c:pt>
                <c:pt idx="93">
                  <c:v>2.3992950000000001E-4</c:v>
                </c:pt>
                <c:pt idx="94">
                  <c:v>1.6619430000000001E-4</c:v>
                </c:pt>
                <c:pt idx="95">
                  <c:v>1.133347E-4</c:v>
                </c:pt>
                <c:pt idx="96">
                  <c:v>7.6089300000000003E-5</c:v>
                </c:pt>
                <c:pt idx="97">
                  <c:v>5.0291999999999999E-5</c:v>
                </c:pt>
                <c:pt idx="98">
                  <c:v>3.2725599999999997E-5</c:v>
                </c:pt>
                <c:pt idx="99">
                  <c:v>2.09648E-5</c:v>
                </c:pt>
                <c:pt idx="100">
                  <c:v>1.32223E-5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C87B-4900-8315-050152E0B450}"/>
            </c:ext>
          </c:extLst>
        </c:ser>
        <c:ser>
          <c:idx val="3"/>
          <c:order val="3"/>
          <c:tx>
            <c:v>Mistura</c:v>
          </c:tx>
          <c:spPr>
            <a:ln w="23813">
              <a:solidFill>
                <a:srgbClr val="F48C1C"/>
              </a:solidFill>
              <a:prstDash val="solid"/>
            </a:ln>
          </c:spPr>
          <c:marker>
            <c:symbol val="none"/>
          </c:marker>
          <c:xVal>
            <c:numRef>
              <c:f>'Chart Data'!$G$2:$G$102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Data'!$H$2:$H$102</c:f>
              <c:numCache>
                <c:formatCode>0.000</c:formatCode>
                <c:ptCount val="101"/>
                <c:pt idx="0">
                  <c:v>7.4299999999999997E-8</c:v>
                </c:pt>
                <c:pt idx="1">
                  <c:v>2.515E-7</c:v>
                </c:pt>
                <c:pt idx="2">
                  <c:v>7.9930000000000002E-7</c:v>
                </c:pt>
                <c:pt idx="3">
                  <c:v>2.3860999999999999E-6</c:v>
                </c:pt>
                <c:pt idx="4">
                  <c:v>6.6919999999999996E-6</c:v>
                </c:pt>
                <c:pt idx="5">
                  <c:v>1.7631100000000001E-5</c:v>
                </c:pt>
                <c:pt idx="6">
                  <c:v>4.3637699999999997E-5</c:v>
                </c:pt>
                <c:pt idx="7">
                  <c:v>1.014614E-4</c:v>
                </c:pt>
                <c:pt idx="8">
                  <c:v>2.2161460000000001E-4</c:v>
                </c:pt>
                <c:pt idx="9">
                  <c:v>4.5473120000000001E-4</c:v>
                </c:pt>
                <c:pt idx="10">
                  <c:v>8.7653890000000004E-4</c:v>
                </c:pt>
                <c:pt idx="11">
                  <c:v>1.5872637E-3</c:v>
                </c:pt>
                <c:pt idx="12">
                  <c:v>2.7001688E-3</c:v>
                </c:pt>
                <c:pt idx="13">
                  <c:v>4.3151978999999997E-3</c:v>
                </c:pt>
                <c:pt idx="14">
                  <c:v>6.4786606999999996E-3</c:v>
                </c:pt>
                <c:pt idx="15">
                  <c:v>9.1381012000000001E-3</c:v>
                </c:pt>
                <c:pt idx="16">
                  <c:v>1.2109688699999999E-2</c:v>
                </c:pt>
                <c:pt idx="17">
                  <c:v>1.50782941E-2</c:v>
                </c:pt>
                <c:pt idx="18">
                  <c:v>1.7643288900000002E-2</c:v>
                </c:pt>
                <c:pt idx="19">
                  <c:v>1.94061294E-2</c:v>
                </c:pt>
                <c:pt idx="20">
                  <c:v>2.0075637300000001E-2</c:v>
                </c:pt>
                <c:pt idx="21">
                  <c:v>1.9554320600000001E-2</c:v>
                </c:pt>
                <c:pt idx="22">
                  <c:v>1.7972587299999999E-2</c:v>
                </c:pt>
                <c:pt idx="23">
                  <c:v>1.56573804E-2</c:v>
                </c:pt>
                <c:pt idx="24">
                  <c:v>1.3048202700000001E-2</c:v>
                </c:pt>
                <c:pt idx="25">
                  <c:v>1.0593148E-2</c:v>
                </c:pt>
                <c:pt idx="26">
                  <c:v>8.6610412000000005E-3</c:v>
                </c:pt>
                <c:pt idx="27">
                  <c:v>7.4932591999999996E-3</c:v>
                </c:pt>
                <c:pt idx="28">
                  <c:v>7.1988110000000003E-3</c:v>
                </c:pt>
                <c:pt idx="29">
                  <c:v>7.7796091999999999E-3</c:v>
                </c:pt>
                <c:pt idx="30">
                  <c:v>9.1662323000000004E-3</c:v>
                </c:pt>
                <c:pt idx="31">
                  <c:v>1.12479144E-2</c:v>
                </c:pt>
                <c:pt idx="32">
                  <c:v>1.3889287300000001E-2</c:v>
                </c:pt>
                <c:pt idx="33">
                  <c:v>1.6935015099999999E-2</c:v>
                </c:pt>
                <c:pt idx="34">
                  <c:v>2.0208460599999999E-2</c:v>
                </c:pt>
                <c:pt idx="35">
                  <c:v>2.3511329800000001E-2</c:v>
                </c:pt>
                <c:pt idx="36">
                  <c:v>2.66291481E-2</c:v>
                </c:pt>
                <c:pt idx="37">
                  <c:v>2.9344183400000001E-2</c:v>
                </c:pt>
                <c:pt idx="38">
                  <c:v>3.1454420099999998E-2</c:v>
                </c:pt>
                <c:pt idx="39">
                  <c:v>3.2795104399999997E-2</c:v>
                </c:pt>
                <c:pt idx="40">
                  <c:v>3.3258486699999999E-2</c:v>
                </c:pt>
                <c:pt idx="41">
                  <c:v>3.2807628499999998E-2</c:v>
                </c:pt>
                <c:pt idx="42">
                  <c:v>3.1481333299999997E-2</c:v>
                </c:pt>
                <c:pt idx="43">
                  <c:v>2.93890705E-2</c:v>
                </c:pt>
                <c:pt idx="44">
                  <c:v>2.6696756700000001E-2</c:v>
                </c:pt>
                <c:pt idx="45">
                  <c:v>2.3605991E-2</c:v>
                </c:pt>
                <c:pt idx="46">
                  <c:v>2.03304214E-2</c:v>
                </c:pt>
                <c:pt idx="47">
                  <c:v>1.7073153300000001E-2</c:v>
                </c:pt>
                <c:pt idx="48">
                  <c:v>1.40085148E-2</c:v>
                </c:pt>
                <c:pt idx="49">
                  <c:v>1.12702898E-2</c:v>
                </c:pt>
                <c:pt idx="50">
                  <c:v>8.9470728000000006E-3</c:v>
                </c:pt>
                <c:pt idx="51">
                  <c:v>7.0840432E-3</c:v>
                </c:pt>
                <c:pt idx="52">
                  <c:v>5.6894841999999999E-3</c:v>
                </c:pt>
                <c:pt idx="53">
                  <c:v>4.7439222000000003E-3</c:v>
                </c:pt>
                <c:pt idx="54">
                  <c:v>4.2098187000000004E-3</c:v>
                </c:pt>
                <c:pt idx="55">
                  <c:v>4.0401771000000003E-3</c:v>
                </c:pt>
                <c:pt idx="56">
                  <c:v>4.185065E-3</c:v>
                </c:pt>
                <c:pt idx="57">
                  <c:v>4.5956933999999998E-3</c:v>
                </c:pt>
                <c:pt idx="58">
                  <c:v>5.2262304999999998E-3</c:v>
                </c:pt>
                <c:pt idx="59">
                  <c:v>6.0338746E-3</c:v>
                </c:pt>
                <c:pt idx="60">
                  <c:v>6.9778640000000003E-3</c:v>
                </c:pt>
                <c:pt idx="61">
                  <c:v>8.0180978000000003E-3</c:v>
                </c:pt>
                <c:pt idx="62">
                  <c:v>9.1139246999999996E-3</c:v>
                </c:pt>
                <c:pt idx="63">
                  <c:v>1.0223484999999999E-2</c:v>
                </c:pt>
                <c:pt idx="64">
                  <c:v>1.1303806200000001E-2</c:v>
                </c:pt>
                <c:pt idx="65">
                  <c:v>1.23116832E-2</c:v>
                </c:pt>
                <c:pt idx="66">
                  <c:v>1.3205230700000001E-2</c:v>
                </c:pt>
                <c:pt idx="67">
                  <c:v>1.3945898E-2</c:v>
                </c:pt>
                <c:pt idx="68">
                  <c:v>1.45006749E-2</c:v>
                </c:pt>
                <c:pt idx="69">
                  <c:v>1.48441944E-2</c:v>
                </c:pt>
                <c:pt idx="70">
                  <c:v>1.4960459400000001E-2</c:v>
                </c:pt>
                <c:pt idx="71">
                  <c:v>1.48439664E-2</c:v>
                </c:pt>
                <c:pt idx="72">
                  <c:v>1.45000765E-2</c:v>
                </c:pt>
                <c:pt idx="73">
                  <c:v>1.3944575000000001E-2</c:v>
                </c:pt>
                <c:pt idx="74">
                  <c:v>1.32024533E-2</c:v>
                </c:pt>
                <c:pt idx="75">
                  <c:v>1.23060377E-2</c:v>
                </c:pt>
                <c:pt idx="76">
                  <c:v>1.12926542E-2</c:v>
                </c:pt>
                <c:pt idx="77">
                  <c:v>1.0202062600000001E-2</c:v>
                </c:pt>
                <c:pt idx="78">
                  <c:v>9.0739021999999992E-3</c:v>
                </c:pt>
                <c:pt idx="79">
                  <c:v>7.9453742000000008E-3</c:v>
                </c:pt>
                <c:pt idx="80">
                  <c:v>6.8493406999999996E-3</c:v>
                </c:pt>
                <c:pt idx="81">
                  <c:v>5.8129599999999998E-3</c:v>
                </c:pt>
                <c:pt idx="82">
                  <c:v>4.8569097999999998E-3</c:v>
                </c:pt>
                <c:pt idx="83">
                  <c:v>3.9951850999999997E-3</c:v>
                </c:pt>
                <c:pt idx="84">
                  <c:v>3.2353995000000001E-3</c:v>
                </c:pt>
                <c:pt idx="85">
                  <c:v>2.5794853E-3</c:v>
                </c:pt>
                <c:pt idx="86">
                  <c:v>2.0246612000000002E-3</c:v>
                </c:pt>
                <c:pt idx="87">
                  <c:v>1.5645368999999999E-3</c:v>
                </c:pt>
                <c:pt idx="88">
                  <c:v>1.1902369E-3</c:v>
                </c:pt>
                <c:pt idx="89">
                  <c:v>8.9144630000000005E-4</c:v>
                </c:pt>
                <c:pt idx="90">
                  <c:v>6.5731130000000004E-4</c:v>
                </c:pt>
                <c:pt idx="91">
                  <c:v>4.7715680000000001E-4</c:v>
                </c:pt>
                <c:pt idx="92">
                  <c:v>3.410086E-4</c:v>
                </c:pt>
                <c:pt idx="93">
                  <c:v>2.3992950000000001E-4</c:v>
                </c:pt>
                <c:pt idx="94">
                  <c:v>1.6619430000000001E-4</c:v>
                </c:pt>
                <c:pt idx="95">
                  <c:v>1.133347E-4</c:v>
                </c:pt>
                <c:pt idx="96">
                  <c:v>7.6089300000000003E-5</c:v>
                </c:pt>
                <c:pt idx="97">
                  <c:v>5.0291999999999999E-5</c:v>
                </c:pt>
                <c:pt idx="98">
                  <c:v>3.2725599999999997E-5</c:v>
                </c:pt>
                <c:pt idx="99">
                  <c:v>2.09648E-5</c:v>
                </c:pt>
                <c:pt idx="100">
                  <c:v>1.32223E-5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C87B-4900-8315-050152E0B4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9E9F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GB" sz="1200">
                    <a:latin typeface="Inter"/>
                    <a:ea typeface="Inter"/>
                    <a:cs typeface="Inter"/>
                  </a:rPr>
                  <a:t>Densidade (s/m³)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26D87"/>
                </a:solidFill>
                <a:latin typeface="Inter"/>
                <a:ea typeface="Inter"/>
                <a:cs typeface="Inter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GB" sz="1200">
                    <a:latin typeface="Inter"/>
                    <a:ea typeface="Inter"/>
                    <a:cs typeface="Inter"/>
                  </a:rPr>
                  <a:t>Vazão (m³/s)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26D87"/>
                </a:solidFill>
                <a:latin typeface="Inter"/>
                <a:ea typeface="Inter"/>
                <a:cs typeface="Inter"/>
              </a:defRPr>
            </a:pPr>
            <a:endParaRPr lang="en-US"/>
          </a:p>
        </c:txPr>
        <c:crossAx val="48672768"/>
        <c:crosses val="autoZero"/>
        <c:crossBetween val="midCat"/>
        <c:majorUnit val="20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12365B"/>
              </a:solidFill>
              <a:latin typeface="Inter"/>
              <a:ea typeface="Inter"/>
              <a:cs typeface="Inter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Componente 1</c:v>
          </c:tx>
          <c:spPr>
            <a:ln w="19050">
              <a:solidFill>
                <a:srgbClr val="1678B8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5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  <c:pt idx="31">
                <c:v>62</c:v>
              </c:pt>
              <c:pt idx="32">
                <c:v>64</c:v>
              </c:pt>
              <c:pt idx="33">
                <c:v>66</c:v>
              </c:pt>
              <c:pt idx="34">
                <c:v>68</c:v>
              </c:pt>
              <c:pt idx="35">
                <c:v>70</c:v>
              </c:pt>
              <c:pt idx="36">
                <c:v>72</c:v>
              </c:pt>
              <c:pt idx="37">
                <c:v>74</c:v>
              </c:pt>
              <c:pt idx="38">
                <c:v>76</c:v>
              </c:pt>
              <c:pt idx="39">
                <c:v>78</c:v>
              </c:pt>
              <c:pt idx="40">
                <c:v>80</c:v>
              </c:pt>
              <c:pt idx="41">
                <c:v>82</c:v>
              </c:pt>
              <c:pt idx="42">
                <c:v>84</c:v>
              </c:pt>
              <c:pt idx="43">
                <c:v>86</c:v>
              </c:pt>
              <c:pt idx="44">
                <c:v>88</c:v>
              </c:pt>
              <c:pt idx="45">
                <c:v>90</c:v>
              </c:pt>
              <c:pt idx="46">
                <c:v>92</c:v>
              </c:pt>
              <c:pt idx="47">
                <c:v>94</c:v>
              </c:pt>
              <c:pt idx="48">
                <c:v>96</c:v>
              </c:pt>
              <c:pt idx="49">
                <c:v>98</c:v>
              </c:pt>
              <c:pt idx="50">
                <c:v>100</c:v>
              </c:pt>
            </c:numLit>
          </c:cat>
          <c:val>
            <c:numLit>
              <c:formatCode>0.00</c:formatCode>
              <c:ptCount val="51"/>
              <c:pt idx="0">
                <c:v>5.3532090305954157E-6</c:v>
              </c:pt>
              <c:pt idx="1">
                <c:v>2.4476077204550882E-5</c:v>
              </c:pt>
              <c:pt idx="2">
                <c:v>9.5363528058593625E-5</c:v>
              </c:pt>
              <c:pt idx="3">
                <c:v>3.1661806331919874E-4</c:v>
              </c:pt>
              <c:pt idx="4">
                <c:v>8.9578121179371614E-4</c:v>
              </c:pt>
              <c:pt idx="5">
                <c:v>2.1596386605275226E-3</c:v>
              </c:pt>
              <c:pt idx="6">
                <c:v>4.436833387178222E-3</c:v>
              </c:pt>
              <c:pt idx="7">
                <c:v>7.7674421993285201E-3</c:v>
              </c:pt>
              <c:pt idx="8">
                <c:v>1.1587662110459312E-2</c:v>
              </c:pt>
              <c:pt idx="9">
                <c:v>1.4730805612132934E-2</c:v>
              </c:pt>
              <c:pt idx="10">
                <c:v>1.595769121605731E-2</c:v>
              </c:pt>
              <c:pt idx="11">
                <c:v>1.4730805612132934E-2</c:v>
              </c:pt>
              <c:pt idx="12">
                <c:v>1.1587662110459312E-2</c:v>
              </c:pt>
              <c:pt idx="13">
                <c:v>7.7674421993285201E-3</c:v>
              </c:pt>
              <c:pt idx="14">
                <c:v>4.436833387178222E-3</c:v>
              </c:pt>
              <c:pt idx="15">
                <c:v>2.1596386605275226E-3</c:v>
              </c:pt>
              <c:pt idx="16">
                <c:v>8.9578121179371614E-4</c:v>
              </c:pt>
              <c:pt idx="17">
                <c:v>3.1661806331919874E-4</c:v>
              </c:pt>
              <c:pt idx="18">
                <c:v>9.5363528058593625E-5</c:v>
              </c:pt>
              <c:pt idx="19">
                <c:v>2.4476077204550882E-5</c:v>
              </c:pt>
              <c:pt idx="20">
                <c:v>5.3532090305954157E-6</c:v>
              </c:pt>
              <c:pt idx="21">
                <c:v>9.9769885160214149E-7</c:v>
              </c:pt>
              <c:pt idx="22">
                <c:v>1.5845196364128303E-7</c:v>
              </c:pt>
              <c:pt idx="23">
                <c:v>2.1444141378790459E-8</c:v>
              </c:pt>
              <c:pt idx="24">
                <c:v>2.4730482000663433E-9</c:v>
              </c:pt>
              <c:pt idx="25">
                <c:v>2.4303531399293147E-10</c:v>
              </c:pt>
              <c:pt idx="26">
                <c:v>2.0352561126580158E-11</c:v>
              </c:pt>
              <c:pt idx="27">
                <c:v>1.4523846007167204E-12</c:v>
              </c:pt>
              <c:pt idx="28">
                <c:v>8.8319598525485574E-14</c:v>
              </c:pt>
              <c:pt idx="29">
                <c:v>4.5766259607205482E-15</c:v>
              </c:pt>
              <c:pt idx="30">
                <c:v>2.020908433414757E-16</c:v>
              </c:pt>
              <c:pt idx="31">
                <c:v>7.6043261516318558E-18</c:v>
              </c:pt>
              <c:pt idx="32">
                <c:v>2.4383032518249673E-19</c:v>
              </c:pt>
              <c:pt idx="33">
                <c:v>6.6623521295197172E-21</c:v>
              </c:pt>
              <c:pt idx="34">
                <c:v>1.5512447726987846E-22</c:v>
              </c:pt>
              <c:pt idx="35">
                <c:v>3.0778394506825686E-24</c:v>
              </c:pt>
              <c:pt idx="36">
                <c:v>5.2038464796956517E-26</c:v>
              </c:pt>
              <c:pt idx="37">
                <c:v>7.4974896093671864E-28</c:v>
              </c:pt>
              <c:pt idx="38">
                <c:v>9.2049228353926221E-30</c:v>
              </c:pt>
              <c:pt idx="39">
                <c:v>9.6302445273572055E-32</c:v>
              </c:pt>
              <c:pt idx="40">
                <c:v>8.5855349426522428E-34</c:v>
              </c:pt>
              <c:pt idx="41">
                <c:v>6.5224429393585809E-36</c:v>
              </c:pt>
              <c:pt idx="42">
                <c:v>4.2224654009810961E-38</c:v>
              </c:pt>
              <c:pt idx="43">
                <c:v>2.3293502398946278E-40</c:v>
              </c:pt>
              <c:pt idx="44">
                <c:v>1.0950056769421234E-42</c:v>
              </c:pt>
              <c:pt idx="45">
                <c:v>4.3864262375558857E-45</c:v>
              </c:pt>
              <c:pt idx="46">
                <c:v>1.4973322319540038E-47</c:v>
              </c:pt>
              <c:pt idx="47">
                <c:v>4.3555038213108869E-50</c:v>
              </c:pt>
              <c:pt idx="48">
                <c:v>1.0796214577553156E-52</c:v>
              </c:pt>
              <c:pt idx="49">
                <c:v>2.2804339563765155E-55</c:v>
              </c:pt>
              <c:pt idx="50">
                <c:v>4.1046522911676146E-58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795F-419C-A106-8A8E3008FBEE}"/>
            </c:ext>
          </c:extLst>
        </c:ser>
        <c:ser>
          <c:idx val="1"/>
          <c:order val="1"/>
          <c:tx>
            <c:v>Componente 2</c:v>
          </c:tx>
          <c:spPr>
            <a:ln w="19050">
              <a:solidFill>
                <a:srgbClr val="31A67A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5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  <c:pt idx="31">
                <c:v>62</c:v>
              </c:pt>
              <c:pt idx="32">
                <c:v>64</c:v>
              </c:pt>
              <c:pt idx="33">
                <c:v>66</c:v>
              </c:pt>
              <c:pt idx="34">
                <c:v>68</c:v>
              </c:pt>
              <c:pt idx="35">
                <c:v>70</c:v>
              </c:pt>
              <c:pt idx="36">
                <c:v>72</c:v>
              </c:pt>
              <c:pt idx="37">
                <c:v>74</c:v>
              </c:pt>
              <c:pt idx="38">
                <c:v>76</c:v>
              </c:pt>
              <c:pt idx="39">
                <c:v>78</c:v>
              </c:pt>
              <c:pt idx="40">
                <c:v>80</c:v>
              </c:pt>
              <c:pt idx="41">
                <c:v>82</c:v>
              </c:pt>
              <c:pt idx="42">
                <c:v>84</c:v>
              </c:pt>
              <c:pt idx="43">
                <c:v>86</c:v>
              </c:pt>
              <c:pt idx="44">
                <c:v>88</c:v>
              </c:pt>
              <c:pt idx="45">
                <c:v>90</c:v>
              </c:pt>
              <c:pt idx="46">
                <c:v>92</c:v>
              </c:pt>
              <c:pt idx="47">
                <c:v>94</c:v>
              </c:pt>
              <c:pt idx="48">
                <c:v>96</c:v>
              </c:pt>
              <c:pt idx="49">
                <c:v>98</c:v>
              </c:pt>
              <c:pt idx="50">
                <c:v>100</c:v>
              </c:pt>
            </c:numLit>
          </c:cat>
          <c:val>
            <c:numLit>
              <c:formatCode>0.00</c:formatCode>
              <c:ptCount val="51"/>
              <c:pt idx="0">
                <c:v>7.4257501561267939E-12</c:v>
              </c:pt>
              <c:pt idx="1">
                <c:v>6.4820400567247455E-11</c:v>
              </c:pt>
              <c:pt idx="2">
                <c:v>5.0632357081860714E-10</c:v>
              </c:pt>
              <c:pt idx="3">
                <c:v>3.5390739553790719E-9</c:v>
              </c:pt>
              <c:pt idx="4">
                <c:v>2.2135849237682605E-8</c:v>
              </c:pt>
              <c:pt idx="5">
                <c:v>1.2389329289452482E-7</c:v>
              </c:pt>
              <c:pt idx="6">
                <c:v>6.2050382255249918E-7</c:v>
              </c:pt>
              <c:pt idx="7">
                <c:v>2.7809051996365353E-6</c:v>
              </c:pt>
              <c:pt idx="8">
                <c:v>1.1152518813740447E-5</c:v>
              </c:pt>
              <c:pt idx="9">
                <c:v>4.0022554301735056E-5</c:v>
              </c:pt>
              <c:pt idx="10">
                <c:v>1.2852324969092542E-4</c:v>
              </c:pt>
              <c:pt idx="11">
                <c:v>3.6932070099483392E-4</c:v>
              </c:pt>
              <c:pt idx="12">
                <c:v>9.4966550198312015E-4</c:v>
              </c:pt>
              <c:pt idx="13">
                <c:v>2.1851574244757901E-3</c:v>
              </c:pt>
              <c:pt idx="14">
                <c:v>4.4992472094323383E-3</c:v>
              </c:pt>
              <c:pt idx="15">
                <c:v>8.2897615660623893E-3</c:v>
              </c:pt>
              <c:pt idx="16">
                <c:v>1.3667506222999469E-2</c:v>
              </c:pt>
              <c:pt idx="17">
                <c:v>2.0164227043261946E-2</c:v>
              </c:pt>
              <c:pt idx="18">
                <c:v>2.6620667126862688E-2</c:v>
              </c:pt>
              <c:pt idx="19">
                <c:v>3.1448602307749429E-2</c:v>
              </c:pt>
              <c:pt idx="20">
                <c:v>3.3245190033452728E-2</c:v>
              </c:pt>
              <c:pt idx="21">
                <c:v>3.1448602307749429E-2</c:v>
              </c:pt>
              <c:pt idx="22">
                <c:v>2.6620667126862688E-2</c:v>
              </c:pt>
              <c:pt idx="23">
                <c:v>2.0164227043261946E-2</c:v>
              </c:pt>
              <c:pt idx="24">
                <c:v>1.3667506222999469E-2</c:v>
              </c:pt>
              <c:pt idx="25">
                <c:v>8.2897615660623893E-3</c:v>
              </c:pt>
              <c:pt idx="26">
                <c:v>4.4992472094323383E-3</c:v>
              </c:pt>
              <c:pt idx="27">
                <c:v>2.1851574244757901E-3</c:v>
              </c:pt>
              <c:pt idx="28">
                <c:v>9.4966550198312015E-4</c:v>
              </c:pt>
              <c:pt idx="29">
                <c:v>3.6932070099483392E-4</c:v>
              </c:pt>
              <c:pt idx="30">
                <c:v>1.2852324969092542E-4</c:v>
              </c:pt>
              <c:pt idx="31">
                <c:v>4.0022554301735056E-5</c:v>
              </c:pt>
              <c:pt idx="32">
                <c:v>1.1152518813740447E-5</c:v>
              </c:pt>
              <c:pt idx="33">
                <c:v>2.7809051996365353E-6</c:v>
              </c:pt>
              <c:pt idx="34">
                <c:v>6.2050382255249918E-7</c:v>
              </c:pt>
              <c:pt idx="35">
                <c:v>1.2389329289452482E-7</c:v>
              </c:pt>
              <c:pt idx="36">
                <c:v>2.2135849237682605E-8</c:v>
              </c:pt>
              <c:pt idx="37">
                <c:v>3.5390739553790719E-9</c:v>
              </c:pt>
              <c:pt idx="38">
                <c:v>5.0632357081860714E-10</c:v>
              </c:pt>
              <c:pt idx="39">
                <c:v>6.4820400567247455E-11</c:v>
              </c:pt>
              <c:pt idx="40">
                <c:v>7.4257501561267939E-12</c:v>
              </c:pt>
              <c:pt idx="41">
                <c:v>7.612267006970495E-13</c:v>
              </c:pt>
              <c:pt idx="42">
                <c:v>6.9828506084914018E-14</c:v>
              </c:pt>
              <c:pt idx="43">
                <c:v>5.7318728258890345E-15</c:v>
              </c:pt>
              <c:pt idx="44">
                <c:v>4.2102259029474103E-16</c:v>
              </c:pt>
              <c:pt idx="45">
                <c:v>2.7673195374393499E-17</c:v>
              </c:pt>
              <c:pt idx="46">
                <c:v>1.6276397109934567E-18</c:v>
              </c:pt>
              <c:pt idx="47">
                <c:v>8.5664779763907626E-20</c:v>
              </c:pt>
              <c:pt idx="48">
                <c:v>4.0345154764535762E-21</c:v>
              </c:pt>
              <c:pt idx="49">
                <c:v>1.7002998887541605E-22</c:v>
              </c:pt>
              <c:pt idx="50">
                <c:v>6.4121655222553499E-24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795F-419C-A106-8A8E3008FBEE}"/>
            </c:ext>
          </c:extLst>
        </c:ser>
        <c:ser>
          <c:idx val="2"/>
          <c:order val="2"/>
          <c:tx>
            <c:v>Componente 3</c:v>
          </c:tx>
          <c:spPr>
            <a:ln w="19050">
              <a:solidFill>
                <a:srgbClr val="D9942C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5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  <c:pt idx="31">
                <c:v>62</c:v>
              </c:pt>
              <c:pt idx="32">
                <c:v>64</c:v>
              </c:pt>
              <c:pt idx="33">
                <c:v>66</c:v>
              </c:pt>
              <c:pt idx="34">
                <c:v>68</c:v>
              </c:pt>
              <c:pt idx="35">
                <c:v>70</c:v>
              </c:pt>
              <c:pt idx="36">
                <c:v>72</c:v>
              </c:pt>
              <c:pt idx="37">
                <c:v>74</c:v>
              </c:pt>
              <c:pt idx="38">
                <c:v>76</c:v>
              </c:pt>
              <c:pt idx="39">
                <c:v>78</c:v>
              </c:pt>
              <c:pt idx="40">
                <c:v>80</c:v>
              </c:pt>
              <c:pt idx="41">
                <c:v>82</c:v>
              </c:pt>
              <c:pt idx="42">
                <c:v>84</c:v>
              </c:pt>
              <c:pt idx="43">
                <c:v>86</c:v>
              </c:pt>
              <c:pt idx="44">
                <c:v>88</c:v>
              </c:pt>
              <c:pt idx="45">
                <c:v>90</c:v>
              </c:pt>
              <c:pt idx="46">
                <c:v>92</c:v>
              </c:pt>
              <c:pt idx="47">
                <c:v>94</c:v>
              </c:pt>
              <c:pt idx="48">
                <c:v>96</c:v>
              </c:pt>
              <c:pt idx="49">
                <c:v>98</c:v>
              </c:pt>
              <c:pt idx="50">
                <c:v>100</c:v>
              </c:pt>
            </c:numLit>
          </c:cat>
          <c:val>
            <c:numLit>
              <c:formatCode>0.00</c:formatCode>
              <c:ptCount val="51"/>
              <c:pt idx="0">
                <c:v>3.5449139557135703E-19</c:v>
              </c:pt>
              <c:pt idx="1">
                <c:v>3.0623383618760819E-18</c:v>
              </c:pt>
              <c:pt idx="2">
                <c:v>2.485176545988282E-17</c:v>
              </c:pt>
              <c:pt idx="3">
                <c:v>1.8946016563263348E-16</c:v>
              </c:pt>
              <c:pt idx="4">
                <c:v>1.3568604191671943E-15</c:v>
              </c:pt>
              <c:pt idx="5">
                <c:v>9.1287019988587879E-15</c:v>
              </c:pt>
              <c:pt idx="6">
                <c:v>5.7695173146047816E-14</c:v>
              </c:pt>
              <c:pt idx="7">
                <c:v>3.4255201531367231E-13</c:v>
              </c:pt>
              <c:pt idx="8">
                <c:v>1.9106017345663815E-12</c:v>
              </c:pt>
              <c:pt idx="9">
                <c:v>1.0010837305360696E-11</c:v>
              </c:pt>
              <c:pt idx="10">
                <c:v>4.927506818084565E-11</c:v>
              </c:pt>
              <c:pt idx="11">
                <c:v>2.2784560686837323E-10</c:v>
              </c:pt>
              <c:pt idx="12">
                <c:v>9.8971620133896511E-10</c:v>
              </c:pt>
              <c:pt idx="13">
                <c:v>4.0386600159537297E-9</c:v>
              </c:pt>
              <c:pt idx="14">
                <c:v>1.5481766207362494E-8</c:v>
              </c:pt>
              <c:pt idx="15">
                <c:v>5.5751981802536168E-8</c:v>
              </c:pt>
              <c:pt idx="16">
                <c:v>1.8860652332221674E-7</c:v>
              </c:pt>
              <c:pt idx="17">
                <c:v>5.9939029150895538E-7</c:v>
              </c:pt>
              <c:pt idx="18">
                <c:v>1.7894488702951857E-6</c:v>
              </c:pt>
              <c:pt idx="19">
                <c:v>5.0186334661832011E-6</c:v>
              </c:pt>
              <c:pt idx="20">
                <c:v>1.3222338088779205E-5</c:v>
              </c:pt>
              <c:pt idx="21">
                <c:v>3.2725601064216007E-5</c:v>
              </c:pt>
              <c:pt idx="22">
                <c:v>7.6089302148741299E-5</c:v>
              </c:pt>
              <c:pt idx="23">
                <c:v>1.6619431544767527E-4</c:v>
              </c:pt>
              <c:pt idx="24">
                <c:v>3.4100859380966454E-4</c:v>
              </c:pt>
              <c:pt idx="25">
                <c:v>6.5731126850882026E-4</c:v>
              </c:pt>
              <c:pt idx="26">
                <c:v>1.1902369438375282E-3</c:v>
              </c:pt>
              <c:pt idx="27">
                <c:v>2.0246612442445522E-3</c:v>
              </c:pt>
              <c:pt idx="28">
                <c:v>3.235399455994182E-3</c:v>
              </c:pt>
              <c:pt idx="29">
                <c:v>4.8569098374709402E-3</c:v>
              </c:pt>
              <c:pt idx="30">
                <c:v>6.8493407020883213E-3</c:v>
              </c:pt>
              <c:pt idx="31">
                <c:v>9.0739021694678755E-3</c:v>
              </c:pt>
              <c:pt idx="32">
                <c:v>1.1292653705805166E-2</c:v>
              </c:pt>
              <c:pt idx="33">
                <c:v>1.3202449753661232E-2</c:v>
              </c:pt>
              <c:pt idx="34">
                <c:v>1.4500054380106847E-2</c:v>
              </c:pt>
              <c:pt idx="35">
                <c:v>1.4960335515053725E-2</c:v>
              </c:pt>
              <c:pt idx="36">
                <c:v>1.4500054380106847E-2</c:v>
              </c:pt>
              <c:pt idx="37">
                <c:v>1.3202449753661232E-2</c:v>
              </c:pt>
              <c:pt idx="38">
                <c:v>1.1292653705805166E-2</c:v>
              </c:pt>
              <c:pt idx="39">
                <c:v>9.0739021694678755E-3</c:v>
              </c:pt>
              <c:pt idx="40">
                <c:v>6.8493407020883213E-3</c:v>
              </c:pt>
              <c:pt idx="41">
                <c:v>4.8569098374709402E-3</c:v>
              </c:pt>
              <c:pt idx="42">
                <c:v>3.235399455994182E-3</c:v>
              </c:pt>
              <c:pt idx="43">
                <c:v>2.0246612442445522E-3</c:v>
              </c:pt>
              <c:pt idx="44">
                <c:v>1.1902369438375282E-3</c:v>
              </c:pt>
              <c:pt idx="45">
                <c:v>6.5731126850882026E-4</c:v>
              </c:pt>
              <c:pt idx="46">
                <c:v>3.4100859380966454E-4</c:v>
              </c:pt>
              <c:pt idx="47">
                <c:v>1.6619431544767527E-4</c:v>
              </c:pt>
              <c:pt idx="48">
                <c:v>7.6089302148741299E-5</c:v>
              </c:pt>
              <c:pt idx="49">
                <c:v>3.2725601064216007E-5</c:v>
              </c:pt>
              <c:pt idx="50">
                <c:v>1.3222338088779205E-5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2-795F-419C-A106-8A8E3008FB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GB"/>
                  <a:t>Vazão (m³/s)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GB"/>
                  <a:t>Densidade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900"/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Componente 1</c:v>
          </c:tx>
          <c:spPr>
            <a:ln w="19050">
              <a:solidFill>
                <a:srgbClr val="1678B8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5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  <c:pt idx="31">
                <c:v>62</c:v>
              </c:pt>
              <c:pt idx="32">
                <c:v>64</c:v>
              </c:pt>
              <c:pt idx="33">
                <c:v>66</c:v>
              </c:pt>
              <c:pt idx="34">
                <c:v>68</c:v>
              </c:pt>
              <c:pt idx="35">
                <c:v>70</c:v>
              </c:pt>
              <c:pt idx="36">
                <c:v>72</c:v>
              </c:pt>
              <c:pt idx="37">
                <c:v>74</c:v>
              </c:pt>
              <c:pt idx="38">
                <c:v>76</c:v>
              </c:pt>
              <c:pt idx="39">
                <c:v>78</c:v>
              </c:pt>
              <c:pt idx="40">
                <c:v>80</c:v>
              </c:pt>
              <c:pt idx="41">
                <c:v>82</c:v>
              </c:pt>
              <c:pt idx="42">
                <c:v>84</c:v>
              </c:pt>
              <c:pt idx="43">
                <c:v>86</c:v>
              </c:pt>
              <c:pt idx="44">
                <c:v>88</c:v>
              </c:pt>
              <c:pt idx="45">
                <c:v>90</c:v>
              </c:pt>
              <c:pt idx="46">
                <c:v>92</c:v>
              </c:pt>
              <c:pt idx="47">
                <c:v>94</c:v>
              </c:pt>
              <c:pt idx="48">
                <c:v>96</c:v>
              </c:pt>
              <c:pt idx="49">
                <c:v>98</c:v>
              </c:pt>
              <c:pt idx="50">
                <c:v>100</c:v>
              </c:pt>
            </c:numLit>
          </c:cat>
          <c:val>
            <c:numLit>
              <c:formatCode>0.00</c:formatCode>
              <c:ptCount val="51"/>
              <c:pt idx="0">
                <c:v>5.3532090305954157E-6</c:v>
              </c:pt>
              <c:pt idx="1">
                <c:v>2.4476077204550882E-5</c:v>
              </c:pt>
              <c:pt idx="2">
                <c:v>9.5363528058593625E-5</c:v>
              </c:pt>
              <c:pt idx="3">
                <c:v>3.1661806331919874E-4</c:v>
              </c:pt>
              <c:pt idx="4">
                <c:v>8.9578121179371614E-4</c:v>
              </c:pt>
              <c:pt idx="5">
                <c:v>2.1596386605275226E-3</c:v>
              </c:pt>
              <c:pt idx="6">
                <c:v>4.436833387178222E-3</c:v>
              </c:pt>
              <c:pt idx="7">
                <c:v>7.7674421993285201E-3</c:v>
              </c:pt>
              <c:pt idx="8">
                <c:v>1.1587662110459312E-2</c:v>
              </c:pt>
              <c:pt idx="9">
                <c:v>1.4730805612132934E-2</c:v>
              </c:pt>
              <c:pt idx="10">
                <c:v>1.595769121605731E-2</c:v>
              </c:pt>
              <c:pt idx="11">
                <c:v>1.4730805612132934E-2</c:v>
              </c:pt>
              <c:pt idx="12">
                <c:v>1.1587662110459312E-2</c:v>
              </c:pt>
              <c:pt idx="13">
                <c:v>7.7674421993285201E-3</c:v>
              </c:pt>
              <c:pt idx="14">
                <c:v>4.436833387178222E-3</c:v>
              </c:pt>
              <c:pt idx="15">
                <c:v>2.1596386605275226E-3</c:v>
              </c:pt>
              <c:pt idx="16">
                <c:v>8.9578121179371614E-4</c:v>
              </c:pt>
              <c:pt idx="17">
                <c:v>3.1661806331919874E-4</c:v>
              </c:pt>
              <c:pt idx="18">
                <c:v>9.5363528058593625E-5</c:v>
              </c:pt>
              <c:pt idx="19">
                <c:v>2.4476077204550882E-5</c:v>
              </c:pt>
              <c:pt idx="20">
                <c:v>5.3532090305954157E-6</c:v>
              </c:pt>
              <c:pt idx="21">
                <c:v>9.9769885160214149E-7</c:v>
              </c:pt>
              <c:pt idx="22">
                <c:v>1.5845196364128303E-7</c:v>
              </c:pt>
              <c:pt idx="23">
                <c:v>2.1444141378790459E-8</c:v>
              </c:pt>
              <c:pt idx="24">
                <c:v>2.4730482000663433E-9</c:v>
              </c:pt>
              <c:pt idx="25">
                <c:v>2.4303531399293147E-10</c:v>
              </c:pt>
              <c:pt idx="26">
                <c:v>2.0352561126580158E-11</c:v>
              </c:pt>
              <c:pt idx="27">
                <c:v>1.4523846007167204E-12</c:v>
              </c:pt>
              <c:pt idx="28">
                <c:v>8.8319598525485574E-14</c:v>
              </c:pt>
              <c:pt idx="29">
                <c:v>4.5766259607205482E-15</c:v>
              </c:pt>
              <c:pt idx="30">
                <c:v>2.020908433414757E-16</c:v>
              </c:pt>
              <c:pt idx="31">
                <c:v>7.6043261516318558E-18</c:v>
              </c:pt>
              <c:pt idx="32">
                <c:v>2.4383032518249673E-19</c:v>
              </c:pt>
              <c:pt idx="33">
                <c:v>6.6623521295197172E-21</c:v>
              </c:pt>
              <c:pt idx="34">
                <c:v>1.5512447726987846E-22</c:v>
              </c:pt>
              <c:pt idx="35">
                <c:v>3.0778394506825686E-24</c:v>
              </c:pt>
              <c:pt idx="36">
                <c:v>5.2038464796956517E-26</c:v>
              </c:pt>
              <c:pt idx="37">
                <c:v>7.4974896093671864E-28</c:v>
              </c:pt>
              <c:pt idx="38">
                <c:v>9.2049228353926221E-30</c:v>
              </c:pt>
              <c:pt idx="39">
                <c:v>9.6302445273572055E-32</c:v>
              </c:pt>
              <c:pt idx="40">
                <c:v>8.5855349426522428E-34</c:v>
              </c:pt>
              <c:pt idx="41">
                <c:v>6.5224429393585809E-36</c:v>
              </c:pt>
              <c:pt idx="42">
                <c:v>4.2224654009810961E-38</c:v>
              </c:pt>
              <c:pt idx="43">
                <c:v>2.3293502398946278E-40</c:v>
              </c:pt>
              <c:pt idx="44">
                <c:v>1.0950056769421234E-42</c:v>
              </c:pt>
              <c:pt idx="45">
                <c:v>4.3864262375558857E-45</c:v>
              </c:pt>
              <c:pt idx="46">
                <c:v>1.4973322319540038E-47</c:v>
              </c:pt>
              <c:pt idx="47">
                <c:v>4.3555038213108869E-50</c:v>
              </c:pt>
              <c:pt idx="48">
                <c:v>1.0796214577553156E-52</c:v>
              </c:pt>
              <c:pt idx="49">
                <c:v>2.2804339563765155E-55</c:v>
              </c:pt>
              <c:pt idx="50">
                <c:v>4.1046522911676146E-58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26FC-48D1-B066-4C329354B054}"/>
            </c:ext>
          </c:extLst>
        </c:ser>
        <c:ser>
          <c:idx val="1"/>
          <c:order val="1"/>
          <c:tx>
            <c:v>Componente 2</c:v>
          </c:tx>
          <c:spPr>
            <a:ln w="19050">
              <a:solidFill>
                <a:srgbClr val="31A67A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5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  <c:pt idx="31">
                <c:v>62</c:v>
              </c:pt>
              <c:pt idx="32">
                <c:v>64</c:v>
              </c:pt>
              <c:pt idx="33">
                <c:v>66</c:v>
              </c:pt>
              <c:pt idx="34">
                <c:v>68</c:v>
              </c:pt>
              <c:pt idx="35">
                <c:v>70</c:v>
              </c:pt>
              <c:pt idx="36">
                <c:v>72</c:v>
              </c:pt>
              <c:pt idx="37">
                <c:v>74</c:v>
              </c:pt>
              <c:pt idx="38">
                <c:v>76</c:v>
              </c:pt>
              <c:pt idx="39">
                <c:v>78</c:v>
              </c:pt>
              <c:pt idx="40">
                <c:v>80</c:v>
              </c:pt>
              <c:pt idx="41">
                <c:v>82</c:v>
              </c:pt>
              <c:pt idx="42">
                <c:v>84</c:v>
              </c:pt>
              <c:pt idx="43">
                <c:v>86</c:v>
              </c:pt>
              <c:pt idx="44">
                <c:v>88</c:v>
              </c:pt>
              <c:pt idx="45">
                <c:v>90</c:v>
              </c:pt>
              <c:pt idx="46">
                <c:v>92</c:v>
              </c:pt>
              <c:pt idx="47">
                <c:v>94</c:v>
              </c:pt>
              <c:pt idx="48">
                <c:v>96</c:v>
              </c:pt>
              <c:pt idx="49">
                <c:v>98</c:v>
              </c:pt>
              <c:pt idx="50">
                <c:v>100</c:v>
              </c:pt>
            </c:numLit>
          </c:cat>
          <c:val>
            <c:numLit>
              <c:formatCode>0.00</c:formatCode>
              <c:ptCount val="51"/>
              <c:pt idx="0">
                <c:v>7.4257501561267939E-12</c:v>
              </c:pt>
              <c:pt idx="1">
                <c:v>6.4820400567247455E-11</c:v>
              </c:pt>
              <c:pt idx="2">
                <c:v>5.0632357081860714E-10</c:v>
              </c:pt>
              <c:pt idx="3">
                <c:v>3.5390739553790719E-9</c:v>
              </c:pt>
              <c:pt idx="4">
                <c:v>2.2135849237682605E-8</c:v>
              </c:pt>
              <c:pt idx="5">
                <c:v>1.2389329289452482E-7</c:v>
              </c:pt>
              <c:pt idx="6">
                <c:v>6.2050382255249918E-7</c:v>
              </c:pt>
              <c:pt idx="7">
                <c:v>2.7809051996365353E-6</c:v>
              </c:pt>
              <c:pt idx="8">
                <c:v>1.1152518813740447E-5</c:v>
              </c:pt>
              <c:pt idx="9">
                <c:v>4.0022554301735056E-5</c:v>
              </c:pt>
              <c:pt idx="10">
                <c:v>1.2852324969092542E-4</c:v>
              </c:pt>
              <c:pt idx="11">
                <c:v>3.6932070099483392E-4</c:v>
              </c:pt>
              <c:pt idx="12">
                <c:v>9.4966550198312015E-4</c:v>
              </c:pt>
              <c:pt idx="13">
                <c:v>2.1851574244757901E-3</c:v>
              </c:pt>
              <c:pt idx="14">
                <c:v>4.4992472094323383E-3</c:v>
              </c:pt>
              <c:pt idx="15">
                <c:v>8.2897615660623893E-3</c:v>
              </c:pt>
              <c:pt idx="16">
                <c:v>1.3667506222999469E-2</c:v>
              </c:pt>
              <c:pt idx="17">
                <c:v>2.0164227043261946E-2</c:v>
              </c:pt>
              <c:pt idx="18">
                <c:v>2.6620667126862688E-2</c:v>
              </c:pt>
              <c:pt idx="19">
                <c:v>3.1448602307749429E-2</c:v>
              </c:pt>
              <c:pt idx="20">
                <c:v>3.3245190033452728E-2</c:v>
              </c:pt>
              <c:pt idx="21">
                <c:v>3.1448602307749429E-2</c:v>
              </c:pt>
              <c:pt idx="22">
                <c:v>2.6620667126862688E-2</c:v>
              </c:pt>
              <c:pt idx="23">
                <c:v>2.0164227043261946E-2</c:v>
              </c:pt>
              <c:pt idx="24">
                <c:v>1.3667506222999469E-2</c:v>
              </c:pt>
              <c:pt idx="25">
                <c:v>8.2897615660623893E-3</c:v>
              </c:pt>
              <c:pt idx="26">
                <c:v>4.4992472094323383E-3</c:v>
              </c:pt>
              <c:pt idx="27">
                <c:v>2.1851574244757901E-3</c:v>
              </c:pt>
              <c:pt idx="28">
                <c:v>9.4966550198312015E-4</c:v>
              </c:pt>
              <c:pt idx="29">
                <c:v>3.6932070099483392E-4</c:v>
              </c:pt>
              <c:pt idx="30">
                <c:v>1.2852324969092542E-4</c:v>
              </c:pt>
              <c:pt idx="31">
                <c:v>4.0022554301735056E-5</c:v>
              </c:pt>
              <c:pt idx="32">
                <c:v>1.1152518813740447E-5</c:v>
              </c:pt>
              <c:pt idx="33">
                <c:v>2.7809051996365353E-6</c:v>
              </c:pt>
              <c:pt idx="34">
                <c:v>6.2050382255249918E-7</c:v>
              </c:pt>
              <c:pt idx="35">
                <c:v>1.2389329289452482E-7</c:v>
              </c:pt>
              <c:pt idx="36">
                <c:v>2.2135849237682605E-8</c:v>
              </c:pt>
              <c:pt idx="37">
                <c:v>3.5390739553790719E-9</c:v>
              </c:pt>
              <c:pt idx="38">
                <c:v>5.0632357081860714E-10</c:v>
              </c:pt>
              <c:pt idx="39">
                <c:v>6.4820400567247455E-11</c:v>
              </c:pt>
              <c:pt idx="40">
                <c:v>7.4257501561267939E-12</c:v>
              </c:pt>
              <c:pt idx="41">
                <c:v>7.612267006970495E-13</c:v>
              </c:pt>
              <c:pt idx="42">
                <c:v>6.9828506084914018E-14</c:v>
              </c:pt>
              <c:pt idx="43">
                <c:v>5.7318728258890345E-15</c:v>
              </c:pt>
              <c:pt idx="44">
                <c:v>4.2102259029474103E-16</c:v>
              </c:pt>
              <c:pt idx="45">
                <c:v>2.7673195374393499E-17</c:v>
              </c:pt>
              <c:pt idx="46">
                <c:v>1.6276397109934567E-18</c:v>
              </c:pt>
              <c:pt idx="47">
                <c:v>8.5664779763907626E-20</c:v>
              </c:pt>
              <c:pt idx="48">
                <c:v>4.0345154764535762E-21</c:v>
              </c:pt>
              <c:pt idx="49">
                <c:v>1.7002998887541605E-22</c:v>
              </c:pt>
              <c:pt idx="50">
                <c:v>6.4121655222553499E-24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26FC-48D1-B066-4C329354B054}"/>
            </c:ext>
          </c:extLst>
        </c:ser>
        <c:ser>
          <c:idx val="2"/>
          <c:order val="2"/>
          <c:tx>
            <c:v>Componente 3</c:v>
          </c:tx>
          <c:spPr>
            <a:ln w="19050">
              <a:solidFill>
                <a:srgbClr val="D9942C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5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  <c:pt idx="31">
                <c:v>62</c:v>
              </c:pt>
              <c:pt idx="32">
                <c:v>64</c:v>
              </c:pt>
              <c:pt idx="33">
                <c:v>66</c:v>
              </c:pt>
              <c:pt idx="34">
                <c:v>68</c:v>
              </c:pt>
              <c:pt idx="35">
                <c:v>70</c:v>
              </c:pt>
              <c:pt idx="36">
                <c:v>72</c:v>
              </c:pt>
              <c:pt idx="37">
                <c:v>74</c:v>
              </c:pt>
              <c:pt idx="38">
                <c:v>76</c:v>
              </c:pt>
              <c:pt idx="39">
                <c:v>78</c:v>
              </c:pt>
              <c:pt idx="40">
                <c:v>80</c:v>
              </c:pt>
              <c:pt idx="41">
                <c:v>82</c:v>
              </c:pt>
              <c:pt idx="42">
                <c:v>84</c:v>
              </c:pt>
              <c:pt idx="43">
                <c:v>86</c:v>
              </c:pt>
              <c:pt idx="44">
                <c:v>88</c:v>
              </c:pt>
              <c:pt idx="45">
                <c:v>90</c:v>
              </c:pt>
              <c:pt idx="46">
                <c:v>92</c:v>
              </c:pt>
              <c:pt idx="47">
                <c:v>94</c:v>
              </c:pt>
              <c:pt idx="48">
                <c:v>96</c:v>
              </c:pt>
              <c:pt idx="49">
                <c:v>98</c:v>
              </c:pt>
              <c:pt idx="50">
                <c:v>100</c:v>
              </c:pt>
            </c:numLit>
          </c:cat>
          <c:val>
            <c:numLit>
              <c:formatCode>0.00</c:formatCode>
              <c:ptCount val="51"/>
              <c:pt idx="0">
                <c:v>3.5449139557135703E-19</c:v>
              </c:pt>
              <c:pt idx="1">
                <c:v>3.0623383618760819E-18</c:v>
              </c:pt>
              <c:pt idx="2">
                <c:v>2.485176545988282E-17</c:v>
              </c:pt>
              <c:pt idx="3">
                <c:v>1.8946016563263348E-16</c:v>
              </c:pt>
              <c:pt idx="4">
                <c:v>1.3568604191671943E-15</c:v>
              </c:pt>
              <c:pt idx="5">
                <c:v>9.1287019988587879E-15</c:v>
              </c:pt>
              <c:pt idx="6">
                <c:v>5.7695173146047816E-14</c:v>
              </c:pt>
              <c:pt idx="7">
                <c:v>3.4255201531367231E-13</c:v>
              </c:pt>
              <c:pt idx="8">
                <c:v>1.9106017345663815E-12</c:v>
              </c:pt>
              <c:pt idx="9">
                <c:v>1.0010837305360696E-11</c:v>
              </c:pt>
              <c:pt idx="10">
                <c:v>4.927506818084565E-11</c:v>
              </c:pt>
              <c:pt idx="11">
                <c:v>2.2784560686837323E-10</c:v>
              </c:pt>
              <c:pt idx="12">
                <c:v>9.8971620133896511E-10</c:v>
              </c:pt>
              <c:pt idx="13">
                <c:v>4.0386600159537297E-9</c:v>
              </c:pt>
              <c:pt idx="14">
                <c:v>1.5481766207362494E-8</c:v>
              </c:pt>
              <c:pt idx="15">
                <c:v>5.5751981802536168E-8</c:v>
              </c:pt>
              <c:pt idx="16">
                <c:v>1.8860652332221674E-7</c:v>
              </c:pt>
              <c:pt idx="17">
                <c:v>5.9939029150895538E-7</c:v>
              </c:pt>
              <c:pt idx="18">
                <c:v>1.7894488702951857E-6</c:v>
              </c:pt>
              <c:pt idx="19">
                <c:v>5.0186334661832011E-6</c:v>
              </c:pt>
              <c:pt idx="20">
                <c:v>1.3222338088779205E-5</c:v>
              </c:pt>
              <c:pt idx="21">
                <c:v>3.2725601064216007E-5</c:v>
              </c:pt>
              <c:pt idx="22">
                <c:v>7.6089302148741299E-5</c:v>
              </c:pt>
              <c:pt idx="23">
                <c:v>1.6619431544767527E-4</c:v>
              </c:pt>
              <c:pt idx="24">
                <c:v>3.4100859380966454E-4</c:v>
              </c:pt>
              <c:pt idx="25">
                <c:v>6.5731126850882026E-4</c:v>
              </c:pt>
              <c:pt idx="26">
                <c:v>1.1902369438375282E-3</c:v>
              </c:pt>
              <c:pt idx="27">
                <c:v>2.0246612442445522E-3</c:v>
              </c:pt>
              <c:pt idx="28">
                <c:v>3.235399455994182E-3</c:v>
              </c:pt>
              <c:pt idx="29">
                <c:v>4.8569098374709402E-3</c:v>
              </c:pt>
              <c:pt idx="30">
                <c:v>6.8493407020883213E-3</c:v>
              </c:pt>
              <c:pt idx="31">
                <c:v>9.0739021694678755E-3</c:v>
              </c:pt>
              <c:pt idx="32">
                <c:v>1.1292653705805166E-2</c:v>
              </c:pt>
              <c:pt idx="33">
                <c:v>1.3202449753661232E-2</c:v>
              </c:pt>
              <c:pt idx="34">
                <c:v>1.4500054380106847E-2</c:v>
              </c:pt>
              <c:pt idx="35">
                <c:v>1.4960335515053725E-2</c:v>
              </c:pt>
              <c:pt idx="36">
                <c:v>1.4500054380106847E-2</c:v>
              </c:pt>
              <c:pt idx="37">
                <c:v>1.3202449753661232E-2</c:v>
              </c:pt>
              <c:pt idx="38">
                <c:v>1.1292653705805166E-2</c:v>
              </c:pt>
              <c:pt idx="39">
                <c:v>9.0739021694678755E-3</c:v>
              </c:pt>
              <c:pt idx="40">
                <c:v>6.8493407020883213E-3</c:v>
              </c:pt>
              <c:pt idx="41">
                <c:v>4.8569098374709402E-3</c:v>
              </c:pt>
              <c:pt idx="42">
                <c:v>3.235399455994182E-3</c:v>
              </c:pt>
              <c:pt idx="43">
                <c:v>2.0246612442445522E-3</c:v>
              </c:pt>
              <c:pt idx="44">
                <c:v>1.1902369438375282E-3</c:v>
              </c:pt>
              <c:pt idx="45">
                <c:v>6.5731126850882026E-4</c:v>
              </c:pt>
              <c:pt idx="46">
                <c:v>3.4100859380966454E-4</c:v>
              </c:pt>
              <c:pt idx="47">
                <c:v>1.6619431544767527E-4</c:v>
              </c:pt>
              <c:pt idx="48">
                <c:v>7.6089302148741299E-5</c:v>
              </c:pt>
              <c:pt idx="49">
                <c:v>3.2725601064216007E-5</c:v>
              </c:pt>
              <c:pt idx="50">
                <c:v>1.3222338088779205E-5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2-26FC-48D1-B066-4C329354B054}"/>
            </c:ext>
          </c:extLst>
        </c:ser>
        <c:ser>
          <c:idx val="3"/>
          <c:order val="3"/>
          <c:tx>
            <c:v>Mistura</c:v>
          </c:tx>
          <c:spPr>
            <a:ln w="38100">
              <a:solidFill>
                <a:srgbClr val="4C2479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5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  <c:pt idx="31">
                <c:v>62</c:v>
              </c:pt>
              <c:pt idx="32">
                <c:v>64</c:v>
              </c:pt>
              <c:pt idx="33">
                <c:v>66</c:v>
              </c:pt>
              <c:pt idx="34">
                <c:v>68</c:v>
              </c:pt>
              <c:pt idx="35">
                <c:v>70</c:v>
              </c:pt>
              <c:pt idx="36">
                <c:v>72</c:v>
              </c:pt>
              <c:pt idx="37">
                <c:v>74</c:v>
              </c:pt>
              <c:pt idx="38">
                <c:v>76</c:v>
              </c:pt>
              <c:pt idx="39">
                <c:v>78</c:v>
              </c:pt>
              <c:pt idx="40">
                <c:v>80</c:v>
              </c:pt>
              <c:pt idx="41">
                <c:v>82</c:v>
              </c:pt>
              <c:pt idx="42">
                <c:v>84</c:v>
              </c:pt>
              <c:pt idx="43">
                <c:v>86</c:v>
              </c:pt>
              <c:pt idx="44">
                <c:v>88</c:v>
              </c:pt>
              <c:pt idx="45">
                <c:v>90</c:v>
              </c:pt>
              <c:pt idx="46">
                <c:v>92</c:v>
              </c:pt>
              <c:pt idx="47">
                <c:v>94</c:v>
              </c:pt>
              <c:pt idx="48">
                <c:v>96</c:v>
              </c:pt>
              <c:pt idx="49">
                <c:v>98</c:v>
              </c:pt>
              <c:pt idx="50">
                <c:v>100</c:v>
              </c:pt>
            </c:numLit>
          </c:cat>
          <c:val>
            <c:numLit>
              <c:formatCode>0.00</c:formatCode>
              <c:ptCount val="51"/>
              <c:pt idx="0">
                <c:v>5.3532164563459268E-6</c:v>
              </c:pt>
              <c:pt idx="1">
                <c:v>2.4476142024954511E-5</c:v>
              </c:pt>
              <c:pt idx="2">
                <c:v>9.5364034382189306E-5</c:v>
              </c:pt>
              <c:pt idx="3">
                <c:v>3.166216023933436E-4</c:v>
              </c:pt>
              <c:pt idx="4">
                <c:v>8.9580334764431072E-4</c:v>
              </c:pt>
              <c:pt idx="5">
                <c:v>2.1597625538295456E-3</c:v>
              </c:pt>
              <c:pt idx="6">
                <c:v>4.4374538910584701E-3</c:v>
              </c:pt>
              <c:pt idx="7">
                <c:v>7.7702231048707091E-3</c:v>
              </c:pt>
              <c:pt idx="8">
                <c:v>1.1598814631183655E-2</c:v>
              </c:pt>
              <c:pt idx="9">
                <c:v>1.4770828176445507E-2</c:v>
              </c:pt>
              <c:pt idx="10">
                <c:v>1.6086214515023303E-2</c:v>
              </c:pt>
              <c:pt idx="11">
                <c:v>1.5100126540973376E-2</c:v>
              </c:pt>
              <c:pt idx="12">
                <c:v>1.2537328602158634E-2</c:v>
              </c:pt>
              <c:pt idx="13">
                <c:v>9.9526036624643256E-3</c:v>
              </c:pt>
              <c:pt idx="14">
                <c:v>8.9360960783767679E-3</c:v>
              </c:pt>
              <c:pt idx="15">
                <c:v>1.0449455978571713E-2</c:v>
              </c:pt>
              <c:pt idx="16">
                <c:v>1.4563476041316508E-2</c:v>
              </c:pt>
              <c:pt idx="17">
                <c:v>2.0481444496872652E-2</c:v>
              </c:pt>
              <c:pt idx="18">
                <c:v>2.6717820103791576E-2</c:v>
              </c:pt>
              <c:pt idx="19">
                <c:v>3.1478097018420165E-2</c:v>
              </c:pt>
              <c:pt idx="20">
                <c:v>3.3263765580572105E-2</c:v>
              </c:pt>
              <c:pt idx="21">
                <c:v>3.148232560766525E-2</c:v>
              </c:pt>
              <c:pt idx="22">
                <c:v>2.6696914880975069E-2</c:v>
              </c:pt>
              <c:pt idx="23">
                <c:v>2.0330442802851002E-2</c:v>
              </c:pt>
              <c:pt idx="24">
                <c:v>1.4008517289857334E-2</c:v>
              </c:pt>
              <c:pt idx="25">
                <c:v>8.9470730776065235E-3</c:v>
              </c:pt>
              <c:pt idx="26">
                <c:v>5.6894841736224271E-3</c:v>
              </c:pt>
              <c:pt idx="27">
                <c:v>4.2098186701727269E-3</c:v>
              </c:pt>
              <c:pt idx="28">
                <c:v>4.1850649580656221E-3</c:v>
              </c:pt>
              <c:pt idx="29">
                <c:v>5.2262305384703509E-3</c:v>
              </c:pt>
              <c:pt idx="30">
                <c:v>6.9778639517794486E-3</c:v>
              </c:pt>
              <c:pt idx="31">
                <c:v>9.1139247237696178E-3</c:v>
              </c:pt>
              <c:pt idx="32">
                <c:v>1.1303806224618906E-2</c:v>
              </c:pt>
              <c:pt idx="33">
                <c:v>1.3205230658860869E-2</c:v>
              </c:pt>
              <c:pt idx="34">
                <c:v>1.45006748839294E-2</c:v>
              </c:pt>
              <c:pt idx="35">
                <c:v>1.4960459408346619E-2</c:v>
              </c:pt>
              <c:pt idx="36">
                <c:v>1.4500076515956084E-2</c:v>
              </c:pt>
              <c:pt idx="37">
                <c:v>1.3202453292735188E-2</c:v>
              </c:pt>
              <c:pt idx="38">
                <c:v>1.1292654212128737E-2</c:v>
              </c:pt>
              <c:pt idx="39">
                <c:v>9.0739022342882763E-3</c:v>
              </c:pt>
              <c:pt idx="40">
                <c:v>6.8493407095140714E-3</c:v>
              </c:pt>
              <c:pt idx="41">
                <c:v>4.8569098382321672E-3</c:v>
              </c:pt>
              <c:pt idx="42">
                <c:v>3.2353994560640107E-3</c:v>
              </c:pt>
              <c:pt idx="43">
                <c:v>2.0246612442502841E-3</c:v>
              </c:pt>
              <c:pt idx="44">
                <c:v>1.1902369438379493E-3</c:v>
              </c:pt>
              <c:pt idx="45">
                <c:v>6.5731126850884791E-4</c:v>
              </c:pt>
              <c:pt idx="46">
                <c:v>3.4100859380966616E-4</c:v>
              </c:pt>
              <c:pt idx="47">
                <c:v>1.6619431544767535E-4</c:v>
              </c:pt>
              <c:pt idx="48">
                <c:v>7.6089302148741299E-5</c:v>
              </c:pt>
              <c:pt idx="49">
                <c:v>3.2725601064216007E-5</c:v>
              </c:pt>
              <c:pt idx="50">
                <c:v>1.3222338088779205E-5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3-26FC-48D1-B066-4C329354B0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GB"/>
                  <a:t>Vazão (m³/s)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GB"/>
                  <a:t>Densidade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900"/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didático adaptado às duas referências visuais fornecidas pelo usuário. Diagramas editáveis. Os exemplos numéricos e o ensemble de chuva são sintéticos. A Jacobiana refere-se ao estado completo da LSTM, z=[c;h], para uma previsão na saída final da janela.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didático adaptado às duas referências visuais fornecidas pelo usuário. Diagramas editáveis. Os exemplos numéricos e o ensemble de chuva são sintéticos. A Jacobiana refere-se ao estado completo da LSTM, z=[c;h], para uma previsão na saída final da janela.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Dados sintéticos para fins didáticos.</a:t>
            </a:r>
          </a:p>
          <a:p>
            <a:r>
              <a:t>Gal &amp; Ghahramani (2016): https://proceedings.mlr.press/v48/gal16.html ; https://papers.neurips.cc/paper_files/paper/2016/hash/076a0c97d09cf1a0ec3e19c7f2529f2b-Abstract.html</a:t>
            </a:r>
          </a:p>
          <a:p>
            <a:r>
              <a:t>Bishop (1994), https://www.microsoft.com/en-us/research/publication/mixture-density-networks/</a:t>
            </a:r>
          </a:p>
          <a:p>
            <a:r>
              <a:t>ECMWF: https://www.ecmwf.int/en/research/modelling-and-prediction/quantifying-forecast-uncertainty ; https://www.ecmwf.int/en/forecasts/datasets/total-accumulated-precipitation</a:t>
            </a:r>
          </a:p>
          <a:p>
            <a:r>
              <a:t>Gneiting &amp; Raftery (2007): https://sites.stat.washington.edu/people/raftery/Research/PDF/Gneiting2007jasa.pdf</a:t>
            </a:r>
          </a:p>
          <a:p>
            <a:r>
              <a:t>Equações renderizadas como figuras matemáticas em alta resolução.</a:t>
            </a:r>
          </a:p>
          <a:p>
            <a:r>
              <a:t>{}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Gal &amp; Ghahramani (2016): https://proceedings.mlr.press/v48/gal16.html ; https://papers.neurips.cc/paper_files/paper/2016/hash/076a0c97d09cf1a0ec3e19c7f2529f2b-Abstract.html</a:t>
            </a:r>
          </a:p>
          <a:p>
            <a:r>
              <a:t>Bishop (1994), https://www.microsoft.com/en-us/research/publication/mixture-density-networks/</a:t>
            </a:r>
          </a:p>
          <a:p>
            <a:r>
              <a:t>ECMWF: https://www.ecmwf.int/en/research/modelling-and-prediction/quantifying-forecast-uncertainty ; https://www.ecmwf.int/en/forecasts/datasets/total-accumulated-precipitation</a:t>
            </a:r>
          </a:p>
          <a:p>
            <a:r>
              <a:t>Gneiting &amp; Raftery (2007): https://sites.stat.washington.edu/people/raftery/Research/PDF/Gneiting2007jasa.pdf</a:t>
            </a:r>
          </a:p>
          <a:p>
            <a:r>
              <a:t>Equações renderizadas como figuras matemáticas em alta resolução.</a:t>
            </a:r>
          </a:p>
          <a:p>
            <a:r>
              <a:t>{"equations":[["Memória","h_t=\\mathrm{LSTM}(X_t)"],["Saída","\\widehat Q_{t+H}=g(h_t,\\mathbf r_t)"]],"examples":["p(q\\mid X_t,\\mathbf r_t)"]}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Dados sintéticos para fins didáticos.</a:t>
            </a:r>
          </a:p>
          <a:p>
            <a:r>
              <a:t>Gal &amp; Ghahramani (2016): https://proceedings.mlr.press/v48/gal16.html ; https://papers.neurips.cc/paper_files/paper/2016/hash/076a0c97d09cf1a0ec3e19c7f2529f2b-Abstract.html</a:t>
            </a:r>
          </a:p>
          <a:p>
            <a:r>
              <a:t>Bishop (1994), https://www.microsoft.com/en-us/research/publication/mixture-density-networks/</a:t>
            </a:r>
          </a:p>
          <a:p>
            <a:r>
              <a:t>ECMWF: https://www.ecmwf.int/en/research/modelling-and-prediction/quantifying-forecast-uncertainty ; https://www.ecmwf.int/en/forecasts/datasets/total-accumulated-precipitation</a:t>
            </a:r>
          </a:p>
          <a:p>
            <a:r>
              <a:t>Gneiting &amp; Raftery (2007): https://sites.stat.washington.edu/people/raftery/Research/PDF/Gneiting2007jasa.pdf</a:t>
            </a:r>
          </a:p>
          <a:p>
            <a:r>
              <a:t>Equações renderizadas como figuras matemáticas em alta resolução.</a:t>
            </a:r>
          </a:p>
          <a:p>
            <a:r>
              <a:t>{}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didático adaptado às duas referências visuais fornecidas pelo usuário. Diagramas editáveis. Os exemplos numéricos e o ensemble de chuva são sintéticos. A Jacobiana refere-se ao estado completo da LSTM, z=[c;h], para uma previsão na saída final da janela.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3868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didático adaptado às duas referências visuais fornecidas pelo usuário. Diagramas editáveis. Os exemplos numéricos e o ensemble de chuva são sintéticos. A Jacobiana refere-se ao estado completo da LSTM, z=[c;h], para uma previsão na saída final da janela.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Figura fornecida pelo docente. Fonte bibliográfica não indicada no arquivo recebido.</a:t>
            </a:r>
          </a:p>
          <a:p>
            <a:r>
              <a:t>Gal &amp; Ghahramani (2016): https://proceedings.mlr.press/v48/gal16.html ; https://papers.neurips.cc/paper_files/paper/2016/hash/076a0c97d09cf1a0ec3e19c7f2529f2b-Abstract.html</a:t>
            </a:r>
          </a:p>
          <a:p>
            <a:r>
              <a:t>Bishop (1994), https://www.microsoft.com/en-us/research/publication/mixture-density-networks/</a:t>
            </a:r>
          </a:p>
          <a:p>
            <a:r>
              <a:t>ECMWF: https://www.ecmwf.int/en/research/modelling-and-prediction/quantifying-forecast-uncertainty ; https://www.ecmwf.int/en/forecasts/datasets/total-accumulated-precipitation</a:t>
            </a:r>
          </a:p>
          <a:p>
            <a:r>
              <a:t>Gneiting &amp; Raftery (2007): https://sites.stat.washington.edu/people/raftery/Research/PDF/Gneiting2007jasa.pdf</a:t>
            </a:r>
          </a:p>
          <a:p>
            <a:r>
              <a:t>Equações renderizadas como figuras matemáticas em alta resolução.</a:t>
            </a:r>
          </a:p>
          <a:p>
            <a:r>
              <a:t>{}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3DAFF-25A1-01CB-C2E8-868E0ABEB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5B781-2498-6F5F-4534-238FF0210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C8B61-EA29-5898-F8DD-CE8572163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70178-F6CA-E1A8-05E9-B28CF762F91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4898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A6F7760-DE75-4A08-B2D0-D4AE92058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3BE5248-E54F-4DD7-88D6-6167E0D89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2C391D8-2004-405B-A7D2-52CF72E28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3BB7909-EE0E-4938-9962-FDB915125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A5D4A90F-7424-4F8E-A43A-DF386997E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A793E6B-BD81-467B-90F7-482C56FF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BB0CAF3-371E-4DE9-A366-3BD1DE9C3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DA1861FB-67B5-4975-8338-C903C5AFF64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CE346D-42DD-4B7E-976F-0153C7B87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E2FA324-5A30-4944-9C40-7728F1891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1024492-5928-4EB3-9D02-D856A714D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98505C6-2114-4FD1-A15A-B7F5A01C7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C09EF49-3314-4495-96DA-B71974D95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390D271-CE70-400F-8581-423742FFA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58A920B-A8EF-4775-83C2-0533809D1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97687A9-F3B1-452C-841A-CCB0AA515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24DFA7C-BD8A-435A-ACFD-4137FAB5F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CDC014B-1AD1-4E9C-B8E7-0A6754D1514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EC69DB-9F4E-48C0-915D-8E74A7FD0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A7A1B4C-09CD-4E8A-8971-347F36289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14915DF-B9CB-4065-BD1F-39686D536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5E3686F-EDE8-488E-BBC3-78C721746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4F6289C-6B94-4680-9108-55E771FD4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9ABACA-7713-450D-8E6D-88F313D68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A378E46-DBFE-468B-8E98-53C4555CA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8F37F58-0235-4EAA-A4D5-3F08F3A03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873486F-0361-4B94-8A0D-CD9B01823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BC5FCC9F-70D7-4082-B151-486FCF95965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9B34717-4D8F-443E-865A-6B7BA8482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A47074B-B337-4FAE-A6D0-62FC4FCCE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90001" r:id="rId1"/>
    <p:sldLayoutId id="2147490002" r:id="rId2"/>
    <p:sldLayoutId id="2147490003" r:id="rId3"/>
    <p:sldLayoutId id="2147490004" r:id="rId4"/>
    <p:sldLayoutId id="2147490005" r:id="rId5"/>
    <p:sldLayoutId id="214749000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chart" Target="../charts/chart3.xml"/><Relationship Id="rId9" Type="http://schemas.openxmlformats.org/officeDocument/2006/relationships/chart" Target="../charts/char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FD56AC6-CBE1-45BA-9569-D8F572F06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05625" y="0"/>
            <a:ext cx="51435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2762897-43F5-4F4D-AA68-0BC0ACEB070E}"/>
              </a:ext>
            </a:extLst>
          </p:cNvPr>
          <p:cNvSpPr>
            <a:spLocks noGrp="1"/>
          </p:cNvSpPr>
          <p:nvPr/>
        </p:nvSpPr>
        <p:spPr>
          <a:xfrm>
            <a:off x="6667500" y="0"/>
            <a:ext cx="76200" cy="6858000"/>
          </a:xfrm>
          <a:prstGeom prst="rect">
            <a:avLst/>
          </a:prstGeom>
          <a:solidFill>
            <a:srgbClr val="64DDF5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6E0745-0469-40BA-B1EB-45A4EB0BBED1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64DDF5"/>
                </a:solidFill>
              </a:defRPr>
            </a:defPPr>
            <a:lvl1pPr>
              <a:defRPr sz="1200" b="1">
                <a:solidFill>
                  <a:srgbClr val="64DDF5"/>
                </a:solidFill>
              </a:defRPr>
            </a:lvl1pPr>
            <a:lvl2pPr>
              <a:defRPr sz="1200" b="1">
                <a:solidFill>
                  <a:srgbClr val="64DDF5"/>
                </a:solidFill>
              </a:defRPr>
            </a:lvl2pPr>
            <a:lvl3pPr>
              <a:defRPr sz="1200" b="1">
                <a:solidFill>
                  <a:srgbClr val="64DDF5"/>
                </a:solidFill>
              </a:defRPr>
            </a:lvl3pPr>
            <a:lvl4pPr>
              <a:defRPr sz="1200" b="1">
                <a:solidFill>
                  <a:srgbClr val="64DDF5"/>
                </a:solidFill>
              </a:defRPr>
            </a:lvl4pPr>
            <a:lvl5pPr>
              <a:defRPr sz="1200" b="1">
                <a:solidFill>
                  <a:srgbClr val="64DDF5"/>
                </a:solidFill>
              </a:defRPr>
            </a:lvl5pPr>
            <a:lvl6pPr>
              <a:defRPr sz="1200" b="1">
                <a:solidFill>
                  <a:srgbClr val="64DDF5"/>
                </a:solidFill>
              </a:defRPr>
            </a:lvl6pPr>
            <a:lvl7pPr>
              <a:defRPr sz="1200" b="1">
                <a:solidFill>
                  <a:srgbClr val="64DDF5"/>
                </a:solidFill>
              </a:defRPr>
            </a:lvl7pPr>
            <a:lvl8pPr>
              <a:defRPr sz="1200" b="1">
                <a:solidFill>
                  <a:srgbClr val="64DDF5"/>
                </a:solidFill>
              </a:defRPr>
            </a:lvl8pPr>
            <a:lvl9pPr>
              <a:defRPr sz="1200" b="1">
                <a:solidFill>
                  <a:srgbClr val="64DDF5"/>
                </a:solidFill>
              </a:defRPr>
            </a:lvl9pPr>
          </a:lstStyle>
          <a:p>
            <a:pPr>
              <a:defRPr sz="1200" b="1">
                <a:solidFill>
                  <a:srgbClr val="64DDF5"/>
                </a:solidFill>
              </a:defRPr>
            </a:pPr>
            <a:r>
              <a:rPr sz="1200" b="1">
                <a:solidFill>
                  <a:srgbClr val="64DDF5"/>
                </a:solidFill>
              </a:rPr>
              <a:t>HYDRO-UAI  •  EPAGRI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F467E5-346B-4A0F-86B9-6D46E28B9B63}"/>
              </a:ext>
            </a:extLst>
          </p:cNvPr>
          <p:cNvSpPr>
            <a:spLocks noGrp="1"/>
          </p:cNvSpPr>
          <p:nvPr/>
        </p:nvSpPr>
        <p:spPr>
          <a:xfrm>
            <a:off x="514350" y="1752600"/>
            <a:ext cx="590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4050" b="1">
                <a:solidFill>
                  <a:srgbClr val="F4F8FF"/>
                </a:solidFill>
              </a:defRPr>
            </a:defPPr>
            <a:lvl1pPr>
              <a:defRPr sz="4050" b="1">
                <a:solidFill>
                  <a:srgbClr val="F4F8FF"/>
                </a:solidFill>
              </a:defRPr>
            </a:lvl1pPr>
            <a:lvl2pPr>
              <a:defRPr sz="4050" b="1">
                <a:solidFill>
                  <a:srgbClr val="F4F8FF"/>
                </a:solidFill>
              </a:defRPr>
            </a:lvl2pPr>
            <a:lvl3pPr>
              <a:defRPr sz="4050" b="1">
                <a:solidFill>
                  <a:srgbClr val="F4F8FF"/>
                </a:solidFill>
              </a:defRPr>
            </a:lvl3pPr>
            <a:lvl4pPr>
              <a:defRPr sz="4050" b="1">
                <a:solidFill>
                  <a:srgbClr val="F4F8FF"/>
                </a:solidFill>
              </a:defRPr>
            </a:lvl4pPr>
            <a:lvl5pPr>
              <a:defRPr sz="4050" b="1">
                <a:solidFill>
                  <a:srgbClr val="F4F8FF"/>
                </a:solidFill>
              </a:defRPr>
            </a:lvl5pPr>
            <a:lvl6pPr>
              <a:defRPr sz="4050" b="1">
                <a:solidFill>
                  <a:srgbClr val="F4F8FF"/>
                </a:solidFill>
              </a:defRPr>
            </a:lvl6pPr>
            <a:lvl7pPr>
              <a:defRPr sz="4050" b="1">
                <a:solidFill>
                  <a:srgbClr val="F4F8FF"/>
                </a:solidFill>
              </a:defRPr>
            </a:lvl7pPr>
            <a:lvl8pPr>
              <a:defRPr sz="4050" b="1">
                <a:solidFill>
                  <a:srgbClr val="F4F8FF"/>
                </a:solidFill>
              </a:defRPr>
            </a:lvl8pPr>
            <a:lvl9pPr>
              <a:defRPr sz="4050" b="1">
                <a:solidFill>
                  <a:srgbClr val="F4F8FF"/>
                </a:solidFill>
              </a:defRPr>
            </a:lvl9pPr>
          </a:lstStyle>
          <a:p>
            <a:pPr>
              <a:defRPr sz="4050" b="1">
                <a:solidFill>
                  <a:srgbClr val="F4F8FF"/>
                </a:solidFill>
              </a:defRPr>
            </a:pPr>
            <a:r>
              <a:rPr sz="4050" b="1">
                <a:solidFill>
                  <a:srgbClr val="F4F8FF"/>
                </a:solidFill>
              </a:rPr>
              <a:t>Curso Epagri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E12ABE-586A-4EAC-B70C-3B3339F8FFA4}"/>
              </a:ext>
            </a:extLst>
          </p:cNvPr>
          <p:cNvSpPr>
            <a:spLocks noGrp="1"/>
          </p:cNvSpPr>
          <p:nvPr/>
        </p:nvSpPr>
        <p:spPr>
          <a:xfrm>
            <a:off x="514350" y="2419350"/>
            <a:ext cx="59055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5850" b="1">
                <a:solidFill>
                  <a:srgbClr val="64DDF5"/>
                </a:solidFill>
              </a:defRPr>
            </a:defPPr>
            <a:lvl1pPr>
              <a:defRPr sz="5850" b="1">
                <a:solidFill>
                  <a:srgbClr val="64DDF5"/>
                </a:solidFill>
              </a:defRPr>
            </a:lvl1pPr>
            <a:lvl2pPr>
              <a:defRPr sz="5850" b="1">
                <a:solidFill>
                  <a:srgbClr val="64DDF5"/>
                </a:solidFill>
              </a:defRPr>
            </a:lvl2pPr>
            <a:lvl3pPr>
              <a:defRPr sz="5850" b="1">
                <a:solidFill>
                  <a:srgbClr val="64DDF5"/>
                </a:solidFill>
              </a:defRPr>
            </a:lvl3pPr>
            <a:lvl4pPr>
              <a:defRPr sz="5850" b="1">
                <a:solidFill>
                  <a:srgbClr val="64DDF5"/>
                </a:solidFill>
              </a:defRPr>
            </a:lvl4pPr>
            <a:lvl5pPr>
              <a:defRPr sz="5850" b="1">
                <a:solidFill>
                  <a:srgbClr val="64DDF5"/>
                </a:solidFill>
              </a:defRPr>
            </a:lvl5pPr>
            <a:lvl6pPr>
              <a:defRPr sz="5850" b="1">
                <a:solidFill>
                  <a:srgbClr val="64DDF5"/>
                </a:solidFill>
              </a:defRPr>
            </a:lvl6pPr>
            <a:lvl7pPr>
              <a:defRPr sz="5850" b="1">
                <a:solidFill>
                  <a:srgbClr val="64DDF5"/>
                </a:solidFill>
              </a:defRPr>
            </a:lvl7pPr>
            <a:lvl8pPr>
              <a:defRPr sz="5850" b="1">
                <a:solidFill>
                  <a:srgbClr val="64DDF5"/>
                </a:solidFill>
              </a:defRPr>
            </a:lvl8pPr>
            <a:lvl9pPr>
              <a:defRPr sz="5850" b="1">
                <a:solidFill>
                  <a:srgbClr val="64DDF5"/>
                </a:solidFill>
              </a:defRPr>
            </a:lvl9pPr>
          </a:lstStyle>
          <a:p>
            <a:pPr>
              <a:defRPr sz="5850" b="1">
                <a:solidFill>
                  <a:srgbClr val="64DDF5"/>
                </a:solidFill>
              </a:defRPr>
            </a:pPr>
            <a:r>
              <a:rPr sz="5850" b="1">
                <a:solidFill>
                  <a:srgbClr val="64DDF5"/>
                </a:solidFill>
              </a:rPr>
              <a:t>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127077-0F9F-4A13-9B48-6ABCD2EF3D75}"/>
              </a:ext>
            </a:extLst>
          </p:cNvPr>
          <p:cNvSpPr>
            <a:spLocks noGrp="1"/>
          </p:cNvSpPr>
          <p:nvPr/>
        </p:nvSpPr>
        <p:spPr>
          <a:xfrm>
            <a:off x="552450" y="3486150"/>
            <a:ext cx="952500" cy="47625"/>
          </a:xfrm>
          <a:prstGeom prst="rect">
            <a:avLst/>
          </a:prstGeom>
          <a:solidFill>
            <a:srgbClr val="54DDC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F62E03-85C4-495E-B530-C8E92D063308}"/>
              </a:ext>
            </a:extLst>
          </p:cNvPr>
          <p:cNvSpPr>
            <a:spLocks noGrp="1"/>
          </p:cNvSpPr>
          <p:nvPr/>
        </p:nvSpPr>
        <p:spPr>
          <a:xfrm>
            <a:off x="552450" y="3771900"/>
            <a:ext cx="5953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F4F8FF"/>
                </a:solidFill>
              </a:defRPr>
            </a:defPPr>
            <a:lvl1pPr>
              <a:defRPr sz="2100" b="1">
                <a:solidFill>
                  <a:srgbClr val="F4F8FF"/>
                </a:solidFill>
              </a:defRPr>
            </a:lvl1pPr>
            <a:lvl2pPr>
              <a:defRPr sz="2100" b="1">
                <a:solidFill>
                  <a:srgbClr val="F4F8FF"/>
                </a:solidFill>
              </a:defRPr>
            </a:lvl2pPr>
            <a:lvl3pPr>
              <a:defRPr sz="2100" b="1">
                <a:solidFill>
                  <a:srgbClr val="F4F8FF"/>
                </a:solidFill>
              </a:defRPr>
            </a:lvl3pPr>
            <a:lvl4pPr>
              <a:defRPr sz="2100" b="1">
                <a:solidFill>
                  <a:srgbClr val="F4F8FF"/>
                </a:solidFill>
              </a:defRPr>
            </a:lvl4pPr>
            <a:lvl5pPr>
              <a:defRPr sz="2100" b="1">
                <a:solidFill>
                  <a:srgbClr val="F4F8FF"/>
                </a:solidFill>
              </a:defRPr>
            </a:lvl5pPr>
            <a:lvl6pPr>
              <a:defRPr sz="2100" b="1">
                <a:solidFill>
                  <a:srgbClr val="F4F8FF"/>
                </a:solidFill>
              </a:defRPr>
            </a:lvl6pPr>
            <a:lvl7pPr>
              <a:defRPr sz="2100" b="1">
                <a:solidFill>
                  <a:srgbClr val="F4F8FF"/>
                </a:solidFill>
              </a:defRPr>
            </a:lvl7pPr>
            <a:lvl8pPr>
              <a:defRPr sz="2100" b="1">
                <a:solidFill>
                  <a:srgbClr val="F4F8FF"/>
                </a:solidFill>
              </a:defRPr>
            </a:lvl8pPr>
            <a:lvl9pPr>
              <a:defRPr sz="2100" b="1">
                <a:solidFill>
                  <a:srgbClr val="F4F8FF"/>
                </a:solidFill>
              </a:defRPr>
            </a:lvl9pPr>
          </a:lstStyle>
          <a:p>
            <a:pPr>
              <a:defRPr sz="2100" b="1">
                <a:solidFill>
                  <a:srgbClr val="F4F8FF"/>
                </a:solidFill>
              </a:defRPr>
            </a:pPr>
            <a:r>
              <a:rPr sz="2100" b="1">
                <a:solidFill>
                  <a:srgbClr val="F4F8FF"/>
                </a:solidFill>
              </a:rPr>
              <a:t>CHUVA FUTURA E INCERTEZA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7C6F1D-B316-43C9-A716-69F101473AA0}"/>
              </a:ext>
            </a:extLst>
          </p:cNvPr>
          <p:cNvSpPr>
            <a:spLocks noGrp="1"/>
          </p:cNvSpPr>
          <p:nvPr/>
        </p:nvSpPr>
        <p:spPr>
          <a:xfrm>
            <a:off x="552450" y="4267200"/>
            <a:ext cx="5762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0">
                <a:solidFill>
                  <a:srgbClr val="A5BDCD"/>
                </a:solidFill>
              </a:defRPr>
            </a:defPPr>
            <a:lvl1pPr>
              <a:defRPr sz="1875" b="0">
                <a:solidFill>
                  <a:srgbClr val="A5BDCD"/>
                </a:solidFill>
              </a:defRPr>
            </a:lvl1pPr>
            <a:lvl2pPr>
              <a:defRPr sz="1875" b="0">
                <a:solidFill>
                  <a:srgbClr val="A5BDCD"/>
                </a:solidFill>
              </a:defRPr>
            </a:lvl2pPr>
            <a:lvl3pPr>
              <a:defRPr sz="1875" b="0">
                <a:solidFill>
                  <a:srgbClr val="A5BDCD"/>
                </a:solidFill>
              </a:defRPr>
            </a:lvl3pPr>
            <a:lvl4pPr>
              <a:defRPr sz="1875" b="0">
                <a:solidFill>
                  <a:srgbClr val="A5BDCD"/>
                </a:solidFill>
              </a:defRPr>
            </a:lvl4pPr>
            <a:lvl5pPr>
              <a:defRPr sz="1875" b="0">
                <a:solidFill>
                  <a:srgbClr val="A5BDCD"/>
                </a:solidFill>
              </a:defRPr>
            </a:lvl5pPr>
            <a:lvl6pPr>
              <a:defRPr sz="1875" b="0">
                <a:solidFill>
                  <a:srgbClr val="A5BDCD"/>
                </a:solidFill>
              </a:defRPr>
            </a:lvl6pPr>
            <a:lvl7pPr>
              <a:defRPr sz="1875" b="0">
                <a:solidFill>
                  <a:srgbClr val="A5BDCD"/>
                </a:solidFill>
              </a:defRPr>
            </a:lvl7pPr>
            <a:lvl8pPr>
              <a:defRPr sz="1875" b="0">
                <a:solidFill>
                  <a:srgbClr val="A5BDCD"/>
                </a:solidFill>
              </a:defRPr>
            </a:lvl8pPr>
            <a:lvl9pPr>
              <a:defRPr sz="1875" b="0">
                <a:solidFill>
                  <a:srgbClr val="A5BDCD"/>
                </a:solidFill>
              </a:defRPr>
            </a:lvl9pPr>
          </a:lstStyle>
          <a:p>
            <a:pPr>
              <a:defRPr sz="1875" b="0">
                <a:solidFill>
                  <a:srgbClr val="A5BDCD"/>
                </a:solidFill>
              </a:defRPr>
            </a:pPr>
            <a:r>
              <a:rPr sz="1875" b="0">
                <a:solidFill>
                  <a:srgbClr val="A5BDCD"/>
                </a:solidFill>
              </a:rPr>
              <a:t>Previsão de vazão com LSTM</a:t>
            </a:r>
          </a:p>
          <a:p>
            <a:pPr>
              <a:defRPr sz="1875" b="0">
                <a:solidFill>
                  <a:srgbClr val="A5BDCD"/>
                </a:solidFill>
              </a:defRPr>
            </a:pPr>
            <a:r>
              <a:rPr sz="1875" b="0">
                <a:solidFill>
                  <a:srgbClr val="A5BDCD"/>
                </a:solidFill>
              </a:rPr>
              <a:t>determinística e probabilística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F1BACB-2416-4DBE-A53B-F6115DB12A55}"/>
              </a:ext>
            </a:extLst>
          </p:cNvPr>
          <p:cNvSpPr>
            <a:spLocks noGrp="1"/>
          </p:cNvSpPr>
          <p:nvPr/>
        </p:nvSpPr>
        <p:spPr>
          <a:xfrm>
            <a:off x="552450" y="5505450"/>
            <a:ext cx="581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F4F8FF"/>
                </a:solidFill>
              </a:defRPr>
            </a:defPPr>
            <a:lvl1pPr>
              <a:defRPr sz="1350" b="0">
                <a:solidFill>
                  <a:srgbClr val="F4F8FF"/>
                </a:solidFill>
              </a:defRPr>
            </a:lvl1pPr>
            <a:lvl2pPr>
              <a:defRPr sz="1350" b="0">
                <a:solidFill>
                  <a:srgbClr val="F4F8FF"/>
                </a:solidFill>
              </a:defRPr>
            </a:lvl2pPr>
            <a:lvl3pPr>
              <a:defRPr sz="1350" b="0">
                <a:solidFill>
                  <a:srgbClr val="F4F8FF"/>
                </a:solidFill>
              </a:defRPr>
            </a:lvl3pPr>
            <a:lvl4pPr>
              <a:defRPr sz="1350" b="0">
                <a:solidFill>
                  <a:srgbClr val="F4F8FF"/>
                </a:solidFill>
              </a:defRPr>
            </a:lvl4pPr>
            <a:lvl5pPr>
              <a:defRPr sz="1350" b="0">
                <a:solidFill>
                  <a:srgbClr val="F4F8FF"/>
                </a:solidFill>
              </a:defRPr>
            </a:lvl5pPr>
            <a:lvl6pPr>
              <a:defRPr sz="1350" b="0">
                <a:solidFill>
                  <a:srgbClr val="F4F8FF"/>
                </a:solidFill>
              </a:defRPr>
            </a:lvl6pPr>
            <a:lvl7pPr>
              <a:defRPr sz="1350" b="0">
                <a:solidFill>
                  <a:srgbClr val="F4F8FF"/>
                </a:solidFill>
              </a:defRPr>
            </a:lvl7pPr>
            <a:lvl8pPr>
              <a:defRPr sz="1350" b="0">
                <a:solidFill>
                  <a:srgbClr val="F4F8FF"/>
                </a:solidFill>
              </a:defRPr>
            </a:lvl8pPr>
            <a:lvl9pPr>
              <a:defRPr sz="1350" b="0">
                <a:solidFill>
                  <a:srgbClr val="F4F8FF"/>
                </a:solidFill>
              </a:defRPr>
            </a:lvl9pPr>
          </a:lstStyle>
          <a:p>
            <a:pPr>
              <a:defRPr sz="1350" b="0">
                <a:solidFill>
                  <a:srgbClr val="F4F8FF"/>
                </a:solidFill>
              </a:defRPr>
            </a:pPr>
            <a:r>
              <a:rPr sz="1350" b="0">
                <a:solidFill>
                  <a:srgbClr val="F4F8FF"/>
                </a:solidFill>
              </a:rPr>
              <a:t>André Ferreira Rodrigues  •  Bruno Melo Brentan</a:t>
            </a:r>
          </a:p>
          <a:p>
            <a:pPr>
              <a:defRPr sz="1350" b="0">
                <a:solidFill>
                  <a:srgbClr val="F4F8FF"/>
                </a:solidFill>
              </a:defRPr>
            </a:pPr>
            <a:r>
              <a:rPr sz="1350" b="0">
                <a:solidFill>
                  <a:srgbClr val="F4F8FF"/>
                </a:solidFill>
              </a:rPr>
              <a:t>Rodrigo Perdigão Bezerra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53ACE7-FBB8-4A74-94EA-88A479826666}"/>
              </a:ext>
            </a:extLst>
          </p:cNvPr>
          <p:cNvSpPr>
            <a:spLocks noGrp="1"/>
          </p:cNvSpPr>
          <p:nvPr/>
        </p:nvSpPr>
        <p:spPr>
          <a:xfrm>
            <a:off x="5429250" y="6429375"/>
            <a:ext cx="114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 b="1">
                <a:solidFill>
                  <a:srgbClr val="54DDCB"/>
                </a:solidFill>
              </a:defRPr>
            </a:defPPr>
            <a:lvl1pPr>
              <a:defRPr sz="1050" b="1">
                <a:solidFill>
                  <a:srgbClr val="54DDCB"/>
                </a:solidFill>
              </a:defRPr>
            </a:lvl1pPr>
            <a:lvl2pPr>
              <a:defRPr sz="1050" b="1">
                <a:solidFill>
                  <a:srgbClr val="54DDCB"/>
                </a:solidFill>
              </a:defRPr>
            </a:lvl2pPr>
            <a:lvl3pPr>
              <a:defRPr sz="1050" b="1">
                <a:solidFill>
                  <a:srgbClr val="54DDCB"/>
                </a:solidFill>
              </a:defRPr>
            </a:lvl3pPr>
            <a:lvl4pPr>
              <a:defRPr sz="1050" b="1">
                <a:solidFill>
                  <a:srgbClr val="54DDCB"/>
                </a:solidFill>
              </a:defRPr>
            </a:lvl4pPr>
            <a:lvl5pPr>
              <a:defRPr sz="1050" b="1">
                <a:solidFill>
                  <a:srgbClr val="54DDCB"/>
                </a:solidFill>
              </a:defRPr>
            </a:lvl5pPr>
            <a:lvl6pPr>
              <a:defRPr sz="1050" b="1">
                <a:solidFill>
                  <a:srgbClr val="54DDCB"/>
                </a:solidFill>
              </a:defRPr>
            </a:lvl6pPr>
            <a:lvl7pPr>
              <a:defRPr sz="1050" b="1">
                <a:solidFill>
                  <a:srgbClr val="54DDCB"/>
                </a:solidFill>
              </a:defRPr>
            </a:lvl7pPr>
            <a:lvl8pPr>
              <a:defRPr sz="1050" b="1">
                <a:solidFill>
                  <a:srgbClr val="54DDCB"/>
                </a:solidFill>
              </a:defRPr>
            </a:lvl8pPr>
            <a:lvl9pPr>
              <a:defRPr sz="1050" b="1">
                <a:solidFill>
                  <a:srgbClr val="54DDCB"/>
                </a:solidFill>
              </a:defRPr>
            </a:lvl9pPr>
          </a:lstStyle>
          <a:p>
            <a:pPr>
              <a:defRPr sz="1050" b="1">
                <a:solidFill>
                  <a:srgbClr val="54DDCB"/>
                </a:solidFill>
              </a:defRPr>
            </a:pPr>
            <a:r>
              <a:rPr sz="1050" b="1">
                <a:solidFill>
                  <a:srgbClr val="54DDCB"/>
                </a:solidFill>
              </a:rPr>
              <a:t>AULA 05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692A63-91E8-4940-B108-884C9560B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52450" y="6194996"/>
            <a:ext cx="590550" cy="56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999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451D80-63AF-4561-9CAF-FCA746B6AA17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 b="1">
                <a:solidFill>
                  <a:srgbClr val="64DDF5"/>
                </a:solidFill>
              </a:defRPr>
            </a:defPPr>
            <a:lvl1pPr>
              <a:defRPr sz="1050" b="1">
                <a:solidFill>
                  <a:srgbClr val="64DDF5"/>
                </a:solidFill>
              </a:defRPr>
            </a:lvl1pPr>
            <a:lvl2pPr>
              <a:defRPr sz="1050" b="1">
                <a:solidFill>
                  <a:srgbClr val="64DDF5"/>
                </a:solidFill>
              </a:defRPr>
            </a:lvl2pPr>
            <a:lvl3pPr>
              <a:defRPr sz="1050" b="1">
                <a:solidFill>
                  <a:srgbClr val="64DDF5"/>
                </a:solidFill>
              </a:defRPr>
            </a:lvl3pPr>
            <a:lvl4pPr>
              <a:defRPr sz="1050" b="1">
                <a:solidFill>
                  <a:srgbClr val="64DDF5"/>
                </a:solidFill>
              </a:defRPr>
            </a:lvl4pPr>
            <a:lvl5pPr>
              <a:defRPr sz="1050" b="1">
                <a:solidFill>
                  <a:srgbClr val="64DDF5"/>
                </a:solidFill>
              </a:defRPr>
            </a:lvl5pPr>
            <a:lvl6pPr>
              <a:defRPr sz="1050" b="1">
                <a:solidFill>
                  <a:srgbClr val="64DDF5"/>
                </a:solidFill>
              </a:defRPr>
            </a:lvl6pPr>
            <a:lvl7pPr>
              <a:defRPr sz="1050" b="1">
                <a:solidFill>
                  <a:srgbClr val="64DDF5"/>
                </a:solidFill>
              </a:defRPr>
            </a:lvl7pPr>
            <a:lvl8pPr>
              <a:defRPr sz="1050" b="1">
                <a:solidFill>
                  <a:srgbClr val="64DDF5"/>
                </a:solidFill>
              </a:defRPr>
            </a:lvl8pPr>
            <a:lvl9pPr>
              <a:defRPr sz="1050" b="1">
                <a:solidFill>
                  <a:srgbClr val="64DDF5"/>
                </a:solidFill>
              </a:defRPr>
            </a:lvl9pPr>
          </a:lstStyle>
          <a:p>
            <a:pPr>
              <a:defRPr sz="1050" b="1">
                <a:solidFill>
                  <a:srgbClr val="64DDF5"/>
                </a:solidFill>
              </a:defRPr>
            </a:pPr>
            <a:r>
              <a:rPr sz="1050" b="1">
                <a:solidFill>
                  <a:srgbClr val="64DDF5"/>
                </a:solidFill>
              </a:rPr>
              <a:t>CURSO EPAGRI 2026 / HYDRO-UAI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703A7F-85F8-4FEE-9371-BB0CC567770B}"/>
              </a:ext>
            </a:extLst>
          </p:cNvPr>
          <p:cNvSpPr>
            <a:spLocks noGrp="1"/>
          </p:cNvSpPr>
          <p:nvPr/>
        </p:nvSpPr>
        <p:spPr>
          <a:xfrm>
            <a:off x="8286750" y="209550"/>
            <a:ext cx="3476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75" b="1">
                <a:solidFill>
                  <a:srgbClr val="A5BDCD"/>
                </a:solidFill>
              </a:defRPr>
            </a:defPPr>
            <a:lvl1pPr>
              <a:defRPr sz="975" b="1">
                <a:solidFill>
                  <a:srgbClr val="A5BDCD"/>
                </a:solidFill>
              </a:defRPr>
            </a:lvl1pPr>
            <a:lvl2pPr>
              <a:defRPr sz="975" b="1">
                <a:solidFill>
                  <a:srgbClr val="A5BDCD"/>
                </a:solidFill>
              </a:defRPr>
            </a:lvl2pPr>
            <a:lvl3pPr>
              <a:defRPr sz="975" b="1">
                <a:solidFill>
                  <a:srgbClr val="A5BDCD"/>
                </a:solidFill>
              </a:defRPr>
            </a:lvl3pPr>
            <a:lvl4pPr>
              <a:defRPr sz="975" b="1">
                <a:solidFill>
                  <a:srgbClr val="A5BDCD"/>
                </a:solidFill>
              </a:defRPr>
            </a:lvl4pPr>
            <a:lvl5pPr>
              <a:defRPr sz="975" b="1">
                <a:solidFill>
                  <a:srgbClr val="A5BDCD"/>
                </a:solidFill>
              </a:defRPr>
            </a:lvl5pPr>
            <a:lvl6pPr>
              <a:defRPr sz="975" b="1">
                <a:solidFill>
                  <a:srgbClr val="A5BDCD"/>
                </a:solidFill>
              </a:defRPr>
            </a:lvl6pPr>
            <a:lvl7pPr>
              <a:defRPr sz="975" b="1">
                <a:solidFill>
                  <a:srgbClr val="A5BDCD"/>
                </a:solidFill>
              </a:defRPr>
            </a:lvl7pPr>
            <a:lvl8pPr>
              <a:defRPr sz="975" b="1">
                <a:solidFill>
                  <a:srgbClr val="A5BDCD"/>
                </a:solidFill>
              </a:defRPr>
            </a:lvl8pPr>
            <a:lvl9pPr>
              <a:defRPr sz="975" b="1">
                <a:solidFill>
                  <a:srgbClr val="A5BDCD"/>
                </a:solidFill>
              </a:defRPr>
            </a:lvl9pPr>
          </a:lstStyle>
          <a:p>
            <a:pPr>
              <a:defRPr sz="975" b="1">
                <a:solidFill>
                  <a:srgbClr val="A5BDCD"/>
                </a:solidFill>
              </a:defRPr>
            </a:pPr>
            <a:r>
              <a:rPr sz="975" b="1">
                <a:solidFill>
                  <a:srgbClr val="A5BDCD"/>
                </a:solidFill>
              </a:rPr>
              <a:t>VISÃO GERAL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EE1744-08C2-44CD-9BC1-FFD7FB38E233}"/>
              </a:ext>
            </a:extLst>
          </p:cNvPr>
          <p:cNvSpPr>
            <a:spLocks noGrp="1"/>
          </p:cNvSpPr>
          <p:nvPr/>
        </p:nvSpPr>
        <p:spPr>
          <a:xfrm>
            <a:off x="400050" y="666750"/>
            <a:ext cx="1133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700" b="1">
                <a:solidFill>
                  <a:srgbClr val="F4F8FF"/>
                </a:solidFill>
              </a:defRPr>
            </a:defPPr>
            <a:lvl1pPr>
              <a:defRPr sz="2700" b="1">
                <a:solidFill>
                  <a:srgbClr val="F4F8FF"/>
                </a:solidFill>
              </a:defRPr>
            </a:lvl1pPr>
            <a:lvl2pPr>
              <a:defRPr sz="2700" b="1">
                <a:solidFill>
                  <a:srgbClr val="F4F8FF"/>
                </a:solidFill>
              </a:defRPr>
            </a:lvl2pPr>
            <a:lvl3pPr>
              <a:defRPr sz="2700" b="1">
                <a:solidFill>
                  <a:srgbClr val="F4F8FF"/>
                </a:solidFill>
              </a:defRPr>
            </a:lvl3pPr>
            <a:lvl4pPr>
              <a:defRPr sz="2700" b="1">
                <a:solidFill>
                  <a:srgbClr val="F4F8FF"/>
                </a:solidFill>
              </a:defRPr>
            </a:lvl4pPr>
            <a:lvl5pPr>
              <a:defRPr sz="2700" b="1">
                <a:solidFill>
                  <a:srgbClr val="F4F8FF"/>
                </a:solidFill>
              </a:defRPr>
            </a:lvl5pPr>
            <a:lvl6pPr>
              <a:defRPr sz="2700" b="1">
                <a:solidFill>
                  <a:srgbClr val="F4F8FF"/>
                </a:solidFill>
              </a:defRPr>
            </a:lvl6pPr>
            <a:lvl7pPr>
              <a:defRPr sz="2700" b="1">
                <a:solidFill>
                  <a:srgbClr val="F4F8FF"/>
                </a:solidFill>
              </a:defRPr>
            </a:lvl7pPr>
            <a:lvl8pPr>
              <a:defRPr sz="2700" b="1">
                <a:solidFill>
                  <a:srgbClr val="F4F8FF"/>
                </a:solidFill>
              </a:defRPr>
            </a:lvl8pPr>
            <a:lvl9pPr>
              <a:defRPr sz="2700" b="1">
                <a:solidFill>
                  <a:srgbClr val="F4F8FF"/>
                </a:solidFill>
              </a:defRPr>
            </a:lvl9pPr>
          </a:lstStyle>
          <a:p>
            <a:pPr>
              <a:defRPr sz="2700" b="1">
                <a:solidFill>
                  <a:srgbClr val="F4F8FF"/>
                </a:solidFill>
              </a:defRPr>
            </a:pPr>
            <a:r>
              <a:rPr sz="2700" b="1">
                <a:solidFill>
                  <a:srgbClr val="F4F8FF"/>
                </a:solidFill>
              </a:rPr>
              <a:t>Percurso da aula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A67D-F6E8-4824-B07E-11FB7259A13E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334750" cy="9525"/>
          </a:xfrm>
          <a:prstGeom prst="rect">
            <a:avLst/>
          </a:prstGeom>
          <a:solidFill>
            <a:srgbClr val="20547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161892-A36E-4D58-98ED-DAD5A343DB16}"/>
              </a:ext>
            </a:extLst>
          </p:cNvPr>
          <p:cNvSpPr>
            <a:spLocks noGrp="1"/>
          </p:cNvSpPr>
          <p:nvPr/>
        </p:nvSpPr>
        <p:spPr>
          <a:xfrm>
            <a:off x="476250" y="16192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64DDF5"/>
                </a:solidFill>
              </a:defRPr>
            </a:defPPr>
            <a:lvl1pPr>
              <a:defRPr sz="2100" b="1">
                <a:solidFill>
                  <a:srgbClr val="64DDF5"/>
                </a:solidFill>
              </a:defRPr>
            </a:lvl1pPr>
            <a:lvl2pPr>
              <a:defRPr sz="2100" b="1">
                <a:solidFill>
                  <a:srgbClr val="64DDF5"/>
                </a:solidFill>
              </a:defRPr>
            </a:lvl2pPr>
            <a:lvl3pPr>
              <a:defRPr sz="2100" b="1">
                <a:solidFill>
                  <a:srgbClr val="64DDF5"/>
                </a:solidFill>
              </a:defRPr>
            </a:lvl3pPr>
            <a:lvl4pPr>
              <a:defRPr sz="2100" b="1">
                <a:solidFill>
                  <a:srgbClr val="64DDF5"/>
                </a:solidFill>
              </a:defRPr>
            </a:lvl4pPr>
            <a:lvl5pPr>
              <a:defRPr sz="2100" b="1">
                <a:solidFill>
                  <a:srgbClr val="64DDF5"/>
                </a:solidFill>
              </a:defRPr>
            </a:lvl5pPr>
            <a:lvl6pPr>
              <a:defRPr sz="2100" b="1">
                <a:solidFill>
                  <a:srgbClr val="64DDF5"/>
                </a:solidFill>
              </a:defRPr>
            </a:lvl6pPr>
            <a:lvl7pPr>
              <a:defRPr sz="2100" b="1">
                <a:solidFill>
                  <a:srgbClr val="64DDF5"/>
                </a:solidFill>
              </a:defRPr>
            </a:lvl7pPr>
            <a:lvl8pPr>
              <a:defRPr sz="2100" b="1">
                <a:solidFill>
                  <a:srgbClr val="64DDF5"/>
                </a:solidFill>
              </a:defRPr>
            </a:lvl8pPr>
            <a:lvl9pPr>
              <a:defRPr sz="2100" b="1">
                <a:solidFill>
                  <a:srgbClr val="64DDF5"/>
                </a:solidFill>
              </a:defRPr>
            </a:lvl9pPr>
          </a:lstStyle>
          <a:p>
            <a:pPr>
              <a:defRPr sz="2100" b="1">
                <a:solidFill>
                  <a:srgbClr val="64DDF5"/>
                </a:solidFill>
              </a:defRPr>
            </a:pPr>
            <a:r>
              <a:rPr sz="2100" b="1">
                <a:solidFill>
                  <a:srgbClr val="64DDF5"/>
                </a:solidFill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6BAD6C-EAC0-4A43-893F-E8570955933E}"/>
              </a:ext>
            </a:extLst>
          </p:cNvPr>
          <p:cNvSpPr>
            <a:spLocks noGrp="1"/>
          </p:cNvSpPr>
          <p:nvPr/>
        </p:nvSpPr>
        <p:spPr>
          <a:xfrm>
            <a:off x="1333500" y="161925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F4F8FF"/>
                </a:solidFill>
              </a:defRPr>
            </a:defPPr>
            <a:lvl1pPr>
              <a:defRPr sz="2025" b="1">
                <a:solidFill>
                  <a:srgbClr val="F4F8FF"/>
                </a:solidFill>
              </a:defRPr>
            </a:lvl1pPr>
            <a:lvl2pPr>
              <a:defRPr sz="2025" b="1">
                <a:solidFill>
                  <a:srgbClr val="F4F8FF"/>
                </a:solidFill>
              </a:defRPr>
            </a:lvl2pPr>
            <a:lvl3pPr>
              <a:defRPr sz="2025" b="1">
                <a:solidFill>
                  <a:srgbClr val="F4F8FF"/>
                </a:solidFill>
              </a:defRPr>
            </a:lvl3pPr>
            <a:lvl4pPr>
              <a:defRPr sz="2025" b="1">
                <a:solidFill>
                  <a:srgbClr val="F4F8FF"/>
                </a:solidFill>
              </a:defRPr>
            </a:lvl4pPr>
            <a:lvl5pPr>
              <a:defRPr sz="2025" b="1">
                <a:solidFill>
                  <a:srgbClr val="F4F8FF"/>
                </a:solidFill>
              </a:defRPr>
            </a:lvl5pPr>
            <a:lvl6pPr>
              <a:defRPr sz="2025" b="1">
                <a:solidFill>
                  <a:srgbClr val="F4F8FF"/>
                </a:solidFill>
              </a:defRPr>
            </a:lvl6pPr>
            <a:lvl7pPr>
              <a:defRPr sz="2025" b="1">
                <a:solidFill>
                  <a:srgbClr val="F4F8FF"/>
                </a:solidFill>
              </a:defRPr>
            </a:lvl7pPr>
            <a:lvl8pPr>
              <a:defRPr sz="2025" b="1">
                <a:solidFill>
                  <a:srgbClr val="F4F8FF"/>
                </a:solidFill>
              </a:defRPr>
            </a:lvl8pPr>
            <a:lvl9pPr>
              <a:defRPr sz="2025" b="1">
                <a:solidFill>
                  <a:srgbClr val="F4F8FF"/>
                </a:solidFill>
              </a:defRPr>
            </a:lvl9pPr>
          </a:lstStyle>
          <a:p>
            <a:pPr>
              <a:defRPr sz="2025" b="1">
                <a:solidFill>
                  <a:srgbClr val="F4F8FF"/>
                </a:solidFill>
              </a:defRPr>
            </a:pPr>
            <a:r>
              <a:rPr sz="2025" b="1">
                <a:solidFill>
                  <a:srgbClr val="F4F8FF"/>
                </a:solidFill>
              </a:rPr>
              <a:t>Revisão da LSTM determinística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3ACF00-6E63-40B3-9D92-53E0264990E8}"/>
              </a:ext>
            </a:extLst>
          </p:cNvPr>
          <p:cNvSpPr>
            <a:spLocks noGrp="1"/>
          </p:cNvSpPr>
          <p:nvPr/>
        </p:nvSpPr>
        <p:spPr>
          <a:xfrm>
            <a:off x="1333500" y="2000250"/>
            <a:ext cx="990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A5BDCD"/>
                </a:solidFill>
              </a:defRPr>
            </a:defPPr>
            <a:lvl1pPr>
              <a:defRPr sz="1500" b="0">
                <a:solidFill>
                  <a:srgbClr val="A5BDCD"/>
                </a:solidFill>
              </a:defRPr>
            </a:lvl1pPr>
            <a:lvl2pPr>
              <a:defRPr sz="1500" b="0">
                <a:solidFill>
                  <a:srgbClr val="A5BDCD"/>
                </a:solidFill>
              </a:defRPr>
            </a:lvl2pPr>
            <a:lvl3pPr>
              <a:defRPr sz="1500" b="0">
                <a:solidFill>
                  <a:srgbClr val="A5BDCD"/>
                </a:solidFill>
              </a:defRPr>
            </a:lvl3pPr>
            <a:lvl4pPr>
              <a:defRPr sz="1500" b="0">
                <a:solidFill>
                  <a:srgbClr val="A5BDCD"/>
                </a:solidFill>
              </a:defRPr>
            </a:lvl4pPr>
            <a:lvl5pPr>
              <a:defRPr sz="1500" b="0">
                <a:solidFill>
                  <a:srgbClr val="A5BDCD"/>
                </a:solidFill>
              </a:defRPr>
            </a:lvl5pPr>
            <a:lvl6pPr>
              <a:defRPr sz="1500" b="0">
                <a:solidFill>
                  <a:srgbClr val="A5BDCD"/>
                </a:solidFill>
              </a:defRPr>
            </a:lvl6pPr>
            <a:lvl7pPr>
              <a:defRPr sz="1500" b="0">
                <a:solidFill>
                  <a:srgbClr val="A5BDCD"/>
                </a:solidFill>
              </a:defRPr>
            </a:lvl7pPr>
            <a:lvl8pPr>
              <a:defRPr sz="1500" b="0">
                <a:solidFill>
                  <a:srgbClr val="A5BDCD"/>
                </a:solidFill>
              </a:defRPr>
            </a:lvl8pPr>
            <a:lvl9pPr>
              <a:defRPr sz="1500" b="0">
                <a:solidFill>
                  <a:srgbClr val="A5BDCD"/>
                </a:solidFill>
              </a:defRPr>
            </a:lvl9pPr>
          </a:lstStyle>
          <a:p>
            <a:pPr>
              <a:defRPr sz="1500" b="0">
                <a:solidFill>
                  <a:srgbClr val="A5BDCD"/>
                </a:solidFill>
              </a:defRPr>
            </a:pPr>
            <a:r>
              <a:rPr sz="1500" b="0">
                <a:solidFill>
                  <a:srgbClr val="A5BDCD"/>
                </a:solidFill>
              </a:rPr>
              <a:t>Estrutura da rede, previsão e treinamento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3410A5-9F75-4BA8-80ED-244961CDDC53}"/>
              </a:ext>
            </a:extLst>
          </p:cNvPr>
          <p:cNvSpPr>
            <a:spLocks noGrp="1"/>
          </p:cNvSpPr>
          <p:nvPr/>
        </p:nvSpPr>
        <p:spPr>
          <a:xfrm>
            <a:off x="1333500" y="2400300"/>
            <a:ext cx="10001250" cy="9525"/>
          </a:xfrm>
          <a:prstGeom prst="rect">
            <a:avLst/>
          </a:prstGeom>
          <a:solidFill>
            <a:srgbClr val="17364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9E79FE-07FC-4F77-AF8A-606BFEA81C4F}"/>
              </a:ext>
            </a:extLst>
          </p:cNvPr>
          <p:cNvSpPr>
            <a:spLocks noGrp="1"/>
          </p:cNvSpPr>
          <p:nvPr/>
        </p:nvSpPr>
        <p:spPr>
          <a:xfrm>
            <a:off x="476250" y="251460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54DDCB"/>
                </a:solidFill>
              </a:defRPr>
            </a:defPPr>
            <a:lvl1pPr>
              <a:defRPr sz="2100" b="1">
                <a:solidFill>
                  <a:srgbClr val="54DDCB"/>
                </a:solidFill>
              </a:defRPr>
            </a:lvl1pPr>
            <a:lvl2pPr>
              <a:defRPr sz="2100" b="1">
                <a:solidFill>
                  <a:srgbClr val="54DDCB"/>
                </a:solidFill>
              </a:defRPr>
            </a:lvl2pPr>
            <a:lvl3pPr>
              <a:defRPr sz="2100" b="1">
                <a:solidFill>
                  <a:srgbClr val="54DDCB"/>
                </a:solidFill>
              </a:defRPr>
            </a:lvl3pPr>
            <a:lvl4pPr>
              <a:defRPr sz="2100" b="1">
                <a:solidFill>
                  <a:srgbClr val="54DDCB"/>
                </a:solidFill>
              </a:defRPr>
            </a:lvl4pPr>
            <a:lvl5pPr>
              <a:defRPr sz="2100" b="1">
                <a:solidFill>
                  <a:srgbClr val="54DDCB"/>
                </a:solidFill>
              </a:defRPr>
            </a:lvl5pPr>
            <a:lvl6pPr>
              <a:defRPr sz="2100" b="1">
                <a:solidFill>
                  <a:srgbClr val="54DDCB"/>
                </a:solidFill>
              </a:defRPr>
            </a:lvl6pPr>
            <a:lvl7pPr>
              <a:defRPr sz="2100" b="1">
                <a:solidFill>
                  <a:srgbClr val="54DDCB"/>
                </a:solidFill>
              </a:defRPr>
            </a:lvl7pPr>
            <a:lvl8pPr>
              <a:defRPr sz="2100" b="1">
                <a:solidFill>
                  <a:srgbClr val="54DDCB"/>
                </a:solidFill>
              </a:defRPr>
            </a:lvl8pPr>
            <a:lvl9pPr>
              <a:defRPr sz="2100" b="1">
                <a:solidFill>
                  <a:srgbClr val="54DDCB"/>
                </a:solidFill>
              </a:defRPr>
            </a:lvl9pPr>
          </a:lstStyle>
          <a:p>
            <a:pPr>
              <a:defRPr sz="2100" b="1">
                <a:solidFill>
                  <a:srgbClr val="54DDCB"/>
                </a:solidFill>
              </a:defRPr>
            </a:pPr>
            <a:r>
              <a:rPr sz="2100" b="1">
                <a:solidFill>
                  <a:srgbClr val="54DDCB"/>
                </a:solidFill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FB8419-5C56-4B54-B25D-2DDAE7EC56E8}"/>
              </a:ext>
            </a:extLst>
          </p:cNvPr>
          <p:cNvSpPr>
            <a:spLocks noGrp="1"/>
          </p:cNvSpPr>
          <p:nvPr/>
        </p:nvSpPr>
        <p:spPr>
          <a:xfrm>
            <a:off x="1333500" y="251460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F4F8FF"/>
                </a:solidFill>
              </a:defRPr>
            </a:defPPr>
            <a:lvl1pPr>
              <a:defRPr sz="2025" b="1">
                <a:solidFill>
                  <a:srgbClr val="F4F8FF"/>
                </a:solidFill>
              </a:defRPr>
            </a:lvl1pPr>
            <a:lvl2pPr>
              <a:defRPr sz="2025" b="1">
                <a:solidFill>
                  <a:srgbClr val="F4F8FF"/>
                </a:solidFill>
              </a:defRPr>
            </a:lvl2pPr>
            <a:lvl3pPr>
              <a:defRPr sz="2025" b="1">
                <a:solidFill>
                  <a:srgbClr val="F4F8FF"/>
                </a:solidFill>
              </a:defRPr>
            </a:lvl3pPr>
            <a:lvl4pPr>
              <a:defRPr sz="2025" b="1">
                <a:solidFill>
                  <a:srgbClr val="F4F8FF"/>
                </a:solidFill>
              </a:defRPr>
            </a:lvl4pPr>
            <a:lvl5pPr>
              <a:defRPr sz="2025" b="1">
                <a:solidFill>
                  <a:srgbClr val="F4F8FF"/>
                </a:solidFill>
              </a:defRPr>
            </a:lvl5pPr>
            <a:lvl6pPr>
              <a:defRPr sz="2025" b="1">
                <a:solidFill>
                  <a:srgbClr val="F4F8FF"/>
                </a:solidFill>
              </a:defRPr>
            </a:lvl6pPr>
            <a:lvl7pPr>
              <a:defRPr sz="2025" b="1">
                <a:solidFill>
                  <a:srgbClr val="F4F8FF"/>
                </a:solidFill>
              </a:defRPr>
            </a:lvl7pPr>
            <a:lvl8pPr>
              <a:defRPr sz="2025" b="1">
                <a:solidFill>
                  <a:srgbClr val="F4F8FF"/>
                </a:solidFill>
              </a:defRPr>
            </a:lvl8pPr>
            <a:lvl9pPr>
              <a:defRPr sz="2025" b="1">
                <a:solidFill>
                  <a:srgbClr val="F4F8FF"/>
                </a:solidFill>
              </a:defRPr>
            </a:lvl9pPr>
          </a:lstStyle>
          <a:p>
            <a:pPr>
              <a:defRPr sz="2025" b="1">
                <a:solidFill>
                  <a:srgbClr val="F4F8FF"/>
                </a:solidFill>
              </a:defRPr>
            </a:pPr>
            <a:r>
              <a:rPr sz="2025" b="1">
                <a:solidFill>
                  <a:srgbClr val="F4F8FF"/>
                </a:solidFill>
              </a:rPr>
              <a:t>Previsão de chuva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6B5867-4B63-471E-9A38-2244598C0C81}"/>
              </a:ext>
            </a:extLst>
          </p:cNvPr>
          <p:cNvSpPr>
            <a:spLocks noGrp="1"/>
          </p:cNvSpPr>
          <p:nvPr/>
        </p:nvSpPr>
        <p:spPr>
          <a:xfrm>
            <a:off x="1333500" y="2895600"/>
            <a:ext cx="990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A5BDCD"/>
                </a:solidFill>
              </a:defRPr>
            </a:defPPr>
            <a:lvl1pPr>
              <a:defRPr sz="1500" b="0">
                <a:solidFill>
                  <a:srgbClr val="A5BDCD"/>
                </a:solidFill>
              </a:defRPr>
            </a:lvl1pPr>
            <a:lvl2pPr>
              <a:defRPr sz="1500" b="0">
                <a:solidFill>
                  <a:srgbClr val="A5BDCD"/>
                </a:solidFill>
              </a:defRPr>
            </a:lvl2pPr>
            <a:lvl3pPr>
              <a:defRPr sz="1500" b="0">
                <a:solidFill>
                  <a:srgbClr val="A5BDCD"/>
                </a:solidFill>
              </a:defRPr>
            </a:lvl3pPr>
            <a:lvl4pPr>
              <a:defRPr sz="1500" b="0">
                <a:solidFill>
                  <a:srgbClr val="A5BDCD"/>
                </a:solidFill>
              </a:defRPr>
            </a:lvl4pPr>
            <a:lvl5pPr>
              <a:defRPr sz="1500" b="0">
                <a:solidFill>
                  <a:srgbClr val="A5BDCD"/>
                </a:solidFill>
              </a:defRPr>
            </a:lvl5pPr>
            <a:lvl6pPr>
              <a:defRPr sz="1500" b="0">
                <a:solidFill>
                  <a:srgbClr val="A5BDCD"/>
                </a:solidFill>
              </a:defRPr>
            </a:lvl6pPr>
            <a:lvl7pPr>
              <a:defRPr sz="1500" b="0">
                <a:solidFill>
                  <a:srgbClr val="A5BDCD"/>
                </a:solidFill>
              </a:defRPr>
            </a:lvl7pPr>
            <a:lvl8pPr>
              <a:defRPr sz="1500" b="0">
                <a:solidFill>
                  <a:srgbClr val="A5BDCD"/>
                </a:solidFill>
              </a:defRPr>
            </a:lvl8pPr>
            <a:lvl9pPr>
              <a:defRPr sz="1500" b="0">
                <a:solidFill>
                  <a:srgbClr val="A5BDCD"/>
                </a:solidFill>
              </a:defRPr>
            </a:lvl9pPr>
          </a:lstStyle>
          <a:p>
            <a:pPr>
              <a:defRPr sz="1500" b="0">
                <a:solidFill>
                  <a:srgbClr val="A5BDCD"/>
                </a:solidFill>
              </a:defRPr>
            </a:pPr>
            <a:r>
              <a:rPr sz="1500" b="0">
                <a:solidFill>
                  <a:srgbClr val="A5BDCD"/>
                </a:solidFill>
              </a:rPr>
              <a:t>Chuva perfeita e ensemble ECMWF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063DC0-0B0E-4077-A7C1-F180953EF932}"/>
              </a:ext>
            </a:extLst>
          </p:cNvPr>
          <p:cNvSpPr>
            <a:spLocks noGrp="1"/>
          </p:cNvSpPr>
          <p:nvPr/>
        </p:nvSpPr>
        <p:spPr>
          <a:xfrm>
            <a:off x="1333500" y="3295650"/>
            <a:ext cx="10001250" cy="9525"/>
          </a:xfrm>
          <a:prstGeom prst="rect">
            <a:avLst/>
          </a:prstGeom>
          <a:solidFill>
            <a:srgbClr val="17364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BF5421-BE1B-4F4B-9093-263837C6357A}"/>
              </a:ext>
            </a:extLst>
          </p:cNvPr>
          <p:cNvSpPr>
            <a:spLocks noGrp="1"/>
          </p:cNvSpPr>
          <p:nvPr/>
        </p:nvSpPr>
        <p:spPr>
          <a:xfrm>
            <a:off x="476250" y="34099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64DDF5"/>
                </a:solidFill>
              </a:defRPr>
            </a:defPPr>
            <a:lvl1pPr>
              <a:defRPr sz="2100" b="1">
                <a:solidFill>
                  <a:srgbClr val="64DDF5"/>
                </a:solidFill>
              </a:defRPr>
            </a:lvl1pPr>
            <a:lvl2pPr>
              <a:defRPr sz="2100" b="1">
                <a:solidFill>
                  <a:srgbClr val="64DDF5"/>
                </a:solidFill>
              </a:defRPr>
            </a:lvl2pPr>
            <a:lvl3pPr>
              <a:defRPr sz="2100" b="1">
                <a:solidFill>
                  <a:srgbClr val="64DDF5"/>
                </a:solidFill>
              </a:defRPr>
            </a:lvl3pPr>
            <a:lvl4pPr>
              <a:defRPr sz="2100" b="1">
                <a:solidFill>
                  <a:srgbClr val="64DDF5"/>
                </a:solidFill>
              </a:defRPr>
            </a:lvl4pPr>
            <a:lvl5pPr>
              <a:defRPr sz="2100" b="1">
                <a:solidFill>
                  <a:srgbClr val="64DDF5"/>
                </a:solidFill>
              </a:defRPr>
            </a:lvl5pPr>
            <a:lvl6pPr>
              <a:defRPr sz="2100" b="1">
                <a:solidFill>
                  <a:srgbClr val="64DDF5"/>
                </a:solidFill>
              </a:defRPr>
            </a:lvl6pPr>
            <a:lvl7pPr>
              <a:defRPr sz="2100" b="1">
                <a:solidFill>
                  <a:srgbClr val="64DDF5"/>
                </a:solidFill>
              </a:defRPr>
            </a:lvl7pPr>
            <a:lvl8pPr>
              <a:defRPr sz="2100" b="1">
                <a:solidFill>
                  <a:srgbClr val="64DDF5"/>
                </a:solidFill>
              </a:defRPr>
            </a:lvl8pPr>
            <a:lvl9pPr>
              <a:defRPr sz="2100" b="1">
                <a:solidFill>
                  <a:srgbClr val="64DDF5"/>
                </a:solidFill>
              </a:defRPr>
            </a:lvl9pPr>
          </a:lstStyle>
          <a:p>
            <a:pPr>
              <a:defRPr sz="2100" b="1">
                <a:solidFill>
                  <a:srgbClr val="64DDF5"/>
                </a:solidFill>
              </a:defRPr>
            </a:pPr>
            <a:r>
              <a:rPr sz="2100" b="1">
                <a:solidFill>
                  <a:srgbClr val="64DDF5"/>
                </a:solidFill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67D45F-7A01-4A1F-A205-399D551D0667}"/>
              </a:ext>
            </a:extLst>
          </p:cNvPr>
          <p:cNvSpPr>
            <a:spLocks noGrp="1"/>
          </p:cNvSpPr>
          <p:nvPr/>
        </p:nvSpPr>
        <p:spPr>
          <a:xfrm>
            <a:off x="1333500" y="340995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F4F8FF"/>
                </a:solidFill>
              </a:defRPr>
            </a:defPPr>
            <a:lvl1pPr>
              <a:defRPr sz="2025" b="1">
                <a:solidFill>
                  <a:srgbClr val="F4F8FF"/>
                </a:solidFill>
              </a:defRPr>
            </a:lvl1pPr>
            <a:lvl2pPr>
              <a:defRPr sz="2025" b="1">
                <a:solidFill>
                  <a:srgbClr val="F4F8FF"/>
                </a:solidFill>
              </a:defRPr>
            </a:lvl2pPr>
            <a:lvl3pPr>
              <a:defRPr sz="2025" b="1">
                <a:solidFill>
                  <a:srgbClr val="F4F8FF"/>
                </a:solidFill>
              </a:defRPr>
            </a:lvl3pPr>
            <a:lvl4pPr>
              <a:defRPr sz="2025" b="1">
                <a:solidFill>
                  <a:srgbClr val="F4F8FF"/>
                </a:solidFill>
              </a:defRPr>
            </a:lvl4pPr>
            <a:lvl5pPr>
              <a:defRPr sz="2025" b="1">
                <a:solidFill>
                  <a:srgbClr val="F4F8FF"/>
                </a:solidFill>
              </a:defRPr>
            </a:lvl5pPr>
            <a:lvl6pPr>
              <a:defRPr sz="2025" b="1">
                <a:solidFill>
                  <a:srgbClr val="F4F8FF"/>
                </a:solidFill>
              </a:defRPr>
            </a:lvl6pPr>
            <a:lvl7pPr>
              <a:defRPr sz="2025" b="1">
                <a:solidFill>
                  <a:srgbClr val="F4F8FF"/>
                </a:solidFill>
              </a:defRPr>
            </a:lvl7pPr>
            <a:lvl8pPr>
              <a:defRPr sz="2025" b="1">
                <a:solidFill>
                  <a:srgbClr val="F4F8FF"/>
                </a:solidFill>
              </a:defRPr>
            </a:lvl8pPr>
            <a:lvl9pPr>
              <a:defRPr sz="2025" b="1">
                <a:solidFill>
                  <a:srgbClr val="F4F8FF"/>
                </a:solidFill>
              </a:defRPr>
            </a:lvl9pPr>
          </a:lstStyle>
          <a:p>
            <a:pPr>
              <a:defRPr sz="2025" b="1">
                <a:solidFill>
                  <a:srgbClr val="F4F8FF"/>
                </a:solidFill>
              </a:defRPr>
            </a:pPr>
            <a:r>
              <a:rPr sz="2025" b="1">
                <a:solidFill>
                  <a:srgbClr val="F4F8FF"/>
                </a:solidFill>
              </a:rPr>
              <a:t>LSTM determinística × probabilística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5B4253-05F3-462F-B143-DE4CB5584202}"/>
              </a:ext>
            </a:extLst>
          </p:cNvPr>
          <p:cNvSpPr>
            <a:spLocks noGrp="1"/>
          </p:cNvSpPr>
          <p:nvPr/>
        </p:nvSpPr>
        <p:spPr>
          <a:xfrm>
            <a:off x="1333500" y="3790950"/>
            <a:ext cx="990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A5BDCD"/>
                </a:solidFill>
              </a:defRPr>
            </a:defPPr>
            <a:lvl1pPr>
              <a:defRPr sz="1500" b="0">
                <a:solidFill>
                  <a:srgbClr val="A5BDCD"/>
                </a:solidFill>
              </a:defRPr>
            </a:lvl1pPr>
            <a:lvl2pPr>
              <a:defRPr sz="1500" b="0">
                <a:solidFill>
                  <a:srgbClr val="A5BDCD"/>
                </a:solidFill>
              </a:defRPr>
            </a:lvl2pPr>
            <a:lvl3pPr>
              <a:defRPr sz="1500" b="0">
                <a:solidFill>
                  <a:srgbClr val="A5BDCD"/>
                </a:solidFill>
              </a:defRPr>
            </a:lvl3pPr>
            <a:lvl4pPr>
              <a:defRPr sz="1500" b="0">
                <a:solidFill>
                  <a:srgbClr val="A5BDCD"/>
                </a:solidFill>
              </a:defRPr>
            </a:lvl4pPr>
            <a:lvl5pPr>
              <a:defRPr sz="1500" b="0">
                <a:solidFill>
                  <a:srgbClr val="A5BDCD"/>
                </a:solidFill>
              </a:defRPr>
            </a:lvl5pPr>
            <a:lvl6pPr>
              <a:defRPr sz="1500" b="0">
                <a:solidFill>
                  <a:srgbClr val="A5BDCD"/>
                </a:solidFill>
              </a:defRPr>
            </a:lvl6pPr>
            <a:lvl7pPr>
              <a:defRPr sz="1500" b="0">
                <a:solidFill>
                  <a:srgbClr val="A5BDCD"/>
                </a:solidFill>
              </a:defRPr>
            </a:lvl7pPr>
            <a:lvl8pPr>
              <a:defRPr sz="1500" b="0">
                <a:solidFill>
                  <a:srgbClr val="A5BDCD"/>
                </a:solidFill>
              </a:defRPr>
            </a:lvl8pPr>
            <a:lvl9pPr>
              <a:defRPr sz="1500" b="0">
                <a:solidFill>
                  <a:srgbClr val="A5BDCD"/>
                </a:solidFill>
              </a:defRPr>
            </a:lvl9pPr>
          </a:lstStyle>
          <a:p>
            <a:pPr>
              <a:defRPr sz="1500" b="0">
                <a:solidFill>
                  <a:srgbClr val="A5BDCD"/>
                </a:solidFill>
              </a:defRPr>
            </a:pPr>
            <a:r>
              <a:rPr sz="1500" b="0">
                <a:solidFill>
                  <a:srgbClr val="A5BDCD"/>
                </a:solidFill>
              </a:rPr>
              <a:t>Uma estimativa pontual ou uma distribuição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7A48AA-8F55-490F-A79E-FF59289E0F05}"/>
              </a:ext>
            </a:extLst>
          </p:cNvPr>
          <p:cNvSpPr>
            <a:spLocks noGrp="1"/>
          </p:cNvSpPr>
          <p:nvPr/>
        </p:nvSpPr>
        <p:spPr>
          <a:xfrm>
            <a:off x="1333500" y="4191000"/>
            <a:ext cx="10001250" cy="9525"/>
          </a:xfrm>
          <a:prstGeom prst="rect">
            <a:avLst/>
          </a:prstGeom>
          <a:solidFill>
            <a:srgbClr val="17364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623A14-E41A-459B-944A-81CFC45EEE00}"/>
              </a:ext>
            </a:extLst>
          </p:cNvPr>
          <p:cNvSpPr>
            <a:spLocks noGrp="1"/>
          </p:cNvSpPr>
          <p:nvPr/>
        </p:nvSpPr>
        <p:spPr>
          <a:xfrm>
            <a:off x="476250" y="430530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54DDCB"/>
                </a:solidFill>
              </a:defRPr>
            </a:defPPr>
            <a:lvl1pPr>
              <a:defRPr sz="2100" b="1">
                <a:solidFill>
                  <a:srgbClr val="54DDCB"/>
                </a:solidFill>
              </a:defRPr>
            </a:lvl1pPr>
            <a:lvl2pPr>
              <a:defRPr sz="2100" b="1">
                <a:solidFill>
                  <a:srgbClr val="54DDCB"/>
                </a:solidFill>
              </a:defRPr>
            </a:lvl2pPr>
            <a:lvl3pPr>
              <a:defRPr sz="2100" b="1">
                <a:solidFill>
                  <a:srgbClr val="54DDCB"/>
                </a:solidFill>
              </a:defRPr>
            </a:lvl3pPr>
            <a:lvl4pPr>
              <a:defRPr sz="2100" b="1">
                <a:solidFill>
                  <a:srgbClr val="54DDCB"/>
                </a:solidFill>
              </a:defRPr>
            </a:lvl4pPr>
            <a:lvl5pPr>
              <a:defRPr sz="2100" b="1">
                <a:solidFill>
                  <a:srgbClr val="54DDCB"/>
                </a:solidFill>
              </a:defRPr>
            </a:lvl5pPr>
            <a:lvl6pPr>
              <a:defRPr sz="2100" b="1">
                <a:solidFill>
                  <a:srgbClr val="54DDCB"/>
                </a:solidFill>
              </a:defRPr>
            </a:lvl6pPr>
            <a:lvl7pPr>
              <a:defRPr sz="2100" b="1">
                <a:solidFill>
                  <a:srgbClr val="54DDCB"/>
                </a:solidFill>
              </a:defRPr>
            </a:lvl7pPr>
            <a:lvl8pPr>
              <a:defRPr sz="2100" b="1">
                <a:solidFill>
                  <a:srgbClr val="54DDCB"/>
                </a:solidFill>
              </a:defRPr>
            </a:lvl8pPr>
            <a:lvl9pPr>
              <a:defRPr sz="2100" b="1">
                <a:solidFill>
                  <a:srgbClr val="54DDCB"/>
                </a:solidFill>
              </a:defRPr>
            </a:lvl9pPr>
          </a:lstStyle>
          <a:p>
            <a:pPr>
              <a:defRPr sz="2100" b="1">
                <a:solidFill>
                  <a:srgbClr val="54DDCB"/>
                </a:solidFill>
              </a:defRPr>
            </a:pPr>
            <a:r>
              <a:rPr sz="2100" b="1">
                <a:solidFill>
                  <a:srgbClr val="54DDCB"/>
                </a:solidFill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54F13A-EEFA-49E6-9776-9E6DA8387416}"/>
              </a:ext>
            </a:extLst>
          </p:cNvPr>
          <p:cNvSpPr>
            <a:spLocks noGrp="1"/>
          </p:cNvSpPr>
          <p:nvPr/>
        </p:nvSpPr>
        <p:spPr>
          <a:xfrm>
            <a:off x="1333500" y="430530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F4F8FF"/>
                </a:solidFill>
              </a:defRPr>
            </a:defPPr>
            <a:lvl1pPr>
              <a:defRPr sz="2025" b="1">
                <a:solidFill>
                  <a:srgbClr val="F4F8FF"/>
                </a:solidFill>
              </a:defRPr>
            </a:lvl1pPr>
            <a:lvl2pPr>
              <a:defRPr sz="2025" b="1">
                <a:solidFill>
                  <a:srgbClr val="F4F8FF"/>
                </a:solidFill>
              </a:defRPr>
            </a:lvl2pPr>
            <a:lvl3pPr>
              <a:defRPr sz="2025" b="1">
                <a:solidFill>
                  <a:srgbClr val="F4F8FF"/>
                </a:solidFill>
              </a:defRPr>
            </a:lvl3pPr>
            <a:lvl4pPr>
              <a:defRPr sz="2025" b="1">
                <a:solidFill>
                  <a:srgbClr val="F4F8FF"/>
                </a:solidFill>
              </a:defRPr>
            </a:lvl4pPr>
            <a:lvl5pPr>
              <a:defRPr sz="2025" b="1">
                <a:solidFill>
                  <a:srgbClr val="F4F8FF"/>
                </a:solidFill>
              </a:defRPr>
            </a:lvl5pPr>
            <a:lvl6pPr>
              <a:defRPr sz="2025" b="1">
                <a:solidFill>
                  <a:srgbClr val="F4F8FF"/>
                </a:solidFill>
              </a:defRPr>
            </a:lvl6pPr>
            <a:lvl7pPr>
              <a:defRPr sz="2025" b="1">
                <a:solidFill>
                  <a:srgbClr val="F4F8FF"/>
                </a:solidFill>
              </a:defRPr>
            </a:lvl7pPr>
            <a:lvl8pPr>
              <a:defRPr sz="2025" b="1">
                <a:solidFill>
                  <a:srgbClr val="F4F8FF"/>
                </a:solidFill>
              </a:defRPr>
            </a:lvl8pPr>
            <a:lvl9pPr>
              <a:defRPr sz="2025" b="1">
                <a:solidFill>
                  <a:srgbClr val="F4F8FF"/>
                </a:solidFill>
              </a:defRPr>
            </a:lvl9pPr>
          </a:lstStyle>
          <a:p>
            <a:pPr>
              <a:defRPr sz="2025" b="1">
                <a:solidFill>
                  <a:srgbClr val="F4F8FF"/>
                </a:solidFill>
              </a:defRPr>
            </a:pPr>
            <a:r>
              <a:rPr sz="2025" b="1">
                <a:solidFill>
                  <a:srgbClr val="F4F8FF"/>
                </a:solidFill>
              </a:rPr>
              <a:t>Monte Carlo Dropout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450179-F03C-42E3-947D-7A7EFC4D350A}"/>
              </a:ext>
            </a:extLst>
          </p:cNvPr>
          <p:cNvSpPr>
            <a:spLocks noGrp="1"/>
          </p:cNvSpPr>
          <p:nvPr/>
        </p:nvSpPr>
        <p:spPr>
          <a:xfrm>
            <a:off x="1333500" y="4686300"/>
            <a:ext cx="990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A5BDCD"/>
                </a:solidFill>
              </a:defRPr>
            </a:defPPr>
            <a:lvl1pPr>
              <a:defRPr sz="1500" b="0">
                <a:solidFill>
                  <a:srgbClr val="A5BDCD"/>
                </a:solidFill>
              </a:defRPr>
            </a:lvl1pPr>
            <a:lvl2pPr>
              <a:defRPr sz="1500" b="0">
                <a:solidFill>
                  <a:srgbClr val="A5BDCD"/>
                </a:solidFill>
              </a:defRPr>
            </a:lvl2pPr>
            <a:lvl3pPr>
              <a:defRPr sz="1500" b="0">
                <a:solidFill>
                  <a:srgbClr val="A5BDCD"/>
                </a:solidFill>
              </a:defRPr>
            </a:lvl3pPr>
            <a:lvl4pPr>
              <a:defRPr sz="1500" b="0">
                <a:solidFill>
                  <a:srgbClr val="A5BDCD"/>
                </a:solidFill>
              </a:defRPr>
            </a:lvl4pPr>
            <a:lvl5pPr>
              <a:defRPr sz="1500" b="0">
                <a:solidFill>
                  <a:srgbClr val="A5BDCD"/>
                </a:solidFill>
              </a:defRPr>
            </a:lvl5pPr>
            <a:lvl6pPr>
              <a:defRPr sz="1500" b="0">
                <a:solidFill>
                  <a:srgbClr val="A5BDCD"/>
                </a:solidFill>
              </a:defRPr>
            </a:lvl6pPr>
            <a:lvl7pPr>
              <a:defRPr sz="1500" b="0">
                <a:solidFill>
                  <a:srgbClr val="A5BDCD"/>
                </a:solidFill>
              </a:defRPr>
            </a:lvl7pPr>
            <a:lvl8pPr>
              <a:defRPr sz="1500" b="0">
                <a:solidFill>
                  <a:srgbClr val="A5BDCD"/>
                </a:solidFill>
              </a:defRPr>
            </a:lvl8pPr>
            <a:lvl9pPr>
              <a:defRPr sz="1500" b="0">
                <a:solidFill>
                  <a:srgbClr val="A5BDCD"/>
                </a:solidFill>
              </a:defRPr>
            </a:lvl9pPr>
          </a:lstStyle>
          <a:p>
            <a:pPr>
              <a:defRPr sz="1500" b="0">
                <a:solidFill>
                  <a:srgbClr val="A5BDCD"/>
                </a:solidFill>
              </a:defRPr>
            </a:pPr>
            <a:r>
              <a:rPr sz="1500" b="0">
                <a:solidFill>
                  <a:srgbClr val="A5BDCD"/>
                </a:solidFill>
              </a:rPr>
              <a:t>Máscaras de dropout e múltiplas passagens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849D7E-5AB1-4827-80D1-8FCB5063BEB6}"/>
              </a:ext>
            </a:extLst>
          </p:cNvPr>
          <p:cNvSpPr>
            <a:spLocks noGrp="1"/>
          </p:cNvSpPr>
          <p:nvPr/>
        </p:nvSpPr>
        <p:spPr>
          <a:xfrm>
            <a:off x="1333500" y="5086350"/>
            <a:ext cx="10001250" cy="9525"/>
          </a:xfrm>
          <a:prstGeom prst="rect">
            <a:avLst/>
          </a:prstGeom>
          <a:solidFill>
            <a:srgbClr val="17364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46CBEA-4E7A-46B8-BD71-63B74AA30603}"/>
              </a:ext>
            </a:extLst>
          </p:cNvPr>
          <p:cNvSpPr>
            <a:spLocks noGrp="1"/>
          </p:cNvSpPr>
          <p:nvPr/>
        </p:nvSpPr>
        <p:spPr>
          <a:xfrm>
            <a:off x="476250" y="52006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64DDF5"/>
                </a:solidFill>
              </a:defRPr>
            </a:defPPr>
            <a:lvl1pPr>
              <a:defRPr sz="2100" b="1">
                <a:solidFill>
                  <a:srgbClr val="64DDF5"/>
                </a:solidFill>
              </a:defRPr>
            </a:lvl1pPr>
            <a:lvl2pPr>
              <a:defRPr sz="2100" b="1">
                <a:solidFill>
                  <a:srgbClr val="64DDF5"/>
                </a:solidFill>
              </a:defRPr>
            </a:lvl2pPr>
            <a:lvl3pPr>
              <a:defRPr sz="2100" b="1">
                <a:solidFill>
                  <a:srgbClr val="64DDF5"/>
                </a:solidFill>
              </a:defRPr>
            </a:lvl3pPr>
            <a:lvl4pPr>
              <a:defRPr sz="2100" b="1">
                <a:solidFill>
                  <a:srgbClr val="64DDF5"/>
                </a:solidFill>
              </a:defRPr>
            </a:lvl4pPr>
            <a:lvl5pPr>
              <a:defRPr sz="2100" b="1">
                <a:solidFill>
                  <a:srgbClr val="64DDF5"/>
                </a:solidFill>
              </a:defRPr>
            </a:lvl5pPr>
            <a:lvl6pPr>
              <a:defRPr sz="2100" b="1">
                <a:solidFill>
                  <a:srgbClr val="64DDF5"/>
                </a:solidFill>
              </a:defRPr>
            </a:lvl6pPr>
            <a:lvl7pPr>
              <a:defRPr sz="2100" b="1">
                <a:solidFill>
                  <a:srgbClr val="64DDF5"/>
                </a:solidFill>
              </a:defRPr>
            </a:lvl7pPr>
            <a:lvl8pPr>
              <a:defRPr sz="2100" b="1">
                <a:solidFill>
                  <a:srgbClr val="64DDF5"/>
                </a:solidFill>
              </a:defRPr>
            </a:lvl8pPr>
            <a:lvl9pPr>
              <a:defRPr sz="2100" b="1">
                <a:solidFill>
                  <a:srgbClr val="64DDF5"/>
                </a:solidFill>
              </a:defRPr>
            </a:lvl9pPr>
          </a:lstStyle>
          <a:p>
            <a:pPr>
              <a:defRPr sz="2100" b="1">
                <a:solidFill>
                  <a:srgbClr val="64DDF5"/>
                </a:solidFill>
              </a:defRPr>
            </a:pPr>
            <a:r>
              <a:rPr sz="2100" b="1">
                <a:solidFill>
                  <a:srgbClr val="64DDF5"/>
                </a:solidFill>
              </a:rPr>
              <a:t>05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19A840-F0E2-4E32-B153-617C4E11287D}"/>
              </a:ext>
            </a:extLst>
          </p:cNvPr>
          <p:cNvSpPr>
            <a:spLocks noGrp="1"/>
          </p:cNvSpPr>
          <p:nvPr/>
        </p:nvSpPr>
        <p:spPr>
          <a:xfrm>
            <a:off x="1333500" y="520065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F4F8FF"/>
                </a:solidFill>
              </a:defRPr>
            </a:defPPr>
            <a:lvl1pPr>
              <a:defRPr sz="2025" b="1">
                <a:solidFill>
                  <a:srgbClr val="F4F8FF"/>
                </a:solidFill>
              </a:defRPr>
            </a:lvl1pPr>
            <a:lvl2pPr>
              <a:defRPr sz="2025" b="1">
                <a:solidFill>
                  <a:srgbClr val="F4F8FF"/>
                </a:solidFill>
              </a:defRPr>
            </a:lvl2pPr>
            <a:lvl3pPr>
              <a:defRPr sz="2025" b="1">
                <a:solidFill>
                  <a:srgbClr val="F4F8FF"/>
                </a:solidFill>
              </a:defRPr>
            </a:lvl3pPr>
            <a:lvl4pPr>
              <a:defRPr sz="2025" b="1">
                <a:solidFill>
                  <a:srgbClr val="F4F8FF"/>
                </a:solidFill>
              </a:defRPr>
            </a:lvl4pPr>
            <a:lvl5pPr>
              <a:defRPr sz="2025" b="1">
                <a:solidFill>
                  <a:srgbClr val="F4F8FF"/>
                </a:solidFill>
              </a:defRPr>
            </a:lvl5pPr>
            <a:lvl6pPr>
              <a:defRPr sz="2025" b="1">
                <a:solidFill>
                  <a:srgbClr val="F4F8FF"/>
                </a:solidFill>
              </a:defRPr>
            </a:lvl6pPr>
            <a:lvl7pPr>
              <a:defRPr sz="2025" b="1">
                <a:solidFill>
                  <a:srgbClr val="F4F8FF"/>
                </a:solidFill>
              </a:defRPr>
            </a:lvl7pPr>
            <a:lvl8pPr>
              <a:defRPr sz="2025" b="1">
                <a:solidFill>
                  <a:srgbClr val="F4F8FF"/>
                </a:solidFill>
              </a:defRPr>
            </a:lvl8pPr>
            <a:lvl9pPr>
              <a:defRPr sz="2025" b="1">
                <a:solidFill>
                  <a:srgbClr val="F4F8FF"/>
                </a:solidFill>
              </a:defRPr>
            </a:lvl9pPr>
          </a:lstStyle>
          <a:p>
            <a:pPr>
              <a:defRPr sz="2025" b="1">
                <a:solidFill>
                  <a:srgbClr val="F4F8FF"/>
                </a:solidFill>
              </a:defRPr>
            </a:pPr>
            <a:r>
              <a:rPr sz="2025" b="1">
                <a:solidFill>
                  <a:srgbClr val="F4F8FF"/>
                </a:solidFill>
              </a:rPr>
              <a:t>LSTM-GMM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044502-BE7C-43DE-8A89-0ACC8EA76197}"/>
              </a:ext>
            </a:extLst>
          </p:cNvPr>
          <p:cNvSpPr>
            <a:spLocks noGrp="1"/>
          </p:cNvSpPr>
          <p:nvPr/>
        </p:nvSpPr>
        <p:spPr>
          <a:xfrm>
            <a:off x="1333500" y="5581650"/>
            <a:ext cx="990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A5BDCD"/>
                </a:solidFill>
              </a:defRPr>
            </a:defPPr>
            <a:lvl1pPr>
              <a:defRPr sz="1500" b="0">
                <a:solidFill>
                  <a:srgbClr val="A5BDCD"/>
                </a:solidFill>
              </a:defRPr>
            </a:lvl1pPr>
            <a:lvl2pPr>
              <a:defRPr sz="1500" b="0">
                <a:solidFill>
                  <a:srgbClr val="A5BDCD"/>
                </a:solidFill>
              </a:defRPr>
            </a:lvl2pPr>
            <a:lvl3pPr>
              <a:defRPr sz="1500" b="0">
                <a:solidFill>
                  <a:srgbClr val="A5BDCD"/>
                </a:solidFill>
              </a:defRPr>
            </a:lvl3pPr>
            <a:lvl4pPr>
              <a:defRPr sz="1500" b="0">
                <a:solidFill>
                  <a:srgbClr val="A5BDCD"/>
                </a:solidFill>
              </a:defRPr>
            </a:lvl4pPr>
            <a:lvl5pPr>
              <a:defRPr sz="1500" b="0">
                <a:solidFill>
                  <a:srgbClr val="A5BDCD"/>
                </a:solidFill>
              </a:defRPr>
            </a:lvl5pPr>
            <a:lvl6pPr>
              <a:defRPr sz="1500" b="0">
                <a:solidFill>
                  <a:srgbClr val="A5BDCD"/>
                </a:solidFill>
              </a:defRPr>
            </a:lvl6pPr>
            <a:lvl7pPr>
              <a:defRPr sz="1500" b="0">
                <a:solidFill>
                  <a:srgbClr val="A5BDCD"/>
                </a:solidFill>
              </a:defRPr>
            </a:lvl7pPr>
            <a:lvl8pPr>
              <a:defRPr sz="1500" b="0">
                <a:solidFill>
                  <a:srgbClr val="A5BDCD"/>
                </a:solidFill>
              </a:defRPr>
            </a:lvl8pPr>
            <a:lvl9pPr>
              <a:defRPr sz="1500" b="0">
                <a:solidFill>
                  <a:srgbClr val="A5BDCD"/>
                </a:solidFill>
              </a:defRPr>
            </a:lvl9pPr>
          </a:lstStyle>
          <a:p>
            <a:pPr>
              <a:defRPr sz="1500" b="0">
                <a:solidFill>
                  <a:srgbClr val="A5BDCD"/>
                </a:solidFill>
              </a:defRPr>
            </a:pPr>
            <a:r>
              <a:rPr sz="1500" b="0">
                <a:solidFill>
                  <a:srgbClr val="A5BDCD"/>
                </a:solidFill>
              </a:rPr>
              <a:t>Mistura de gaussianas e comparação dos treinamentos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4DEB29-11F1-442D-8E26-932F00B419DC}"/>
              </a:ext>
            </a:extLst>
          </p:cNvPr>
          <p:cNvSpPr>
            <a:spLocks noGrp="1"/>
          </p:cNvSpPr>
          <p:nvPr/>
        </p:nvSpPr>
        <p:spPr>
          <a:xfrm>
            <a:off x="1333500" y="5981700"/>
            <a:ext cx="10001250" cy="9525"/>
          </a:xfrm>
          <a:prstGeom prst="rect">
            <a:avLst/>
          </a:prstGeom>
          <a:solidFill>
            <a:srgbClr val="17364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D40DF2-CF78-4572-BF24-25891BEA1EF6}"/>
              </a:ext>
            </a:extLst>
          </p:cNvPr>
          <p:cNvSpPr>
            <a:spLocks noGrp="1"/>
          </p:cNvSpPr>
          <p:nvPr/>
        </p:nvSpPr>
        <p:spPr>
          <a:xfrm>
            <a:off x="400050" y="6572250"/>
            <a:ext cx="1000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0">
                <a:solidFill>
                  <a:srgbClr val="A5BDCD"/>
                </a:solidFill>
              </a:defRPr>
            </a:defPPr>
            <a:lvl1pPr>
              <a:defRPr sz="825" b="0">
                <a:solidFill>
                  <a:srgbClr val="A5BDCD"/>
                </a:solidFill>
              </a:defRPr>
            </a:lvl1pPr>
            <a:lvl2pPr>
              <a:defRPr sz="825" b="0">
                <a:solidFill>
                  <a:srgbClr val="A5BDCD"/>
                </a:solidFill>
              </a:defRPr>
            </a:lvl2pPr>
            <a:lvl3pPr>
              <a:defRPr sz="825" b="0">
                <a:solidFill>
                  <a:srgbClr val="A5BDCD"/>
                </a:solidFill>
              </a:defRPr>
            </a:lvl3pPr>
            <a:lvl4pPr>
              <a:defRPr sz="825" b="0">
                <a:solidFill>
                  <a:srgbClr val="A5BDCD"/>
                </a:solidFill>
              </a:defRPr>
            </a:lvl4pPr>
            <a:lvl5pPr>
              <a:defRPr sz="825" b="0">
                <a:solidFill>
                  <a:srgbClr val="A5BDCD"/>
                </a:solidFill>
              </a:defRPr>
            </a:lvl5pPr>
            <a:lvl6pPr>
              <a:defRPr sz="825" b="0">
                <a:solidFill>
                  <a:srgbClr val="A5BDCD"/>
                </a:solidFill>
              </a:defRPr>
            </a:lvl6pPr>
            <a:lvl7pPr>
              <a:defRPr sz="825" b="0">
                <a:solidFill>
                  <a:srgbClr val="A5BDCD"/>
                </a:solidFill>
              </a:defRPr>
            </a:lvl7pPr>
            <a:lvl8pPr>
              <a:defRPr sz="825" b="0">
                <a:solidFill>
                  <a:srgbClr val="A5BDCD"/>
                </a:solidFill>
              </a:defRPr>
            </a:lvl8pPr>
            <a:lvl9pPr>
              <a:defRPr sz="825" b="0">
                <a:solidFill>
                  <a:srgbClr val="A5BDCD"/>
                </a:solidFill>
              </a:defRPr>
            </a:lvl9pPr>
          </a:lstStyle>
          <a:p>
            <a:pPr>
              <a:defRPr sz="825" b="0">
                <a:solidFill>
                  <a:srgbClr val="A5BDCD"/>
                </a:solidFill>
              </a:defRPr>
            </a:pPr>
            <a:r>
              <a:rPr sz="825" b="0">
                <a:solidFill>
                  <a:srgbClr val="A5BDCD"/>
                </a:solidFill>
              </a:rPr>
              <a:t>HYDRO-UAI  •  CHUVA FUTURA E INCERTEZA</a:t>
            </a:r>
          </a:p>
        </p:txBody>
      </p:sp>
    </p:spTree>
    <p:extLst>
      <p:ext uri="{BB962C8B-B14F-4D97-AF65-F5344CB8AC3E}">
        <p14:creationId xmlns:p14="http://schemas.microsoft.com/office/powerpoint/2010/main" val="1028279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3FDBB656-7FA5-4801-AE74-8DD5764E29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oundRect">
            <a:avLst>
              <a:gd name="adj" fmla="val 0"/>
            </a:avLst>
          </a:prstGeom>
          <a:solidFill>
            <a:srgbClr val="0A2C4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FA4A5D-FD99-4A05-B934-6FCA61D13343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620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</a:defRPr>
            </a:defPPr>
            <a:lvl1pPr>
              <a:defRPr sz="2475" b="1">
                <a:solidFill>
                  <a:srgbClr val="FFFFFF"/>
                </a:solidFill>
              </a:defRPr>
            </a:lvl1pPr>
            <a:lvl2pPr>
              <a:defRPr sz="2475" b="1">
                <a:solidFill>
                  <a:srgbClr val="FFFFFF"/>
                </a:solidFill>
              </a:defRPr>
            </a:lvl2pPr>
            <a:lvl3pPr>
              <a:defRPr sz="2475" b="1">
                <a:solidFill>
                  <a:srgbClr val="FFFFFF"/>
                </a:solidFill>
              </a:defRPr>
            </a:lvl3pPr>
            <a:lvl4pPr>
              <a:defRPr sz="2475" b="1">
                <a:solidFill>
                  <a:srgbClr val="FFFFFF"/>
                </a:solidFill>
              </a:defRPr>
            </a:lvl4pPr>
            <a:lvl5pPr>
              <a:defRPr sz="2475" b="1">
                <a:solidFill>
                  <a:srgbClr val="FFFFFF"/>
                </a:solidFill>
              </a:defRPr>
            </a:lvl5pPr>
            <a:lvl6pPr>
              <a:defRPr sz="2475" b="1">
                <a:solidFill>
                  <a:srgbClr val="FFFFFF"/>
                </a:solidFill>
              </a:defRPr>
            </a:lvl6pPr>
            <a:lvl7pPr>
              <a:defRPr sz="2475" b="1">
                <a:solidFill>
                  <a:srgbClr val="FFFFFF"/>
                </a:solidFill>
              </a:defRPr>
            </a:lvl7pPr>
            <a:lvl8pPr>
              <a:defRPr sz="2475" b="1">
                <a:solidFill>
                  <a:srgbClr val="FFFFFF"/>
                </a:solidFill>
              </a:defRPr>
            </a:lvl8pPr>
            <a:lvl9pPr>
              <a:defRPr sz="2475" b="1">
                <a:solidFill>
                  <a:srgbClr val="FFFFFF"/>
                </a:solidFill>
              </a:defRPr>
            </a:lvl9pPr>
          </a:lstStyle>
          <a:p>
            <a:pPr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Revisão da LSTM determinística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590E2B7-BB58-4700-A94E-1BA955980D95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504825" cy="504825"/>
          </a:xfrm>
          <a:prstGeom prst="ellipse">
            <a:avLst/>
          </a:prstGeom>
          <a:noFill/>
          <a:ln w="28575">
            <a:solidFill>
              <a:srgbClr val="55CF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66E5B3-C9AF-4581-8D76-16E699947EB5}"/>
              </a:ext>
            </a:extLst>
          </p:cNvPr>
          <p:cNvSpPr>
            <a:spLocks noGrp="1"/>
          </p:cNvSpPr>
          <p:nvPr/>
        </p:nvSpPr>
        <p:spPr>
          <a:xfrm>
            <a:off x="304800" y="219075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D2AD94-EB37-44BC-A2E5-1A008DF59476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999A08-86C1-4F20-85A3-4CB6F9A42FC8}"/>
              </a:ext>
            </a:extLst>
          </p:cNvPr>
          <p:cNvSpPr>
            <a:spLocks noGrp="1"/>
          </p:cNvSpPr>
          <p:nvPr/>
        </p:nvSpPr>
        <p:spPr>
          <a:xfrm>
            <a:off x="0" y="733425"/>
            <a:ext cx="12192000" cy="28575"/>
          </a:xfrm>
          <a:prstGeom prst="roundRect">
            <a:avLst>
              <a:gd name="adj" fmla="val 0"/>
            </a:avLst>
          </a:prstGeom>
          <a:solidFill>
            <a:srgbClr val="55CF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C95D841-99A8-48D2-8E25-E096590354C7}"/>
              </a:ext>
            </a:extLst>
          </p:cNvPr>
          <p:cNvSpPr>
            <a:spLocks noGrp="1"/>
          </p:cNvSpPr>
          <p:nvPr/>
        </p:nvSpPr>
        <p:spPr>
          <a:xfrm>
            <a:off x="95250" y="876300"/>
            <a:ext cx="3095625" cy="3857625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45203C-B7D9-47E3-BC8F-471F760597A9}"/>
              </a:ext>
            </a:extLst>
          </p:cNvPr>
          <p:cNvSpPr>
            <a:spLocks noGrp="1"/>
          </p:cNvSpPr>
          <p:nvPr/>
        </p:nvSpPr>
        <p:spPr>
          <a:xfrm>
            <a:off x="238125" y="981075"/>
            <a:ext cx="28098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Ideia central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A33FEA-9793-4ECC-9A5F-D77599907BFF}"/>
              </a:ext>
            </a:extLst>
          </p:cNvPr>
          <p:cNvSpPr>
            <a:spLocks noGrp="1"/>
          </p:cNvSpPr>
          <p:nvPr/>
        </p:nvSpPr>
        <p:spPr>
          <a:xfrm>
            <a:off x="3286125" y="876300"/>
            <a:ext cx="5619750" cy="3857625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C69363-9F0D-4379-B486-769ADFBB9E21}"/>
              </a:ext>
            </a:extLst>
          </p:cNvPr>
          <p:cNvSpPr>
            <a:spLocks noGrp="1"/>
          </p:cNvSpPr>
          <p:nvPr/>
        </p:nvSpPr>
        <p:spPr>
          <a:xfrm>
            <a:off x="3429000" y="981075"/>
            <a:ext cx="53340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Fluxo de informações no tempo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89340D6-7E26-4934-8CBA-A911145C03E1}"/>
              </a:ext>
            </a:extLst>
          </p:cNvPr>
          <p:cNvSpPr>
            <a:spLocks noGrp="1"/>
          </p:cNvSpPr>
          <p:nvPr/>
        </p:nvSpPr>
        <p:spPr>
          <a:xfrm>
            <a:off x="9001125" y="876300"/>
            <a:ext cx="3095625" cy="3857625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726265-5EF0-4200-BF99-11449A64F909}"/>
              </a:ext>
            </a:extLst>
          </p:cNvPr>
          <p:cNvSpPr>
            <a:spLocks noGrp="1"/>
          </p:cNvSpPr>
          <p:nvPr/>
        </p:nvSpPr>
        <p:spPr>
          <a:xfrm>
            <a:off x="9144000" y="981075"/>
            <a:ext cx="28098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O que a rede aprende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38CFF8-9D41-4051-BF8F-4D3F6F46A209}"/>
              </a:ext>
            </a:extLst>
          </p:cNvPr>
          <p:cNvSpPr>
            <a:spLocks noGrp="1"/>
          </p:cNvSpPr>
          <p:nvPr/>
        </p:nvSpPr>
        <p:spPr>
          <a:xfrm>
            <a:off x="266700" y="1447800"/>
            <a:ext cx="27241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0">
                <a:solidFill>
                  <a:srgbClr val="0B2349"/>
                </a:solidFill>
              </a:defRPr>
            </a:defPPr>
            <a:lvl1pPr>
              <a:defRPr sz="1725" b="0">
                <a:solidFill>
                  <a:srgbClr val="0B2349"/>
                </a:solidFill>
              </a:defRPr>
            </a:lvl1pPr>
            <a:lvl2pPr>
              <a:defRPr sz="1725" b="0">
                <a:solidFill>
                  <a:srgbClr val="0B2349"/>
                </a:solidFill>
              </a:defRPr>
            </a:lvl2pPr>
            <a:lvl3pPr>
              <a:defRPr sz="1725" b="0">
                <a:solidFill>
                  <a:srgbClr val="0B2349"/>
                </a:solidFill>
              </a:defRPr>
            </a:lvl3pPr>
            <a:lvl4pPr>
              <a:defRPr sz="1725" b="0">
                <a:solidFill>
                  <a:srgbClr val="0B2349"/>
                </a:solidFill>
              </a:defRPr>
            </a:lvl4pPr>
            <a:lvl5pPr>
              <a:defRPr sz="1725" b="0">
                <a:solidFill>
                  <a:srgbClr val="0B2349"/>
                </a:solidFill>
              </a:defRPr>
            </a:lvl5pPr>
            <a:lvl6pPr>
              <a:defRPr sz="1725" b="0">
                <a:solidFill>
                  <a:srgbClr val="0B2349"/>
                </a:solidFill>
              </a:defRPr>
            </a:lvl6pPr>
            <a:lvl7pPr>
              <a:defRPr sz="1725" b="0">
                <a:solidFill>
                  <a:srgbClr val="0B2349"/>
                </a:solidFill>
              </a:defRPr>
            </a:lvl7pPr>
            <a:lvl8pPr>
              <a:defRPr sz="1725" b="0">
                <a:solidFill>
                  <a:srgbClr val="0B2349"/>
                </a:solidFill>
              </a:defRPr>
            </a:lvl8pPr>
            <a:lvl9pPr>
              <a:defRPr sz="1725" b="0">
                <a:solidFill>
                  <a:srgbClr val="0B2349"/>
                </a:solidFill>
              </a:defRPr>
            </a:lvl9pPr>
          </a:lstStyle>
          <a:p>
            <a:pPr>
              <a:defRPr sz="1725" b="0">
                <a:solidFill>
                  <a:srgbClr val="0B2349"/>
                </a:solidFill>
              </a:defRPr>
            </a:pPr>
            <a:r>
              <a:rPr sz="1725" b="0">
                <a:solidFill>
                  <a:srgbClr val="0B2349"/>
                </a:solidFill>
              </a:rPr>
              <a:t>A LSTM lê uma janela de dados e resume o histórico para prever uma vazão futura.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3BDDAAC-8494-4C6D-AC0B-43CDDE5D6457}"/>
              </a:ext>
            </a:extLst>
          </p:cNvPr>
          <p:cNvSpPr>
            <a:spLocks noGrp="1"/>
          </p:cNvSpPr>
          <p:nvPr/>
        </p:nvSpPr>
        <p:spPr>
          <a:xfrm>
            <a:off x="257175" y="2733675"/>
            <a:ext cx="2771775" cy="1638300"/>
          </a:xfrm>
          <a:prstGeom prst="roundRect">
            <a:avLst>
              <a:gd name="adj" fmla="val 5233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71AE6D-9518-4F60-B0EE-C93230BC586A}"/>
              </a:ext>
            </a:extLst>
          </p:cNvPr>
          <p:cNvSpPr>
            <a:spLocks noGrp="1"/>
          </p:cNvSpPr>
          <p:nvPr/>
        </p:nvSpPr>
        <p:spPr>
          <a:xfrm>
            <a:off x="409575" y="2876550"/>
            <a:ext cx="2476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1">
                <a:solidFill>
                  <a:srgbClr val="007BC8"/>
                </a:solidFill>
              </a:defRPr>
            </a:defPPr>
            <a:lvl1pPr>
              <a:defRPr sz="1725" b="1">
                <a:solidFill>
                  <a:srgbClr val="007BC8"/>
                </a:solidFill>
              </a:defRPr>
            </a:lvl1pPr>
            <a:lvl2pPr>
              <a:defRPr sz="1725" b="1">
                <a:solidFill>
                  <a:srgbClr val="007BC8"/>
                </a:solidFill>
              </a:defRPr>
            </a:lvl2pPr>
            <a:lvl3pPr>
              <a:defRPr sz="1725" b="1">
                <a:solidFill>
                  <a:srgbClr val="007BC8"/>
                </a:solidFill>
              </a:defRPr>
            </a:lvl3pPr>
            <a:lvl4pPr>
              <a:defRPr sz="1725" b="1">
                <a:solidFill>
                  <a:srgbClr val="007BC8"/>
                </a:solidFill>
              </a:defRPr>
            </a:lvl4pPr>
            <a:lvl5pPr>
              <a:defRPr sz="1725" b="1">
                <a:solidFill>
                  <a:srgbClr val="007BC8"/>
                </a:solidFill>
              </a:defRPr>
            </a:lvl5pPr>
            <a:lvl6pPr>
              <a:defRPr sz="1725" b="1">
                <a:solidFill>
                  <a:srgbClr val="007BC8"/>
                </a:solidFill>
              </a:defRPr>
            </a:lvl6pPr>
            <a:lvl7pPr>
              <a:defRPr sz="1725" b="1">
                <a:solidFill>
                  <a:srgbClr val="007BC8"/>
                </a:solidFill>
              </a:defRPr>
            </a:lvl7pPr>
            <a:lvl8pPr>
              <a:defRPr sz="1725" b="1">
                <a:solidFill>
                  <a:srgbClr val="007BC8"/>
                </a:solidFill>
              </a:defRPr>
            </a:lvl8pPr>
            <a:lvl9pPr>
              <a:defRPr sz="1725" b="1">
                <a:solidFill>
                  <a:srgbClr val="007BC8"/>
                </a:solidFill>
              </a:defRPr>
            </a:lvl9pPr>
          </a:lstStyle>
          <a:p>
            <a:pPr>
              <a:defRPr sz="1725" b="1">
                <a:solidFill>
                  <a:srgbClr val="007BC8"/>
                </a:solidFill>
              </a:defRPr>
            </a:pPr>
            <a:r>
              <a:rPr sz="1725" b="1">
                <a:solidFill>
                  <a:srgbClr val="007BC8"/>
                </a:solidFill>
              </a:rPr>
              <a:t>Entradas por instante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5A2BBC-F131-4512-AF63-95E8F7C269FC}"/>
              </a:ext>
            </a:extLst>
          </p:cNvPr>
          <p:cNvSpPr>
            <a:spLocks noGrp="1"/>
          </p:cNvSpPr>
          <p:nvPr/>
        </p:nvSpPr>
        <p:spPr>
          <a:xfrm>
            <a:off x="409575" y="3305175"/>
            <a:ext cx="24574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0">
                <a:solidFill>
                  <a:srgbClr val="0B2349"/>
                </a:solidFill>
              </a:defRPr>
            </a:defPPr>
            <a:lvl1pPr>
              <a:defRPr sz="1575" b="0">
                <a:solidFill>
                  <a:srgbClr val="0B2349"/>
                </a:solidFill>
              </a:defRPr>
            </a:lvl1pPr>
            <a:lvl2pPr>
              <a:defRPr sz="1575" b="0">
                <a:solidFill>
                  <a:srgbClr val="0B2349"/>
                </a:solidFill>
              </a:defRPr>
            </a:lvl2pPr>
            <a:lvl3pPr>
              <a:defRPr sz="1575" b="0">
                <a:solidFill>
                  <a:srgbClr val="0B2349"/>
                </a:solidFill>
              </a:defRPr>
            </a:lvl3pPr>
            <a:lvl4pPr>
              <a:defRPr sz="1575" b="0">
                <a:solidFill>
                  <a:srgbClr val="0B2349"/>
                </a:solidFill>
              </a:defRPr>
            </a:lvl4pPr>
            <a:lvl5pPr>
              <a:defRPr sz="1575" b="0">
                <a:solidFill>
                  <a:srgbClr val="0B2349"/>
                </a:solidFill>
              </a:defRPr>
            </a:lvl5pPr>
            <a:lvl6pPr>
              <a:defRPr sz="1575" b="0">
                <a:solidFill>
                  <a:srgbClr val="0B2349"/>
                </a:solidFill>
              </a:defRPr>
            </a:lvl6pPr>
            <a:lvl7pPr>
              <a:defRPr sz="1575" b="0">
                <a:solidFill>
                  <a:srgbClr val="0B2349"/>
                </a:solidFill>
              </a:defRPr>
            </a:lvl7pPr>
            <a:lvl8pPr>
              <a:defRPr sz="1575" b="0">
                <a:solidFill>
                  <a:srgbClr val="0B2349"/>
                </a:solidFill>
              </a:defRPr>
            </a:lvl8pPr>
            <a:lvl9pPr>
              <a:defRPr sz="1575" b="0">
                <a:solidFill>
                  <a:srgbClr val="0B2349"/>
                </a:solidFill>
              </a:defRPr>
            </a:lvl9pPr>
          </a:lstStyle>
          <a:p>
            <a:pPr>
              <a:defRPr sz="1575" b="0">
                <a:solidFill>
                  <a:srgbClr val="0B2349"/>
                </a:solidFill>
              </a:defRPr>
            </a:pPr>
            <a:r>
              <a:rPr sz="1575" b="0">
                <a:solidFill>
                  <a:srgbClr val="0B2349"/>
                </a:solidFill>
              </a:rPr>
              <a:t>Chuva, vazão e temperatura.</a:t>
            </a:r>
          </a:p>
          <a:p>
            <a:endParaRPr sz="1575" b="0">
              <a:solidFill>
                <a:srgbClr val="0B2349"/>
              </a:solidFill>
            </a:endParaRPr>
          </a:p>
          <a:p>
            <a:pPr>
              <a:defRPr sz="1575" b="0">
                <a:solidFill>
                  <a:srgbClr val="0B2349"/>
                </a:solidFill>
              </a:defRPr>
            </a:pPr>
            <a:r>
              <a:rPr sz="1575" b="0">
                <a:solidFill>
                  <a:srgbClr val="0B2349"/>
                </a:solidFill>
              </a:rPr>
              <a:t>Alvo: vazão no horizonte H.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DB59ABF-0E77-4709-9CF6-944ABEA8A202}"/>
              </a:ext>
            </a:extLst>
          </p:cNvPr>
          <p:cNvSpPr>
            <a:spLocks noGrp="1"/>
          </p:cNvSpPr>
          <p:nvPr/>
        </p:nvSpPr>
        <p:spPr>
          <a:xfrm>
            <a:off x="3714750" y="1495425"/>
            <a:ext cx="1190625" cy="400050"/>
          </a:xfrm>
          <a:prstGeom prst="roundRect">
            <a:avLst>
              <a:gd name="adj" fmla="val 11905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E90323-3AAA-4D00-9027-BDFF7BADA241}"/>
              </a:ext>
            </a:extLst>
          </p:cNvPr>
          <p:cNvSpPr>
            <a:spLocks noGrp="1"/>
          </p:cNvSpPr>
          <p:nvPr/>
        </p:nvSpPr>
        <p:spPr>
          <a:xfrm>
            <a:off x="3762375" y="1562100"/>
            <a:ext cx="1095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0B2349"/>
                </a:solidFill>
              </a:defRPr>
            </a:defPPr>
            <a:lvl1pPr algn="ctr">
              <a:defRPr sz="1800" b="1">
                <a:solidFill>
                  <a:srgbClr val="0B2349"/>
                </a:solidFill>
              </a:defRPr>
            </a:lvl1pPr>
            <a:lvl2pPr algn="ctr">
              <a:defRPr sz="1800" b="1">
                <a:solidFill>
                  <a:srgbClr val="0B2349"/>
                </a:solidFill>
              </a:defRPr>
            </a:lvl2pPr>
            <a:lvl3pPr algn="ctr">
              <a:defRPr sz="1800" b="1">
                <a:solidFill>
                  <a:srgbClr val="0B2349"/>
                </a:solidFill>
              </a:defRPr>
            </a:lvl3pPr>
            <a:lvl4pPr algn="ctr">
              <a:defRPr sz="1800" b="1">
                <a:solidFill>
                  <a:srgbClr val="0B2349"/>
                </a:solidFill>
              </a:defRPr>
            </a:lvl4pPr>
            <a:lvl5pPr algn="ctr">
              <a:defRPr sz="1800" b="1">
                <a:solidFill>
                  <a:srgbClr val="0B2349"/>
                </a:solidFill>
              </a:defRPr>
            </a:lvl5pPr>
            <a:lvl6pPr algn="ctr">
              <a:defRPr sz="1800" b="1">
                <a:solidFill>
                  <a:srgbClr val="0B2349"/>
                </a:solidFill>
              </a:defRPr>
            </a:lvl6pPr>
            <a:lvl7pPr algn="ctr">
              <a:defRPr sz="1800" b="1">
                <a:solidFill>
                  <a:srgbClr val="0B2349"/>
                </a:solidFill>
              </a:defRPr>
            </a:lvl7pPr>
            <a:lvl8pPr algn="ctr">
              <a:defRPr sz="1800" b="1">
                <a:solidFill>
                  <a:srgbClr val="0B2349"/>
                </a:solidFill>
              </a:defRPr>
            </a:lvl8pPr>
            <a:lvl9pPr algn="ctr">
              <a:defRPr sz="1800" b="1">
                <a:solidFill>
                  <a:srgbClr val="0B2349"/>
                </a:solidFill>
              </a:defRPr>
            </a:lvl9pPr>
          </a:lstStyle>
          <a:p>
            <a:pPr algn="ctr">
              <a:defRPr sz="1800" b="1">
                <a:solidFill>
                  <a:srgbClr val="0B2349"/>
                </a:solidFill>
              </a:defRPr>
            </a:pPr>
            <a:r>
              <a:rPr sz="1800" b="1">
                <a:solidFill>
                  <a:srgbClr val="0B2349"/>
                </a:solidFill>
              </a:rPr>
              <a:t>t − 2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6835264-479C-4271-AC37-E1BAFF7EDDF0}"/>
              </a:ext>
            </a:extLst>
          </p:cNvPr>
          <p:cNvSpPr>
            <a:spLocks noGrp="1"/>
          </p:cNvSpPr>
          <p:nvPr/>
        </p:nvSpPr>
        <p:spPr>
          <a:xfrm>
            <a:off x="3714750" y="2095500"/>
            <a:ext cx="1190625" cy="400050"/>
          </a:xfrm>
          <a:prstGeom prst="roundRect">
            <a:avLst>
              <a:gd name="adj" fmla="val 11905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713075-4269-4857-8A0F-951CAD12C437}"/>
              </a:ext>
            </a:extLst>
          </p:cNvPr>
          <p:cNvSpPr>
            <a:spLocks noGrp="1"/>
          </p:cNvSpPr>
          <p:nvPr/>
        </p:nvSpPr>
        <p:spPr>
          <a:xfrm>
            <a:off x="3762375" y="2162175"/>
            <a:ext cx="1095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75" b="1">
                <a:solidFill>
                  <a:srgbClr val="0B2349"/>
                </a:solidFill>
              </a:defRPr>
            </a:defPPr>
            <a:lvl1pPr algn="ctr">
              <a:defRPr sz="1575" b="1">
                <a:solidFill>
                  <a:srgbClr val="0B2349"/>
                </a:solidFill>
              </a:defRPr>
            </a:lvl1pPr>
            <a:lvl2pPr algn="ctr">
              <a:defRPr sz="1575" b="1">
                <a:solidFill>
                  <a:srgbClr val="0B2349"/>
                </a:solidFill>
              </a:defRPr>
            </a:lvl2pPr>
            <a:lvl3pPr algn="ctr">
              <a:defRPr sz="1575" b="1">
                <a:solidFill>
                  <a:srgbClr val="0B2349"/>
                </a:solidFill>
              </a:defRPr>
            </a:lvl3pPr>
            <a:lvl4pPr algn="ctr">
              <a:defRPr sz="1575" b="1">
                <a:solidFill>
                  <a:srgbClr val="0B2349"/>
                </a:solidFill>
              </a:defRPr>
            </a:lvl4pPr>
            <a:lvl5pPr algn="ctr">
              <a:defRPr sz="1575" b="1">
                <a:solidFill>
                  <a:srgbClr val="0B2349"/>
                </a:solidFill>
              </a:defRPr>
            </a:lvl5pPr>
            <a:lvl6pPr algn="ctr">
              <a:defRPr sz="1575" b="1">
                <a:solidFill>
                  <a:srgbClr val="0B2349"/>
                </a:solidFill>
              </a:defRPr>
            </a:lvl6pPr>
            <a:lvl7pPr algn="ctr">
              <a:defRPr sz="1575" b="1">
                <a:solidFill>
                  <a:srgbClr val="0B2349"/>
                </a:solidFill>
              </a:defRPr>
            </a:lvl7pPr>
            <a:lvl8pPr algn="ctr">
              <a:defRPr sz="1575" b="1">
                <a:solidFill>
                  <a:srgbClr val="0B2349"/>
                </a:solidFill>
              </a:defRPr>
            </a:lvl8pPr>
            <a:lvl9pPr algn="ctr">
              <a:defRPr sz="1575" b="1">
                <a:solidFill>
                  <a:srgbClr val="0B2349"/>
                </a:solidFill>
              </a:defRPr>
            </a:lvl9pPr>
          </a:lstStyle>
          <a:p>
            <a:pPr algn="ctr"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P, Q, 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DBD161-0A7B-456A-9D55-8BA7C9CA97A3}"/>
              </a:ext>
            </a:extLst>
          </p:cNvPr>
          <p:cNvCxnSpPr/>
          <p:nvPr/>
        </p:nvCxnSpPr>
        <p:spPr>
          <a:xfrm>
            <a:off x="4305300" y="2495550"/>
            <a:ext cx="0" cy="247650"/>
          </a:xfrm>
          <a:prstGeom prst="straightConnector1">
            <a:avLst/>
          </a:prstGeom>
          <a:ln w="23813">
            <a:solidFill>
              <a:srgbClr val="0B2349"/>
            </a:solidFill>
            <a:prstDash val="solid"/>
            <a:tailEnd type="triangle" w="sm" len="sm"/>
          </a:ln>
        </p:spPr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52D875B-41A9-4399-9978-92B74C70C8C0}"/>
              </a:ext>
            </a:extLst>
          </p:cNvPr>
          <p:cNvSpPr>
            <a:spLocks noGrp="1"/>
          </p:cNvSpPr>
          <p:nvPr/>
        </p:nvSpPr>
        <p:spPr>
          <a:xfrm>
            <a:off x="3714750" y="2781300"/>
            <a:ext cx="1190625" cy="600075"/>
          </a:xfrm>
          <a:prstGeom prst="roundRect">
            <a:avLst>
              <a:gd name="adj" fmla="val 7937"/>
            </a:avLst>
          </a:prstGeom>
          <a:solidFill>
            <a:srgbClr val="007BC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9C34CF-2798-4632-BB01-C477321D2746}"/>
              </a:ext>
            </a:extLst>
          </p:cNvPr>
          <p:cNvSpPr>
            <a:spLocks noGrp="1"/>
          </p:cNvSpPr>
          <p:nvPr/>
        </p:nvSpPr>
        <p:spPr>
          <a:xfrm>
            <a:off x="3762375" y="2847975"/>
            <a:ext cx="10953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defRPr sz="2025" b="1">
                <a:solidFill>
                  <a:srgbClr val="FFFFFF"/>
                </a:solidFill>
              </a:defRPr>
            </a:lvl1pPr>
            <a:lvl2pPr algn="ctr">
              <a:defRPr sz="2025" b="1">
                <a:solidFill>
                  <a:srgbClr val="FFFFFF"/>
                </a:solidFill>
              </a:defRPr>
            </a:lvl2pPr>
            <a:lvl3pPr algn="ctr">
              <a:defRPr sz="2025" b="1">
                <a:solidFill>
                  <a:srgbClr val="FFFFFF"/>
                </a:solidFill>
              </a:defRPr>
            </a:lvl3pPr>
            <a:lvl4pPr algn="ctr">
              <a:defRPr sz="2025" b="1">
                <a:solidFill>
                  <a:srgbClr val="FFFFFF"/>
                </a:solidFill>
              </a:defRPr>
            </a:lvl4pPr>
            <a:lvl5pPr algn="ctr">
              <a:defRPr sz="2025" b="1">
                <a:solidFill>
                  <a:srgbClr val="FFFFFF"/>
                </a:solidFill>
              </a:defRPr>
            </a:lvl5pPr>
            <a:lvl6pPr algn="ctr">
              <a:defRPr sz="2025" b="1">
                <a:solidFill>
                  <a:srgbClr val="FFFFFF"/>
                </a:solidFill>
              </a:defRPr>
            </a:lvl6pPr>
            <a:lvl7pPr algn="ctr">
              <a:defRPr sz="2025" b="1">
                <a:solidFill>
                  <a:srgbClr val="FFFFFF"/>
                </a:solidFill>
              </a:defRPr>
            </a:lvl7pPr>
            <a:lvl8pPr algn="ctr">
              <a:defRPr sz="2025" b="1">
                <a:solidFill>
                  <a:srgbClr val="FFFFFF"/>
                </a:solidFill>
              </a:defRPr>
            </a:lvl8pPr>
            <a:lvl9pPr algn="ctr">
              <a:defRPr sz="2025" b="1">
                <a:solidFill>
                  <a:srgbClr val="FFFFFF"/>
                </a:solidFill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LSTM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90ECB0D-2513-4F99-B353-20F1B61C942A}"/>
              </a:ext>
            </a:extLst>
          </p:cNvPr>
          <p:cNvCxnSpPr/>
          <p:nvPr/>
        </p:nvCxnSpPr>
        <p:spPr>
          <a:xfrm>
            <a:off x="4905375" y="3076575"/>
            <a:ext cx="571500" cy="0"/>
          </a:xfrm>
          <a:prstGeom prst="straightConnector1">
            <a:avLst/>
          </a:prstGeom>
          <a:ln w="23813">
            <a:solidFill>
              <a:srgbClr val="007BC8"/>
            </a:solidFill>
            <a:prstDash val="solid"/>
            <a:tailEnd type="triangle" w="sm" len="sm"/>
          </a:ln>
        </p:spPr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3AA868B-7BAB-4E35-AEE9-FE7B0A9A81FA}"/>
              </a:ext>
            </a:extLst>
          </p:cNvPr>
          <p:cNvSpPr>
            <a:spLocks noGrp="1"/>
          </p:cNvSpPr>
          <p:nvPr/>
        </p:nvSpPr>
        <p:spPr>
          <a:xfrm>
            <a:off x="4972050" y="2752725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1">
                <a:solidFill>
                  <a:srgbClr val="09A88A"/>
                </a:solidFill>
              </a:defRPr>
            </a:defPPr>
            <a:lvl1pPr>
              <a:defRPr sz="1350" b="1">
                <a:solidFill>
                  <a:srgbClr val="09A88A"/>
                </a:solidFill>
              </a:defRPr>
            </a:lvl1pPr>
            <a:lvl2pPr>
              <a:defRPr sz="1350" b="1">
                <a:solidFill>
                  <a:srgbClr val="09A88A"/>
                </a:solidFill>
              </a:defRPr>
            </a:lvl2pPr>
            <a:lvl3pPr>
              <a:defRPr sz="1350" b="1">
                <a:solidFill>
                  <a:srgbClr val="09A88A"/>
                </a:solidFill>
              </a:defRPr>
            </a:lvl3pPr>
            <a:lvl4pPr>
              <a:defRPr sz="1350" b="1">
                <a:solidFill>
                  <a:srgbClr val="09A88A"/>
                </a:solidFill>
              </a:defRPr>
            </a:lvl4pPr>
            <a:lvl5pPr>
              <a:defRPr sz="1350" b="1">
                <a:solidFill>
                  <a:srgbClr val="09A88A"/>
                </a:solidFill>
              </a:defRPr>
            </a:lvl5pPr>
            <a:lvl6pPr>
              <a:defRPr sz="1350" b="1">
                <a:solidFill>
                  <a:srgbClr val="09A88A"/>
                </a:solidFill>
              </a:defRPr>
            </a:lvl6pPr>
            <a:lvl7pPr>
              <a:defRPr sz="1350" b="1">
                <a:solidFill>
                  <a:srgbClr val="09A88A"/>
                </a:solidFill>
              </a:defRPr>
            </a:lvl7pPr>
            <a:lvl8pPr>
              <a:defRPr sz="1350" b="1">
                <a:solidFill>
                  <a:srgbClr val="09A88A"/>
                </a:solidFill>
              </a:defRPr>
            </a:lvl8pPr>
            <a:lvl9pPr>
              <a:defRPr sz="1350" b="1">
                <a:solidFill>
                  <a:srgbClr val="09A88A"/>
                </a:solidFill>
              </a:defRPr>
            </a:lvl9pPr>
          </a:lstStyle>
          <a:p>
            <a:pPr>
              <a:defRPr sz="1350" b="1">
                <a:solidFill>
                  <a:srgbClr val="09A88A"/>
                </a:solidFill>
              </a:defRPr>
            </a:pPr>
            <a:r>
              <a:rPr sz="1350" b="1">
                <a:solidFill>
                  <a:srgbClr val="09A88A"/>
                </a:solidFill>
              </a:rPr>
              <a:t>c, h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2BF12D5-4ED7-454C-A3C2-5C93B659FFCD}"/>
              </a:ext>
            </a:extLst>
          </p:cNvPr>
          <p:cNvSpPr>
            <a:spLocks noGrp="1"/>
          </p:cNvSpPr>
          <p:nvPr/>
        </p:nvSpPr>
        <p:spPr>
          <a:xfrm>
            <a:off x="5476875" y="1495425"/>
            <a:ext cx="1190625" cy="400050"/>
          </a:xfrm>
          <a:prstGeom prst="roundRect">
            <a:avLst>
              <a:gd name="adj" fmla="val 11905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6A3E09-BE97-4A41-A8DC-63788241DC6F}"/>
              </a:ext>
            </a:extLst>
          </p:cNvPr>
          <p:cNvSpPr>
            <a:spLocks noGrp="1"/>
          </p:cNvSpPr>
          <p:nvPr/>
        </p:nvSpPr>
        <p:spPr>
          <a:xfrm>
            <a:off x="5524500" y="1562100"/>
            <a:ext cx="1095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0B2349"/>
                </a:solidFill>
              </a:defRPr>
            </a:defPPr>
            <a:lvl1pPr algn="ctr">
              <a:defRPr sz="1800" b="1">
                <a:solidFill>
                  <a:srgbClr val="0B2349"/>
                </a:solidFill>
              </a:defRPr>
            </a:lvl1pPr>
            <a:lvl2pPr algn="ctr">
              <a:defRPr sz="1800" b="1">
                <a:solidFill>
                  <a:srgbClr val="0B2349"/>
                </a:solidFill>
              </a:defRPr>
            </a:lvl2pPr>
            <a:lvl3pPr algn="ctr">
              <a:defRPr sz="1800" b="1">
                <a:solidFill>
                  <a:srgbClr val="0B2349"/>
                </a:solidFill>
              </a:defRPr>
            </a:lvl3pPr>
            <a:lvl4pPr algn="ctr">
              <a:defRPr sz="1800" b="1">
                <a:solidFill>
                  <a:srgbClr val="0B2349"/>
                </a:solidFill>
              </a:defRPr>
            </a:lvl4pPr>
            <a:lvl5pPr algn="ctr">
              <a:defRPr sz="1800" b="1">
                <a:solidFill>
                  <a:srgbClr val="0B2349"/>
                </a:solidFill>
              </a:defRPr>
            </a:lvl5pPr>
            <a:lvl6pPr algn="ctr">
              <a:defRPr sz="1800" b="1">
                <a:solidFill>
                  <a:srgbClr val="0B2349"/>
                </a:solidFill>
              </a:defRPr>
            </a:lvl6pPr>
            <a:lvl7pPr algn="ctr">
              <a:defRPr sz="1800" b="1">
                <a:solidFill>
                  <a:srgbClr val="0B2349"/>
                </a:solidFill>
              </a:defRPr>
            </a:lvl7pPr>
            <a:lvl8pPr algn="ctr">
              <a:defRPr sz="1800" b="1">
                <a:solidFill>
                  <a:srgbClr val="0B2349"/>
                </a:solidFill>
              </a:defRPr>
            </a:lvl8pPr>
            <a:lvl9pPr algn="ctr">
              <a:defRPr sz="1800" b="1">
                <a:solidFill>
                  <a:srgbClr val="0B2349"/>
                </a:solidFill>
              </a:defRPr>
            </a:lvl9pPr>
          </a:lstStyle>
          <a:p>
            <a:pPr algn="ctr">
              <a:defRPr sz="1800" b="1">
                <a:solidFill>
                  <a:srgbClr val="0B2349"/>
                </a:solidFill>
              </a:defRPr>
            </a:pPr>
            <a:r>
              <a:rPr sz="1800" b="1">
                <a:solidFill>
                  <a:srgbClr val="0B2349"/>
                </a:solidFill>
              </a:rPr>
              <a:t>t − 1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A853898-6D4E-42F6-A35B-E47EE161A4B9}"/>
              </a:ext>
            </a:extLst>
          </p:cNvPr>
          <p:cNvSpPr>
            <a:spLocks noGrp="1"/>
          </p:cNvSpPr>
          <p:nvPr/>
        </p:nvSpPr>
        <p:spPr>
          <a:xfrm>
            <a:off x="5476875" y="2095500"/>
            <a:ext cx="1190625" cy="400050"/>
          </a:xfrm>
          <a:prstGeom prst="roundRect">
            <a:avLst>
              <a:gd name="adj" fmla="val 11905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F4E7293-FE98-406C-878C-D6796BE555DC}"/>
              </a:ext>
            </a:extLst>
          </p:cNvPr>
          <p:cNvSpPr>
            <a:spLocks noGrp="1"/>
          </p:cNvSpPr>
          <p:nvPr/>
        </p:nvSpPr>
        <p:spPr>
          <a:xfrm>
            <a:off x="5524500" y="2162175"/>
            <a:ext cx="1095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75" b="1">
                <a:solidFill>
                  <a:srgbClr val="0B2349"/>
                </a:solidFill>
              </a:defRPr>
            </a:defPPr>
            <a:lvl1pPr algn="ctr">
              <a:defRPr sz="1575" b="1">
                <a:solidFill>
                  <a:srgbClr val="0B2349"/>
                </a:solidFill>
              </a:defRPr>
            </a:lvl1pPr>
            <a:lvl2pPr algn="ctr">
              <a:defRPr sz="1575" b="1">
                <a:solidFill>
                  <a:srgbClr val="0B2349"/>
                </a:solidFill>
              </a:defRPr>
            </a:lvl2pPr>
            <a:lvl3pPr algn="ctr">
              <a:defRPr sz="1575" b="1">
                <a:solidFill>
                  <a:srgbClr val="0B2349"/>
                </a:solidFill>
              </a:defRPr>
            </a:lvl3pPr>
            <a:lvl4pPr algn="ctr">
              <a:defRPr sz="1575" b="1">
                <a:solidFill>
                  <a:srgbClr val="0B2349"/>
                </a:solidFill>
              </a:defRPr>
            </a:lvl4pPr>
            <a:lvl5pPr algn="ctr">
              <a:defRPr sz="1575" b="1">
                <a:solidFill>
                  <a:srgbClr val="0B2349"/>
                </a:solidFill>
              </a:defRPr>
            </a:lvl5pPr>
            <a:lvl6pPr algn="ctr">
              <a:defRPr sz="1575" b="1">
                <a:solidFill>
                  <a:srgbClr val="0B2349"/>
                </a:solidFill>
              </a:defRPr>
            </a:lvl6pPr>
            <a:lvl7pPr algn="ctr">
              <a:defRPr sz="1575" b="1">
                <a:solidFill>
                  <a:srgbClr val="0B2349"/>
                </a:solidFill>
              </a:defRPr>
            </a:lvl7pPr>
            <a:lvl8pPr algn="ctr">
              <a:defRPr sz="1575" b="1">
                <a:solidFill>
                  <a:srgbClr val="0B2349"/>
                </a:solidFill>
              </a:defRPr>
            </a:lvl8pPr>
            <a:lvl9pPr algn="ctr">
              <a:defRPr sz="1575" b="1">
                <a:solidFill>
                  <a:srgbClr val="0B2349"/>
                </a:solidFill>
              </a:defRPr>
            </a:lvl9pPr>
          </a:lstStyle>
          <a:p>
            <a:pPr algn="ctr"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P, Q, 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50E8176-3BA3-4304-B8BC-91C1E18E39AB}"/>
              </a:ext>
            </a:extLst>
          </p:cNvPr>
          <p:cNvCxnSpPr/>
          <p:nvPr/>
        </p:nvCxnSpPr>
        <p:spPr>
          <a:xfrm>
            <a:off x="6067425" y="2495550"/>
            <a:ext cx="0" cy="247650"/>
          </a:xfrm>
          <a:prstGeom prst="straightConnector1">
            <a:avLst/>
          </a:prstGeom>
          <a:ln w="23813">
            <a:solidFill>
              <a:srgbClr val="0B2349"/>
            </a:solidFill>
            <a:prstDash val="solid"/>
            <a:tailEnd type="triangle" w="sm" len="sm"/>
          </a:ln>
        </p:spPr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966A183-2D05-4B7F-915A-9DC87A794F74}"/>
              </a:ext>
            </a:extLst>
          </p:cNvPr>
          <p:cNvSpPr>
            <a:spLocks noGrp="1"/>
          </p:cNvSpPr>
          <p:nvPr/>
        </p:nvSpPr>
        <p:spPr>
          <a:xfrm>
            <a:off x="5476875" y="2781300"/>
            <a:ext cx="1190625" cy="600075"/>
          </a:xfrm>
          <a:prstGeom prst="roundRect">
            <a:avLst>
              <a:gd name="adj" fmla="val 7937"/>
            </a:avLst>
          </a:prstGeom>
          <a:solidFill>
            <a:srgbClr val="007BC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A8187A-96BE-46DF-9E94-43CC7ACDD942}"/>
              </a:ext>
            </a:extLst>
          </p:cNvPr>
          <p:cNvSpPr>
            <a:spLocks noGrp="1"/>
          </p:cNvSpPr>
          <p:nvPr/>
        </p:nvSpPr>
        <p:spPr>
          <a:xfrm>
            <a:off x="5524500" y="2847975"/>
            <a:ext cx="10953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defRPr sz="2025" b="1">
                <a:solidFill>
                  <a:srgbClr val="FFFFFF"/>
                </a:solidFill>
              </a:defRPr>
            </a:lvl1pPr>
            <a:lvl2pPr algn="ctr">
              <a:defRPr sz="2025" b="1">
                <a:solidFill>
                  <a:srgbClr val="FFFFFF"/>
                </a:solidFill>
              </a:defRPr>
            </a:lvl2pPr>
            <a:lvl3pPr algn="ctr">
              <a:defRPr sz="2025" b="1">
                <a:solidFill>
                  <a:srgbClr val="FFFFFF"/>
                </a:solidFill>
              </a:defRPr>
            </a:lvl3pPr>
            <a:lvl4pPr algn="ctr">
              <a:defRPr sz="2025" b="1">
                <a:solidFill>
                  <a:srgbClr val="FFFFFF"/>
                </a:solidFill>
              </a:defRPr>
            </a:lvl4pPr>
            <a:lvl5pPr algn="ctr">
              <a:defRPr sz="2025" b="1">
                <a:solidFill>
                  <a:srgbClr val="FFFFFF"/>
                </a:solidFill>
              </a:defRPr>
            </a:lvl5pPr>
            <a:lvl6pPr algn="ctr">
              <a:defRPr sz="2025" b="1">
                <a:solidFill>
                  <a:srgbClr val="FFFFFF"/>
                </a:solidFill>
              </a:defRPr>
            </a:lvl6pPr>
            <a:lvl7pPr algn="ctr">
              <a:defRPr sz="2025" b="1">
                <a:solidFill>
                  <a:srgbClr val="FFFFFF"/>
                </a:solidFill>
              </a:defRPr>
            </a:lvl7pPr>
            <a:lvl8pPr algn="ctr">
              <a:defRPr sz="2025" b="1">
                <a:solidFill>
                  <a:srgbClr val="FFFFFF"/>
                </a:solidFill>
              </a:defRPr>
            </a:lvl8pPr>
            <a:lvl9pPr algn="ctr">
              <a:defRPr sz="2025" b="1">
                <a:solidFill>
                  <a:srgbClr val="FFFFFF"/>
                </a:solidFill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LSTM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3D28887-9112-40E6-A40C-C00B5A9DB0FC}"/>
              </a:ext>
            </a:extLst>
          </p:cNvPr>
          <p:cNvCxnSpPr/>
          <p:nvPr/>
        </p:nvCxnSpPr>
        <p:spPr>
          <a:xfrm>
            <a:off x="6667500" y="3076575"/>
            <a:ext cx="571500" cy="0"/>
          </a:xfrm>
          <a:prstGeom prst="straightConnector1">
            <a:avLst/>
          </a:prstGeom>
          <a:ln w="23813">
            <a:solidFill>
              <a:srgbClr val="007BC8"/>
            </a:solidFill>
            <a:prstDash val="solid"/>
            <a:tailEnd type="triangle" w="sm" len="sm"/>
          </a:ln>
        </p:spPr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DC655F3-2E54-43C9-A569-B240A6F97082}"/>
              </a:ext>
            </a:extLst>
          </p:cNvPr>
          <p:cNvSpPr>
            <a:spLocks noGrp="1"/>
          </p:cNvSpPr>
          <p:nvPr/>
        </p:nvSpPr>
        <p:spPr>
          <a:xfrm>
            <a:off x="6734175" y="2752725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1">
                <a:solidFill>
                  <a:srgbClr val="09A88A"/>
                </a:solidFill>
              </a:defRPr>
            </a:defPPr>
            <a:lvl1pPr>
              <a:defRPr sz="1350" b="1">
                <a:solidFill>
                  <a:srgbClr val="09A88A"/>
                </a:solidFill>
              </a:defRPr>
            </a:lvl1pPr>
            <a:lvl2pPr>
              <a:defRPr sz="1350" b="1">
                <a:solidFill>
                  <a:srgbClr val="09A88A"/>
                </a:solidFill>
              </a:defRPr>
            </a:lvl2pPr>
            <a:lvl3pPr>
              <a:defRPr sz="1350" b="1">
                <a:solidFill>
                  <a:srgbClr val="09A88A"/>
                </a:solidFill>
              </a:defRPr>
            </a:lvl3pPr>
            <a:lvl4pPr>
              <a:defRPr sz="1350" b="1">
                <a:solidFill>
                  <a:srgbClr val="09A88A"/>
                </a:solidFill>
              </a:defRPr>
            </a:lvl4pPr>
            <a:lvl5pPr>
              <a:defRPr sz="1350" b="1">
                <a:solidFill>
                  <a:srgbClr val="09A88A"/>
                </a:solidFill>
              </a:defRPr>
            </a:lvl5pPr>
            <a:lvl6pPr>
              <a:defRPr sz="1350" b="1">
                <a:solidFill>
                  <a:srgbClr val="09A88A"/>
                </a:solidFill>
              </a:defRPr>
            </a:lvl6pPr>
            <a:lvl7pPr>
              <a:defRPr sz="1350" b="1">
                <a:solidFill>
                  <a:srgbClr val="09A88A"/>
                </a:solidFill>
              </a:defRPr>
            </a:lvl7pPr>
            <a:lvl8pPr>
              <a:defRPr sz="1350" b="1">
                <a:solidFill>
                  <a:srgbClr val="09A88A"/>
                </a:solidFill>
              </a:defRPr>
            </a:lvl8pPr>
            <a:lvl9pPr>
              <a:defRPr sz="1350" b="1">
                <a:solidFill>
                  <a:srgbClr val="09A88A"/>
                </a:solidFill>
              </a:defRPr>
            </a:lvl9pPr>
          </a:lstStyle>
          <a:p>
            <a:pPr>
              <a:defRPr sz="1350" b="1">
                <a:solidFill>
                  <a:srgbClr val="09A88A"/>
                </a:solidFill>
              </a:defRPr>
            </a:pPr>
            <a:r>
              <a:rPr sz="1350" b="1">
                <a:solidFill>
                  <a:srgbClr val="09A88A"/>
                </a:solidFill>
              </a:rPr>
              <a:t>c, h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B0A443E-BD4B-4387-81CB-69A84942B543}"/>
              </a:ext>
            </a:extLst>
          </p:cNvPr>
          <p:cNvSpPr>
            <a:spLocks noGrp="1"/>
          </p:cNvSpPr>
          <p:nvPr/>
        </p:nvSpPr>
        <p:spPr>
          <a:xfrm>
            <a:off x="7239000" y="1495425"/>
            <a:ext cx="1190625" cy="400050"/>
          </a:xfrm>
          <a:prstGeom prst="roundRect">
            <a:avLst>
              <a:gd name="adj" fmla="val 11905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1269CB8-6F69-4B77-A013-39017848CC06}"/>
              </a:ext>
            </a:extLst>
          </p:cNvPr>
          <p:cNvSpPr>
            <a:spLocks noGrp="1"/>
          </p:cNvSpPr>
          <p:nvPr/>
        </p:nvSpPr>
        <p:spPr>
          <a:xfrm>
            <a:off x="7286625" y="1562100"/>
            <a:ext cx="1095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0B2349"/>
                </a:solidFill>
              </a:defRPr>
            </a:defPPr>
            <a:lvl1pPr algn="ctr">
              <a:defRPr sz="1800" b="1">
                <a:solidFill>
                  <a:srgbClr val="0B2349"/>
                </a:solidFill>
              </a:defRPr>
            </a:lvl1pPr>
            <a:lvl2pPr algn="ctr">
              <a:defRPr sz="1800" b="1">
                <a:solidFill>
                  <a:srgbClr val="0B2349"/>
                </a:solidFill>
              </a:defRPr>
            </a:lvl2pPr>
            <a:lvl3pPr algn="ctr">
              <a:defRPr sz="1800" b="1">
                <a:solidFill>
                  <a:srgbClr val="0B2349"/>
                </a:solidFill>
              </a:defRPr>
            </a:lvl3pPr>
            <a:lvl4pPr algn="ctr">
              <a:defRPr sz="1800" b="1">
                <a:solidFill>
                  <a:srgbClr val="0B2349"/>
                </a:solidFill>
              </a:defRPr>
            </a:lvl4pPr>
            <a:lvl5pPr algn="ctr">
              <a:defRPr sz="1800" b="1">
                <a:solidFill>
                  <a:srgbClr val="0B2349"/>
                </a:solidFill>
              </a:defRPr>
            </a:lvl5pPr>
            <a:lvl6pPr algn="ctr">
              <a:defRPr sz="1800" b="1">
                <a:solidFill>
                  <a:srgbClr val="0B2349"/>
                </a:solidFill>
              </a:defRPr>
            </a:lvl6pPr>
            <a:lvl7pPr algn="ctr">
              <a:defRPr sz="1800" b="1">
                <a:solidFill>
                  <a:srgbClr val="0B2349"/>
                </a:solidFill>
              </a:defRPr>
            </a:lvl7pPr>
            <a:lvl8pPr algn="ctr">
              <a:defRPr sz="1800" b="1">
                <a:solidFill>
                  <a:srgbClr val="0B2349"/>
                </a:solidFill>
              </a:defRPr>
            </a:lvl8pPr>
            <a:lvl9pPr algn="ctr">
              <a:defRPr sz="1800" b="1">
                <a:solidFill>
                  <a:srgbClr val="0B2349"/>
                </a:solidFill>
              </a:defRPr>
            </a:lvl9pPr>
          </a:lstStyle>
          <a:p>
            <a:pPr algn="ctr">
              <a:defRPr sz="1800" b="1">
                <a:solidFill>
                  <a:srgbClr val="0B2349"/>
                </a:solidFill>
              </a:defRPr>
            </a:pPr>
            <a:r>
              <a:rPr sz="1800" b="1">
                <a:solidFill>
                  <a:srgbClr val="0B2349"/>
                </a:solidFill>
              </a:rPr>
              <a:t>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B4FCE81-1B79-4999-AEF2-482557A25C30}"/>
              </a:ext>
            </a:extLst>
          </p:cNvPr>
          <p:cNvSpPr>
            <a:spLocks noGrp="1"/>
          </p:cNvSpPr>
          <p:nvPr/>
        </p:nvSpPr>
        <p:spPr>
          <a:xfrm>
            <a:off x="7239000" y="2095500"/>
            <a:ext cx="1190625" cy="400050"/>
          </a:xfrm>
          <a:prstGeom prst="roundRect">
            <a:avLst>
              <a:gd name="adj" fmla="val 11905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6BFEC6A-6490-4A43-ABC4-28FAADF93A6E}"/>
              </a:ext>
            </a:extLst>
          </p:cNvPr>
          <p:cNvSpPr>
            <a:spLocks noGrp="1"/>
          </p:cNvSpPr>
          <p:nvPr/>
        </p:nvSpPr>
        <p:spPr>
          <a:xfrm>
            <a:off x="7286625" y="2162175"/>
            <a:ext cx="1095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75" b="1">
                <a:solidFill>
                  <a:srgbClr val="0B2349"/>
                </a:solidFill>
              </a:defRPr>
            </a:defPPr>
            <a:lvl1pPr algn="ctr">
              <a:defRPr sz="1575" b="1">
                <a:solidFill>
                  <a:srgbClr val="0B2349"/>
                </a:solidFill>
              </a:defRPr>
            </a:lvl1pPr>
            <a:lvl2pPr algn="ctr">
              <a:defRPr sz="1575" b="1">
                <a:solidFill>
                  <a:srgbClr val="0B2349"/>
                </a:solidFill>
              </a:defRPr>
            </a:lvl2pPr>
            <a:lvl3pPr algn="ctr">
              <a:defRPr sz="1575" b="1">
                <a:solidFill>
                  <a:srgbClr val="0B2349"/>
                </a:solidFill>
              </a:defRPr>
            </a:lvl3pPr>
            <a:lvl4pPr algn="ctr">
              <a:defRPr sz="1575" b="1">
                <a:solidFill>
                  <a:srgbClr val="0B2349"/>
                </a:solidFill>
              </a:defRPr>
            </a:lvl4pPr>
            <a:lvl5pPr algn="ctr">
              <a:defRPr sz="1575" b="1">
                <a:solidFill>
                  <a:srgbClr val="0B2349"/>
                </a:solidFill>
              </a:defRPr>
            </a:lvl5pPr>
            <a:lvl6pPr algn="ctr">
              <a:defRPr sz="1575" b="1">
                <a:solidFill>
                  <a:srgbClr val="0B2349"/>
                </a:solidFill>
              </a:defRPr>
            </a:lvl6pPr>
            <a:lvl7pPr algn="ctr">
              <a:defRPr sz="1575" b="1">
                <a:solidFill>
                  <a:srgbClr val="0B2349"/>
                </a:solidFill>
              </a:defRPr>
            </a:lvl7pPr>
            <a:lvl8pPr algn="ctr">
              <a:defRPr sz="1575" b="1">
                <a:solidFill>
                  <a:srgbClr val="0B2349"/>
                </a:solidFill>
              </a:defRPr>
            </a:lvl8pPr>
            <a:lvl9pPr algn="ctr">
              <a:defRPr sz="1575" b="1">
                <a:solidFill>
                  <a:srgbClr val="0B2349"/>
                </a:solidFill>
              </a:defRPr>
            </a:lvl9pPr>
          </a:lstStyle>
          <a:p>
            <a:pPr algn="ctr"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P, Q, T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FEA0B93-F447-4844-9CAC-3DF50CEEC514}"/>
              </a:ext>
            </a:extLst>
          </p:cNvPr>
          <p:cNvCxnSpPr/>
          <p:nvPr/>
        </p:nvCxnSpPr>
        <p:spPr>
          <a:xfrm>
            <a:off x="7829550" y="2495550"/>
            <a:ext cx="0" cy="247650"/>
          </a:xfrm>
          <a:prstGeom prst="straightConnector1">
            <a:avLst/>
          </a:prstGeom>
          <a:ln w="23813">
            <a:solidFill>
              <a:srgbClr val="0B2349"/>
            </a:solidFill>
            <a:prstDash val="solid"/>
            <a:tailEnd type="triangle" w="sm" len="sm"/>
          </a:ln>
        </p:spPr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343FBDC-A27B-4B6B-8123-19F37210FA9A}"/>
              </a:ext>
            </a:extLst>
          </p:cNvPr>
          <p:cNvSpPr>
            <a:spLocks noGrp="1"/>
          </p:cNvSpPr>
          <p:nvPr/>
        </p:nvSpPr>
        <p:spPr>
          <a:xfrm>
            <a:off x="7239000" y="2781300"/>
            <a:ext cx="1190625" cy="600075"/>
          </a:xfrm>
          <a:prstGeom prst="roundRect">
            <a:avLst>
              <a:gd name="adj" fmla="val 7937"/>
            </a:avLst>
          </a:prstGeom>
          <a:solidFill>
            <a:srgbClr val="007BC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3BCEEA3-477D-46E3-9165-97EEB7DF464C}"/>
              </a:ext>
            </a:extLst>
          </p:cNvPr>
          <p:cNvSpPr>
            <a:spLocks noGrp="1"/>
          </p:cNvSpPr>
          <p:nvPr/>
        </p:nvSpPr>
        <p:spPr>
          <a:xfrm>
            <a:off x="7286625" y="2847975"/>
            <a:ext cx="10953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defRPr sz="2025" b="1">
                <a:solidFill>
                  <a:srgbClr val="FFFFFF"/>
                </a:solidFill>
              </a:defRPr>
            </a:lvl1pPr>
            <a:lvl2pPr algn="ctr">
              <a:defRPr sz="2025" b="1">
                <a:solidFill>
                  <a:srgbClr val="FFFFFF"/>
                </a:solidFill>
              </a:defRPr>
            </a:lvl2pPr>
            <a:lvl3pPr algn="ctr">
              <a:defRPr sz="2025" b="1">
                <a:solidFill>
                  <a:srgbClr val="FFFFFF"/>
                </a:solidFill>
              </a:defRPr>
            </a:lvl3pPr>
            <a:lvl4pPr algn="ctr">
              <a:defRPr sz="2025" b="1">
                <a:solidFill>
                  <a:srgbClr val="FFFFFF"/>
                </a:solidFill>
              </a:defRPr>
            </a:lvl4pPr>
            <a:lvl5pPr algn="ctr">
              <a:defRPr sz="2025" b="1">
                <a:solidFill>
                  <a:srgbClr val="FFFFFF"/>
                </a:solidFill>
              </a:defRPr>
            </a:lvl5pPr>
            <a:lvl6pPr algn="ctr">
              <a:defRPr sz="2025" b="1">
                <a:solidFill>
                  <a:srgbClr val="FFFFFF"/>
                </a:solidFill>
              </a:defRPr>
            </a:lvl6pPr>
            <a:lvl7pPr algn="ctr">
              <a:defRPr sz="2025" b="1">
                <a:solidFill>
                  <a:srgbClr val="FFFFFF"/>
                </a:solidFill>
              </a:defRPr>
            </a:lvl7pPr>
            <a:lvl8pPr algn="ctr">
              <a:defRPr sz="2025" b="1">
                <a:solidFill>
                  <a:srgbClr val="FFFFFF"/>
                </a:solidFill>
              </a:defRPr>
            </a:lvl8pPr>
            <a:lvl9pPr algn="ctr">
              <a:defRPr sz="2025" b="1">
                <a:solidFill>
                  <a:srgbClr val="FFFFFF"/>
                </a:solidFill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LSTM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D8181B6-BCA2-4933-902B-CE22C47B9945}"/>
              </a:ext>
            </a:extLst>
          </p:cNvPr>
          <p:cNvCxnSpPr/>
          <p:nvPr/>
        </p:nvCxnSpPr>
        <p:spPr>
          <a:xfrm>
            <a:off x="7829550" y="3381375"/>
            <a:ext cx="0" cy="304800"/>
          </a:xfrm>
          <a:prstGeom prst="straightConnector1">
            <a:avLst/>
          </a:prstGeom>
          <a:ln w="23813">
            <a:solidFill>
              <a:srgbClr val="0B2349"/>
            </a:solidFill>
            <a:prstDash val="solid"/>
            <a:tailEnd type="triangle" w="sm" len="sm"/>
          </a:ln>
        </p:spPr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AE04A9F-7C65-49DA-91F7-10EFDF4D917B}"/>
              </a:ext>
            </a:extLst>
          </p:cNvPr>
          <p:cNvSpPr>
            <a:spLocks noGrp="1"/>
          </p:cNvSpPr>
          <p:nvPr/>
        </p:nvSpPr>
        <p:spPr>
          <a:xfrm>
            <a:off x="7010400" y="3724275"/>
            <a:ext cx="1638300" cy="428625"/>
          </a:xfrm>
          <a:prstGeom prst="roundRect">
            <a:avLst>
              <a:gd name="adj" fmla="val 11111"/>
            </a:avLst>
          </a:prstGeom>
          <a:solidFill>
            <a:srgbClr val="FFF3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E5D7F7E-1754-4D83-B200-24BFFC20D893}"/>
              </a:ext>
            </a:extLst>
          </p:cNvPr>
          <p:cNvSpPr>
            <a:spLocks noGrp="1"/>
          </p:cNvSpPr>
          <p:nvPr/>
        </p:nvSpPr>
        <p:spPr>
          <a:xfrm>
            <a:off x="7058025" y="3790950"/>
            <a:ext cx="1543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75" b="1">
                <a:solidFill>
                  <a:srgbClr val="0B2349"/>
                </a:solidFill>
              </a:defRPr>
            </a:defPPr>
            <a:lvl1pPr algn="ctr">
              <a:defRPr sz="1575" b="1">
                <a:solidFill>
                  <a:srgbClr val="0B2349"/>
                </a:solidFill>
              </a:defRPr>
            </a:lvl1pPr>
            <a:lvl2pPr algn="ctr">
              <a:defRPr sz="1575" b="1">
                <a:solidFill>
                  <a:srgbClr val="0B2349"/>
                </a:solidFill>
              </a:defRPr>
            </a:lvl2pPr>
            <a:lvl3pPr algn="ctr">
              <a:defRPr sz="1575" b="1">
                <a:solidFill>
                  <a:srgbClr val="0B2349"/>
                </a:solidFill>
              </a:defRPr>
            </a:lvl3pPr>
            <a:lvl4pPr algn="ctr">
              <a:defRPr sz="1575" b="1">
                <a:solidFill>
                  <a:srgbClr val="0B2349"/>
                </a:solidFill>
              </a:defRPr>
            </a:lvl4pPr>
            <a:lvl5pPr algn="ctr">
              <a:defRPr sz="1575" b="1">
                <a:solidFill>
                  <a:srgbClr val="0B2349"/>
                </a:solidFill>
              </a:defRPr>
            </a:lvl5pPr>
            <a:lvl6pPr algn="ctr">
              <a:defRPr sz="1575" b="1">
                <a:solidFill>
                  <a:srgbClr val="0B2349"/>
                </a:solidFill>
              </a:defRPr>
            </a:lvl6pPr>
            <a:lvl7pPr algn="ctr">
              <a:defRPr sz="1575" b="1">
                <a:solidFill>
                  <a:srgbClr val="0B2349"/>
                </a:solidFill>
              </a:defRPr>
            </a:lvl7pPr>
            <a:lvl8pPr algn="ctr">
              <a:defRPr sz="1575" b="1">
                <a:solidFill>
                  <a:srgbClr val="0B2349"/>
                </a:solidFill>
              </a:defRPr>
            </a:lvl8pPr>
            <a:lvl9pPr algn="ctr">
              <a:defRPr sz="1575" b="1">
                <a:solidFill>
                  <a:srgbClr val="0B2349"/>
                </a:solidFill>
              </a:defRPr>
            </a:lvl9pPr>
          </a:lstStyle>
          <a:p>
            <a:pPr algn="ctr">
              <a:defRPr sz="1575" b="1">
                <a:solidFill>
                  <a:srgbClr val="0B2349"/>
                </a:solidFill>
              </a:defRPr>
            </a:pPr>
            <a:r>
              <a:rPr lang="en-US" dirty="0" err="1"/>
              <a:t>Camada</a:t>
            </a:r>
            <a:r>
              <a:rPr sz="1575" b="1" dirty="0">
                <a:solidFill>
                  <a:srgbClr val="0B2349"/>
                </a:solidFill>
              </a:rPr>
              <a:t> </a:t>
            </a:r>
            <a:r>
              <a:rPr sz="1575" b="1" dirty="0" err="1">
                <a:solidFill>
                  <a:srgbClr val="0B2349"/>
                </a:solidFill>
              </a:rPr>
              <a:t>densa</a:t>
            </a:r>
            <a:endParaRPr sz="1575" b="1" dirty="0">
              <a:solidFill>
                <a:srgbClr val="0B2349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654DD17-8CDF-494D-AA47-D306C57576D4}"/>
              </a:ext>
            </a:extLst>
          </p:cNvPr>
          <p:cNvCxnSpPr/>
          <p:nvPr/>
        </p:nvCxnSpPr>
        <p:spPr>
          <a:xfrm>
            <a:off x="7829550" y="4152900"/>
            <a:ext cx="0" cy="133350"/>
          </a:xfrm>
          <a:prstGeom prst="straightConnector1">
            <a:avLst/>
          </a:prstGeom>
          <a:ln w="23813">
            <a:solidFill>
              <a:srgbClr val="0B2349"/>
            </a:solidFill>
            <a:prstDash val="solid"/>
            <a:tailEnd type="triangle" w="sm" len="sm"/>
          </a:ln>
        </p:spPr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C6C8C2E-E31F-4EF2-AA92-486AFE0E6D66}"/>
              </a:ext>
            </a:extLst>
          </p:cNvPr>
          <p:cNvSpPr>
            <a:spLocks noGrp="1"/>
          </p:cNvSpPr>
          <p:nvPr/>
        </p:nvSpPr>
        <p:spPr>
          <a:xfrm>
            <a:off x="7000875" y="4324350"/>
            <a:ext cx="1666875" cy="333375"/>
          </a:xfrm>
          <a:prstGeom prst="roundRect">
            <a:avLst>
              <a:gd name="adj" fmla="val 14286"/>
            </a:avLst>
          </a:prstGeom>
          <a:solidFill>
            <a:srgbClr val="E9F8E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87ECF53-2777-4F2F-8734-ED31E6F177C6}"/>
              </a:ext>
            </a:extLst>
          </p:cNvPr>
          <p:cNvSpPr>
            <a:spLocks noGrp="1"/>
          </p:cNvSpPr>
          <p:nvPr/>
        </p:nvSpPr>
        <p:spPr>
          <a:xfrm>
            <a:off x="7048500" y="4391025"/>
            <a:ext cx="1571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75" b="1">
                <a:solidFill>
                  <a:srgbClr val="0B2349"/>
                </a:solidFill>
              </a:defRPr>
            </a:defPPr>
            <a:lvl1pPr algn="ctr">
              <a:defRPr sz="1575" b="1">
                <a:solidFill>
                  <a:srgbClr val="0B2349"/>
                </a:solidFill>
              </a:defRPr>
            </a:lvl1pPr>
            <a:lvl2pPr algn="ctr">
              <a:defRPr sz="1575" b="1">
                <a:solidFill>
                  <a:srgbClr val="0B2349"/>
                </a:solidFill>
              </a:defRPr>
            </a:lvl2pPr>
            <a:lvl3pPr algn="ctr">
              <a:defRPr sz="1575" b="1">
                <a:solidFill>
                  <a:srgbClr val="0B2349"/>
                </a:solidFill>
              </a:defRPr>
            </a:lvl3pPr>
            <a:lvl4pPr algn="ctr">
              <a:defRPr sz="1575" b="1">
                <a:solidFill>
                  <a:srgbClr val="0B2349"/>
                </a:solidFill>
              </a:defRPr>
            </a:lvl4pPr>
            <a:lvl5pPr algn="ctr">
              <a:defRPr sz="1575" b="1">
                <a:solidFill>
                  <a:srgbClr val="0B2349"/>
                </a:solidFill>
              </a:defRPr>
            </a:lvl5pPr>
            <a:lvl6pPr algn="ctr">
              <a:defRPr sz="1575" b="1">
                <a:solidFill>
                  <a:srgbClr val="0B2349"/>
                </a:solidFill>
              </a:defRPr>
            </a:lvl6pPr>
            <a:lvl7pPr algn="ctr">
              <a:defRPr sz="1575" b="1">
                <a:solidFill>
                  <a:srgbClr val="0B2349"/>
                </a:solidFill>
              </a:defRPr>
            </a:lvl7pPr>
            <a:lvl8pPr algn="ctr">
              <a:defRPr sz="1575" b="1">
                <a:solidFill>
                  <a:srgbClr val="0B2349"/>
                </a:solidFill>
              </a:defRPr>
            </a:lvl8pPr>
            <a:lvl9pPr algn="ctr">
              <a:defRPr sz="1575" b="1">
                <a:solidFill>
                  <a:srgbClr val="0B2349"/>
                </a:solidFill>
              </a:defRPr>
            </a:lvl9pPr>
          </a:lstStyle>
          <a:p>
            <a:pPr algn="ctr"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Vazão futura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5B156AD-8D74-4BF6-8522-2CED740CC846}"/>
              </a:ext>
            </a:extLst>
          </p:cNvPr>
          <p:cNvSpPr>
            <a:spLocks noGrp="1"/>
          </p:cNvSpPr>
          <p:nvPr/>
        </p:nvSpPr>
        <p:spPr>
          <a:xfrm>
            <a:off x="3476625" y="4257675"/>
            <a:ext cx="3286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38" b="1">
                <a:solidFill>
                  <a:srgbClr val="007BC8"/>
                </a:solidFill>
              </a:defRPr>
            </a:defPPr>
            <a:lvl1pPr>
              <a:defRPr sz="1538" b="1">
                <a:solidFill>
                  <a:srgbClr val="007BC8"/>
                </a:solidFill>
              </a:defRPr>
            </a:lvl1pPr>
            <a:lvl2pPr>
              <a:defRPr sz="1538" b="1">
                <a:solidFill>
                  <a:srgbClr val="007BC8"/>
                </a:solidFill>
              </a:defRPr>
            </a:lvl2pPr>
            <a:lvl3pPr>
              <a:defRPr sz="1538" b="1">
                <a:solidFill>
                  <a:srgbClr val="007BC8"/>
                </a:solidFill>
              </a:defRPr>
            </a:lvl3pPr>
            <a:lvl4pPr>
              <a:defRPr sz="1538" b="1">
                <a:solidFill>
                  <a:srgbClr val="007BC8"/>
                </a:solidFill>
              </a:defRPr>
            </a:lvl4pPr>
            <a:lvl5pPr>
              <a:defRPr sz="1538" b="1">
                <a:solidFill>
                  <a:srgbClr val="007BC8"/>
                </a:solidFill>
              </a:defRPr>
            </a:lvl5pPr>
            <a:lvl6pPr>
              <a:defRPr sz="1538" b="1">
                <a:solidFill>
                  <a:srgbClr val="007BC8"/>
                </a:solidFill>
              </a:defRPr>
            </a:lvl6pPr>
            <a:lvl7pPr>
              <a:defRPr sz="1538" b="1">
                <a:solidFill>
                  <a:srgbClr val="007BC8"/>
                </a:solidFill>
              </a:defRPr>
            </a:lvl7pPr>
            <a:lvl8pPr>
              <a:defRPr sz="1538" b="1">
                <a:solidFill>
                  <a:srgbClr val="007BC8"/>
                </a:solidFill>
              </a:defRPr>
            </a:lvl8pPr>
            <a:lvl9pPr>
              <a:defRPr sz="1538" b="1">
                <a:solidFill>
                  <a:srgbClr val="007BC8"/>
                </a:solidFill>
              </a:defRPr>
            </a:lvl9pPr>
          </a:lstStyle>
          <a:p>
            <a:pPr>
              <a:defRPr sz="1538" b="1">
                <a:solidFill>
                  <a:srgbClr val="007BC8"/>
                </a:solidFill>
              </a:defRPr>
            </a:pPr>
            <a:r>
              <a:rPr sz="1538" b="1">
                <a:solidFill>
                  <a:srgbClr val="007BC8"/>
                </a:solidFill>
              </a:rPr>
              <a:t>Mesmos pesos ao longo da janela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A216C04-6AE3-40E9-95B8-1AB0275A0D2B}"/>
              </a:ext>
            </a:extLst>
          </p:cNvPr>
          <p:cNvSpPr>
            <a:spLocks noGrp="1"/>
          </p:cNvSpPr>
          <p:nvPr/>
        </p:nvSpPr>
        <p:spPr>
          <a:xfrm>
            <a:off x="9144000" y="1438275"/>
            <a:ext cx="2809875" cy="933450"/>
          </a:xfrm>
          <a:prstGeom prst="roundRect">
            <a:avLst>
              <a:gd name="adj" fmla="val 9184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13897B3-5DA4-4B1A-8790-1B3E9A358F5C}"/>
              </a:ext>
            </a:extLst>
          </p:cNvPr>
          <p:cNvSpPr>
            <a:spLocks noGrp="1"/>
          </p:cNvSpPr>
          <p:nvPr/>
        </p:nvSpPr>
        <p:spPr>
          <a:xfrm>
            <a:off x="9258300" y="1533525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BD79119-CB78-4D6D-A984-58AA2A80C054}"/>
              </a:ext>
            </a:extLst>
          </p:cNvPr>
          <p:cNvSpPr>
            <a:spLocks noGrp="1"/>
          </p:cNvSpPr>
          <p:nvPr/>
        </p:nvSpPr>
        <p:spPr>
          <a:xfrm>
            <a:off x="9639300" y="1533525"/>
            <a:ext cx="22193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Memória c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D83D233-2BD8-46AB-9881-DE4019699C87}"/>
              </a:ext>
            </a:extLst>
          </p:cNvPr>
          <p:cNvSpPr>
            <a:spLocks noGrp="1"/>
          </p:cNvSpPr>
          <p:nvPr/>
        </p:nvSpPr>
        <p:spPr>
          <a:xfrm>
            <a:off x="9639300" y="1857375"/>
            <a:ext cx="2190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Transporta informação ao longo da sequência.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C350F2B-2789-4CF4-A772-28DC5325ADCA}"/>
              </a:ext>
            </a:extLst>
          </p:cNvPr>
          <p:cNvSpPr>
            <a:spLocks noGrp="1"/>
          </p:cNvSpPr>
          <p:nvPr/>
        </p:nvSpPr>
        <p:spPr>
          <a:xfrm>
            <a:off x="9144000" y="2505075"/>
            <a:ext cx="2809875" cy="933450"/>
          </a:xfrm>
          <a:prstGeom prst="roundRect">
            <a:avLst>
              <a:gd name="adj" fmla="val 9184"/>
            </a:avLst>
          </a:prstGeom>
          <a:solidFill>
            <a:srgbClr val="E9F8E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E50341E-7FB9-4319-AE4A-77515A90C2B7}"/>
              </a:ext>
            </a:extLst>
          </p:cNvPr>
          <p:cNvSpPr>
            <a:spLocks noGrp="1"/>
          </p:cNvSpPr>
          <p:nvPr/>
        </p:nvSpPr>
        <p:spPr>
          <a:xfrm>
            <a:off x="9258300" y="2600325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2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5682674-A658-446B-A2E2-857D34110EF4}"/>
              </a:ext>
            </a:extLst>
          </p:cNvPr>
          <p:cNvSpPr>
            <a:spLocks noGrp="1"/>
          </p:cNvSpPr>
          <p:nvPr/>
        </p:nvSpPr>
        <p:spPr>
          <a:xfrm>
            <a:off x="9639300" y="2600325"/>
            <a:ext cx="22193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Estado h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729EA56-3505-4753-A80D-9B032842316E}"/>
              </a:ext>
            </a:extLst>
          </p:cNvPr>
          <p:cNvSpPr>
            <a:spLocks noGrp="1"/>
          </p:cNvSpPr>
          <p:nvPr/>
        </p:nvSpPr>
        <p:spPr>
          <a:xfrm>
            <a:off x="9639300" y="2924175"/>
            <a:ext cx="2190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Representa a informação exposta pela célula.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EC8102DE-DE41-459A-BA83-1812A99762B7}"/>
              </a:ext>
            </a:extLst>
          </p:cNvPr>
          <p:cNvSpPr>
            <a:spLocks noGrp="1"/>
          </p:cNvSpPr>
          <p:nvPr/>
        </p:nvSpPr>
        <p:spPr>
          <a:xfrm>
            <a:off x="9144000" y="3571875"/>
            <a:ext cx="2809875" cy="933450"/>
          </a:xfrm>
          <a:prstGeom prst="roundRect">
            <a:avLst>
              <a:gd name="adj" fmla="val 9184"/>
            </a:avLst>
          </a:prstGeom>
          <a:solidFill>
            <a:srgbClr val="FFF3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666951E-1986-4D96-BF1F-403D3F89C9C3}"/>
              </a:ext>
            </a:extLst>
          </p:cNvPr>
          <p:cNvSpPr>
            <a:spLocks noGrp="1"/>
          </p:cNvSpPr>
          <p:nvPr/>
        </p:nvSpPr>
        <p:spPr>
          <a:xfrm>
            <a:off x="9258300" y="3667125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86FB3E-6F71-41BD-90B5-D04D74EDB6CD}"/>
              </a:ext>
            </a:extLst>
          </p:cNvPr>
          <p:cNvSpPr>
            <a:spLocks noGrp="1"/>
          </p:cNvSpPr>
          <p:nvPr/>
        </p:nvSpPr>
        <p:spPr>
          <a:xfrm>
            <a:off x="9639300" y="3667125"/>
            <a:ext cx="22193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Portas f, i, o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E5C7DDE-75AC-4E9A-83D3-4932D8503A64}"/>
              </a:ext>
            </a:extLst>
          </p:cNvPr>
          <p:cNvSpPr>
            <a:spLocks noGrp="1"/>
          </p:cNvSpPr>
          <p:nvPr/>
        </p:nvSpPr>
        <p:spPr>
          <a:xfrm>
            <a:off x="9639300" y="3990975"/>
            <a:ext cx="2190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Controlam retenção, entrada e saída.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97E9167-9C5C-40A7-AFA6-8C15D70939CC}"/>
              </a:ext>
            </a:extLst>
          </p:cNvPr>
          <p:cNvSpPr>
            <a:spLocks noGrp="1"/>
          </p:cNvSpPr>
          <p:nvPr/>
        </p:nvSpPr>
        <p:spPr>
          <a:xfrm>
            <a:off x="95250" y="4838700"/>
            <a:ext cx="12001500" cy="1552575"/>
          </a:xfrm>
          <a:prstGeom prst="roundRect">
            <a:avLst>
              <a:gd name="adj" fmla="val 5521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BD1315C-CA23-4B23-AB61-8D2B7A57F571}"/>
              </a:ext>
            </a:extLst>
          </p:cNvPr>
          <p:cNvSpPr>
            <a:spLocks noGrp="1"/>
          </p:cNvSpPr>
          <p:nvPr/>
        </p:nvSpPr>
        <p:spPr>
          <a:xfrm>
            <a:off x="238125" y="4943475"/>
            <a:ext cx="11715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Célula, estado oculto e leitura da previsão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515F651C-2DBF-4A15-AB23-F3CEAEEFB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3114" y="5362575"/>
            <a:ext cx="3955297" cy="5334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A067C1FA-DB11-4B26-A046-23C962D51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667250" y="5373819"/>
            <a:ext cx="3048000" cy="51091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7BAE1A3-525F-4712-82C4-73DE3580E2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726831" y="5362575"/>
            <a:ext cx="2501214" cy="533400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B1CDCFE1-36A2-4FE6-A621-6B26CD944CE3}"/>
              </a:ext>
            </a:extLst>
          </p:cNvPr>
          <p:cNvSpPr>
            <a:spLocks noGrp="1"/>
          </p:cNvSpPr>
          <p:nvPr/>
        </p:nvSpPr>
        <p:spPr>
          <a:xfrm>
            <a:off x="285750" y="6067425"/>
            <a:ext cx="11334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007BC8"/>
                </a:solidFill>
              </a:defRPr>
            </a:defPPr>
            <a:lvl1pPr>
              <a:defRPr sz="1500" b="0">
                <a:solidFill>
                  <a:srgbClr val="007BC8"/>
                </a:solidFill>
              </a:defRPr>
            </a:lvl1pPr>
            <a:lvl2pPr>
              <a:defRPr sz="1500" b="0">
                <a:solidFill>
                  <a:srgbClr val="007BC8"/>
                </a:solidFill>
              </a:defRPr>
            </a:lvl2pPr>
            <a:lvl3pPr>
              <a:defRPr sz="1500" b="0">
                <a:solidFill>
                  <a:srgbClr val="007BC8"/>
                </a:solidFill>
              </a:defRPr>
            </a:lvl3pPr>
            <a:lvl4pPr>
              <a:defRPr sz="1500" b="0">
                <a:solidFill>
                  <a:srgbClr val="007BC8"/>
                </a:solidFill>
              </a:defRPr>
            </a:lvl4pPr>
            <a:lvl5pPr>
              <a:defRPr sz="1500" b="0">
                <a:solidFill>
                  <a:srgbClr val="007BC8"/>
                </a:solidFill>
              </a:defRPr>
            </a:lvl5pPr>
            <a:lvl6pPr>
              <a:defRPr sz="1500" b="0">
                <a:solidFill>
                  <a:srgbClr val="007BC8"/>
                </a:solidFill>
              </a:defRPr>
            </a:lvl6pPr>
            <a:lvl7pPr>
              <a:defRPr sz="1500" b="0">
                <a:solidFill>
                  <a:srgbClr val="007BC8"/>
                </a:solidFill>
              </a:defRPr>
            </a:lvl7pPr>
            <a:lvl8pPr>
              <a:defRPr sz="1500" b="0">
                <a:solidFill>
                  <a:srgbClr val="007BC8"/>
                </a:solidFill>
              </a:defRPr>
            </a:lvl8pPr>
            <a:lvl9pPr>
              <a:defRPr sz="1500" b="0">
                <a:solidFill>
                  <a:srgbClr val="007BC8"/>
                </a:solidFill>
              </a:defRPr>
            </a:lvl9pPr>
          </a:lstStyle>
          <a:p>
            <a:pPr>
              <a:defRPr sz="1500" b="0">
                <a:solidFill>
                  <a:srgbClr val="007BC8"/>
                </a:solidFill>
              </a:defRPr>
            </a:pPr>
            <a:r>
              <a:rPr sz="1500" b="0">
                <a:solidFill>
                  <a:srgbClr val="007BC8"/>
                </a:solidFill>
              </a:rPr>
              <a:t>c e h são vetores latentes, e não volumes de água medidos.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F321176-C687-4361-BAB5-A3CE50994EE0}"/>
              </a:ext>
            </a:extLst>
          </p:cNvPr>
          <p:cNvSpPr>
            <a:spLocks noGrp="1"/>
          </p:cNvSpPr>
          <p:nvPr/>
        </p:nvSpPr>
        <p:spPr>
          <a:xfrm>
            <a:off x="247650" y="6524625"/>
            <a:ext cx="11334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 b="0">
                <a:solidFill>
                  <a:srgbClr val="0B2349"/>
                </a:solidFill>
              </a:defRPr>
            </a:defPPr>
            <a:lvl1pPr>
              <a:defRPr sz="1125" b="0">
                <a:solidFill>
                  <a:srgbClr val="0B2349"/>
                </a:solidFill>
              </a:defRPr>
            </a:lvl1pPr>
            <a:lvl2pPr>
              <a:defRPr sz="1125" b="0">
                <a:solidFill>
                  <a:srgbClr val="0B2349"/>
                </a:solidFill>
              </a:defRPr>
            </a:lvl2pPr>
            <a:lvl3pPr>
              <a:defRPr sz="1125" b="0">
                <a:solidFill>
                  <a:srgbClr val="0B2349"/>
                </a:solidFill>
              </a:defRPr>
            </a:lvl3pPr>
            <a:lvl4pPr>
              <a:defRPr sz="1125" b="0">
                <a:solidFill>
                  <a:srgbClr val="0B2349"/>
                </a:solidFill>
              </a:defRPr>
            </a:lvl4pPr>
            <a:lvl5pPr>
              <a:defRPr sz="1125" b="0">
                <a:solidFill>
                  <a:srgbClr val="0B2349"/>
                </a:solidFill>
              </a:defRPr>
            </a:lvl5pPr>
            <a:lvl6pPr>
              <a:defRPr sz="1125" b="0">
                <a:solidFill>
                  <a:srgbClr val="0B2349"/>
                </a:solidFill>
              </a:defRPr>
            </a:lvl6pPr>
            <a:lvl7pPr>
              <a:defRPr sz="1125" b="0">
                <a:solidFill>
                  <a:srgbClr val="0B2349"/>
                </a:solidFill>
              </a:defRPr>
            </a:lvl7pPr>
            <a:lvl8pPr>
              <a:defRPr sz="1125" b="0">
                <a:solidFill>
                  <a:srgbClr val="0B2349"/>
                </a:solidFill>
              </a:defRPr>
            </a:lvl8pPr>
            <a:lvl9pPr>
              <a:defRPr sz="1125" b="0">
                <a:solidFill>
                  <a:srgbClr val="0B2349"/>
                </a:solidFill>
              </a:defRPr>
            </a:lvl9pPr>
          </a:lstStyle>
          <a:p>
            <a:pPr>
              <a:defRPr sz="1125" b="0">
                <a:solidFill>
                  <a:srgbClr val="0B2349"/>
                </a:solidFill>
              </a:defRPr>
            </a:pPr>
            <a:r>
              <a:rPr sz="1125" b="0">
                <a:solidFill>
                  <a:srgbClr val="0B2349"/>
                </a:solidFill>
              </a:rPr>
              <a:t>Esquema com três passos para facilitar a leitura. A janela real pode incluir mais instantes.</a:t>
            </a:r>
          </a:p>
        </p:txBody>
      </p:sp>
    </p:spTree>
    <p:extLst>
      <p:ext uri="{BB962C8B-B14F-4D97-AF65-F5344CB8AC3E}">
        <p14:creationId xmlns:p14="http://schemas.microsoft.com/office/powerpoint/2010/main" val="1861637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B896D3-9186-4E92-B880-6CD036A018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0A2C4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319093-8B08-4F5F-93D6-3BE4300EE127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55CFF4"/>
                </a:solidFill>
              </a:defRPr>
            </a:defPPr>
            <a:lvl1pPr>
              <a:defRPr sz="1875" b="1">
                <a:solidFill>
                  <a:srgbClr val="55CFF4"/>
                </a:solidFill>
              </a:defRPr>
            </a:lvl1pPr>
            <a:lvl2pPr>
              <a:defRPr sz="1875" b="1">
                <a:solidFill>
                  <a:srgbClr val="55CFF4"/>
                </a:solidFill>
              </a:defRPr>
            </a:lvl2pPr>
            <a:lvl3pPr>
              <a:defRPr sz="1875" b="1">
                <a:solidFill>
                  <a:srgbClr val="55CFF4"/>
                </a:solidFill>
              </a:defRPr>
            </a:lvl3pPr>
            <a:lvl4pPr>
              <a:defRPr sz="1875" b="1">
                <a:solidFill>
                  <a:srgbClr val="55CFF4"/>
                </a:solidFill>
              </a:defRPr>
            </a:lvl4pPr>
            <a:lvl5pPr>
              <a:defRPr sz="1875" b="1">
                <a:solidFill>
                  <a:srgbClr val="55CFF4"/>
                </a:solidFill>
              </a:defRPr>
            </a:lvl5pPr>
            <a:lvl6pPr>
              <a:defRPr sz="1875" b="1">
                <a:solidFill>
                  <a:srgbClr val="55CFF4"/>
                </a:solidFill>
              </a:defRPr>
            </a:lvl6pPr>
            <a:lvl7pPr>
              <a:defRPr sz="1875" b="1">
                <a:solidFill>
                  <a:srgbClr val="55CFF4"/>
                </a:solidFill>
              </a:defRPr>
            </a:lvl7pPr>
            <a:lvl8pPr>
              <a:defRPr sz="1875" b="1">
                <a:solidFill>
                  <a:srgbClr val="55CFF4"/>
                </a:solidFill>
              </a:defRPr>
            </a:lvl8pPr>
            <a:lvl9pPr>
              <a:defRPr sz="1875" b="1">
                <a:solidFill>
                  <a:srgbClr val="55CFF4"/>
                </a:solidFill>
              </a:defRPr>
            </a:lvl9pPr>
          </a:lstStyle>
          <a:p>
            <a:pPr>
              <a:defRPr sz="1875" b="1">
                <a:solidFill>
                  <a:srgbClr val="55CFF4"/>
                </a:solidFill>
              </a:defRPr>
            </a:pPr>
            <a:r>
              <a:rPr sz="1875" b="1">
                <a:solidFill>
                  <a:srgbClr val="55CFF4"/>
                </a:solidFill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C586A8-CE61-4289-8001-1224D3E833FC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5726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FFFFFF"/>
                </a:solidFill>
              </a:defRPr>
            </a:defPPr>
            <a:lvl1pPr>
              <a:defRPr sz="2325" b="1">
                <a:solidFill>
                  <a:srgbClr val="FFFFFF"/>
                </a:solidFill>
              </a:defRPr>
            </a:lvl1pPr>
            <a:lvl2pPr>
              <a:defRPr sz="2325" b="1">
                <a:solidFill>
                  <a:srgbClr val="FFFFFF"/>
                </a:solidFill>
              </a:defRPr>
            </a:lvl2pPr>
            <a:lvl3pPr>
              <a:defRPr sz="2325" b="1">
                <a:solidFill>
                  <a:srgbClr val="FFFFFF"/>
                </a:solidFill>
              </a:defRPr>
            </a:lvl3pPr>
            <a:lvl4pPr>
              <a:defRPr sz="2325" b="1">
                <a:solidFill>
                  <a:srgbClr val="FFFFFF"/>
                </a:solidFill>
              </a:defRPr>
            </a:lvl4pPr>
            <a:lvl5pPr>
              <a:defRPr sz="2325" b="1">
                <a:solidFill>
                  <a:srgbClr val="FFFFFF"/>
                </a:solidFill>
              </a:defRPr>
            </a:lvl5pPr>
            <a:lvl6pPr>
              <a:defRPr sz="2325" b="1">
                <a:solidFill>
                  <a:srgbClr val="FFFFFF"/>
                </a:solidFill>
              </a:defRPr>
            </a:lvl6pPr>
            <a:lvl7pPr>
              <a:defRPr sz="2325" b="1">
                <a:solidFill>
                  <a:srgbClr val="FFFFFF"/>
                </a:solidFill>
              </a:defRPr>
            </a:lvl7pPr>
            <a:lvl8pPr>
              <a:defRPr sz="2325" b="1">
                <a:solidFill>
                  <a:srgbClr val="FFFFFF"/>
                </a:solidFill>
              </a:defRPr>
            </a:lvl8pPr>
            <a:lvl9pPr>
              <a:defRPr sz="2325" b="1">
                <a:solidFill>
                  <a:srgbClr val="FFFFFF"/>
                </a:solidFill>
              </a:defRPr>
            </a:lvl9pPr>
          </a:lstStyle>
          <a:p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Como melhorar a previsão para horizontes maiores?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A53614-2930-42CC-9DF0-43A592B70379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70E115-30CB-4D1D-8ADA-616F55279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242846" y="933450"/>
            <a:ext cx="9706308" cy="46196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EB352F0-24FF-4A89-A729-746A27EE60A9}"/>
              </a:ext>
            </a:extLst>
          </p:cNvPr>
          <p:cNvSpPr>
            <a:spLocks noGrp="1"/>
          </p:cNvSpPr>
          <p:nvPr/>
        </p:nvSpPr>
        <p:spPr>
          <a:xfrm>
            <a:off x="476250" y="5734050"/>
            <a:ext cx="11334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A2C4D"/>
                </a:solidFill>
              </a:defRPr>
            </a:defPPr>
            <a:lvl1pPr>
              <a:defRPr sz="2175" b="1">
                <a:solidFill>
                  <a:srgbClr val="0A2C4D"/>
                </a:solidFill>
              </a:defRPr>
            </a:lvl1pPr>
            <a:lvl2pPr>
              <a:defRPr sz="2175" b="1">
                <a:solidFill>
                  <a:srgbClr val="0A2C4D"/>
                </a:solidFill>
              </a:defRPr>
            </a:lvl2pPr>
            <a:lvl3pPr>
              <a:defRPr sz="2175" b="1">
                <a:solidFill>
                  <a:srgbClr val="0A2C4D"/>
                </a:solidFill>
              </a:defRPr>
            </a:lvl3pPr>
            <a:lvl4pPr>
              <a:defRPr sz="2175" b="1">
                <a:solidFill>
                  <a:srgbClr val="0A2C4D"/>
                </a:solidFill>
              </a:defRPr>
            </a:lvl4pPr>
            <a:lvl5pPr>
              <a:defRPr sz="2175" b="1">
                <a:solidFill>
                  <a:srgbClr val="0A2C4D"/>
                </a:solidFill>
              </a:defRPr>
            </a:lvl5pPr>
            <a:lvl6pPr>
              <a:defRPr sz="2175" b="1">
                <a:solidFill>
                  <a:srgbClr val="0A2C4D"/>
                </a:solidFill>
              </a:defRPr>
            </a:lvl6pPr>
            <a:lvl7pPr>
              <a:defRPr sz="2175" b="1">
                <a:solidFill>
                  <a:srgbClr val="0A2C4D"/>
                </a:solidFill>
              </a:defRPr>
            </a:lvl7pPr>
            <a:lvl8pPr>
              <a:defRPr sz="2175" b="1">
                <a:solidFill>
                  <a:srgbClr val="0A2C4D"/>
                </a:solidFill>
              </a:defRPr>
            </a:lvl8pPr>
            <a:lvl9pPr>
              <a:defRPr sz="2175" b="1">
                <a:solidFill>
                  <a:srgbClr val="0A2C4D"/>
                </a:solidFill>
              </a:defRPr>
            </a:lvl9pPr>
          </a:lstStyle>
          <a:p>
            <a:pPr>
              <a:defRPr sz="2175" b="1">
                <a:solidFill>
                  <a:srgbClr val="0A2C4D"/>
                </a:solidFill>
              </a:defRPr>
            </a:pPr>
            <a:r>
              <a:rPr sz="2175" b="1">
                <a:solidFill>
                  <a:srgbClr val="0A2C4D"/>
                </a:solidFill>
              </a:rPr>
              <a:t>A previsão de chuva pode melhorar o pico e o tempo de resposta?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F25EB2-FA15-453D-8C5D-431180D4A98F}"/>
              </a:ext>
            </a:extLst>
          </p:cNvPr>
          <p:cNvSpPr>
            <a:spLocks noGrp="1"/>
          </p:cNvSpPr>
          <p:nvPr/>
        </p:nvSpPr>
        <p:spPr>
          <a:xfrm>
            <a:off x="476250" y="6219825"/>
            <a:ext cx="11334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4C2479"/>
                </a:solidFill>
              </a:defRPr>
            </a:defPPr>
            <a:lvl1pPr>
              <a:defRPr sz="1875" b="0">
                <a:solidFill>
                  <a:srgbClr val="4C2479"/>
                </a:solidFill>
              </a:defRPr>
            </a:lvl1pPr>
            <a:lvl2pPr>
              <a:defRPr sz="1875" b="0">
                <a:solidFill>
                  <a:srgbClr val="4C2479"/>
                </a:solidFill>
              </a:defRPr>
            </a:lvl2pPr>
            <a:lvl3pPr>
              <a:defRPr sz="1875" b="0">
                <a:solidFill>
                  <a:srgbClr val="4C2479"/>
                </a:solidFill>
              </a:defRPr>
            </a:lvl3pPr>
            <a:lvl4pPr>
              <a:defRPr sz="1875" b="0">
                <a:solidFill>
                  <a:srgbClr val="4C2479"/>
                </a:solidFill>
              </a:defRPr>
            </a:lvl4pPr>
            <a:lvl5pPr>
              <a:defRPr sz="1875" b="0">
                <a:solidFill>
                  <a:srgbClr val="4C2479"/>
                </a:solidFill>
              </a:defRPr>
            </a:lvl5pPr>
            <a:lvl6pPr>
              <a:defRPr sz="1875" b="0">
                <a:solidFill>
                  <a:srgbClr val="4C2479"/>
                </a:solidFill>
              </a:defRPr>
            </a:lvl6pPr>
            <a:lvl7pPr>
              <a:defRPr sz="1875" b="0">
                <a:solidFill>
                  <a:srgbClr val="4C2479"/>
                </a:solidFill>
              </a:defRPr>
            </a:lvl7pPr>
            <a:lvl8pPr>
              <a:defRPr sz="1875" b="0">
                <a:solidFill>
                  <a:srgbClr val="4C2479"/>
                </a:solidFill>
              </a:defRPr>
            </a:lvl8pPr>
            <a:lvl9pPr>
              <a:defRPr sz="1875" b="0">
                <a:solidFill>
                  <a:srgbClr val="4C2479"/>
                </a:solidFill>
              </a:defRPr>
            </a:lvl9pPr>
          </a:lstStyle>
          <a:p>
            <a:pPr>
              <a:defRPr sz="1875" b="0">
                <a:solidFill>
                  <a:srgbClr val="4C2479"/>
                </a:solidFill>
              </a:defRPr>
            </a:pPr>
            <a:r>
              <a:rPr sz="1875" b="0">
                <a:solidFill>
                  <a:srgbClr val="4C2479"/>
                </a:solidFill>
              </a:rPr>
              <a:t>E se usarmos um ensemble para representar diferentes cenários de chuva futura?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2F950D-BDD7-4666-8F4E-4F41C73D0A08}"/>
              </a:ext>
            </a:extLst>
          </p:cNvPr>
          <p:cNvSpPr>
            <a:spLocks noGrp="1"/>
          </p:cNvSpPr>
          <p:nvPr/>
        </p:nvSpPr>
        <p:spPr>
          <a:xfrm>
            <a:off x="476250" y="6572250"/>
            <a:ext cx="11334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456078"/>
                </a:solidFill>
              </a:defRPr>
            </a:defPPr>
            <a:lvl1pPr>
              <a:defRPr sz="975" b="0">
                <a:solidFill>
                  <a:srgbClr val="456078"/>
                </a:solidFill>
              </a:defRPr>
            </a:lvl1pPr>
            <a:lvl2pPr>
              <a:defRPr sz="975" b="0">
                <a:solidFill>
                  <a:srgbClr val="456078"/>
                </a:solidFill>
              </a:defRPr>
            </a:lvl2pPr>
            <a:lvl3pPr>
              <a:defRPr sz="975" b="0">
                <a:solidFill>
                  <a:srgbClr val="456078"/>
                </a:solidFill>
              </a:defRPr>
            </a:lvl3pPr>
            <a:lvl4pPr>
              <a:defRPr sz="975" b="0">
                <a:solidFill>
                  <a:srgbClr val="456078"/>
                </a:solidFill>
              </a:defRPr>
            </a:lvl4pPr>
            <a:lvl5pPr>
              <a:defRPr sz="975" b="0">
                <a:solidFill>
                  <a:srgbClr val="456078"/>
                </a:solidFill>
              </a:defRPr>
            </a:lvl5pPr>
            <a:lvl6pPr>
              <a:defRPr sz="975" b="0">
                <a:solidFill>
                  <a:srgbClr val="456078"/>
                </a:solidFill>
              </a:defRPr>
            </a:lvl6pPr>
            <a:lvl7pPr>
              <a:defRPr sz="975" b="0">
                <a:solidFill>
                  <a:srgbClr val="456078"/>
                </a:solidFill>
              </a:defRPr>
            </a:lvl7pPr>
            <a:lvl8pPr>
              <a:defRPr sz="975" b="0">
                <a:solidFill>
                  <a:srgbClr val="456078"/>
                </a:solidFill>
              </a:defRPr>
            </a:lvl8pPr>
            <a:lvl9pPr>
              <a:defRPr sz="975" b="0">
                <a:solidFill>
                  <a:srgbClr val="456078"/>
                </a:solidFill>
              </a:defRPr>
            </a:lvl9pPr>
          </a:lstStyle>
          <a:p>
            <a:pPr>
              <a:defRPr sz="975" b="0">
                <a:solidFill>
                  <a:srgbClr val="456078"/>
                </a:solidFill>
              </a:defRPr>
            </a:pPr>
            <a:r>
              <a:rPr sz="975" b="0">
                <a:solidFill>
                  <a:srgbClr val="456078"/>
                </a:solidFill>
              </a:rPr>
              <a:t>Exemplo ilustrativo. O ganho depende da bacia, do horizonte e da qualidade da previsão meteorológica.</a:t>
            </a:r>
          </a:p>
        </p:txBody>
      </p:sp>
    </p:spTree>
    <p:extLst>
      <p:ext uri="{BB962C8B-B14F-4D97-AF65-F5344CB8AC3E}">
        <p14:creationId xmlns:p14="http://schemas.microsoft.com/office/powerpoint/2010/main" val="1346027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8740FE-2244-4432-9AB0-148DE2AADA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0A2C4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CAD178-81C8-47D2-AC5C-C1BC1FED58A0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55CFF4"/>
                </a:solidFill>
              </a:defRPr>
            </a:defPPr>
            <a:lvl1pPr>
              <a:defRPr sz="1875" b="1">
                <a:solidFill>
                  <a:srgbClr val="55CFF4"/>
                </a:solidFill>
              </a:defRPr>
            </a:lvl1pPr>
            <a:lvl2pPr>
              <a:defRPr sz="1875" b="1">
                <a:solidFill>
                  <a:srgbClr val="55CFF4"/>
                </a:solidFill>
              </a:defRPr>
            </a:lvl2pPr>
            <a:lvl3pPr>
              <a:defRPr sz="1875" b="1">
                <a:solidFill>
                  <a:srgbClr val="55CFF4"/>
                </a:solidFill>
              </a:defRPr>
            </a:lvl3pPr>
            <a:lvl4pPr>
              <a:defRPr sz="1875" b="1">
                <a:solidFill>
                  <a:srgbClr val="55CFF4"/>
                </a:solidFill>
              </a:defRPr>
            </a:lvl4pPr>
            <a:lvl5pPr>
              <a:defRPr sz="1875" b="1">
                <a:solidFill>
                  <a:srgbClr val="55CFF4"/>
                </a:solidFill>
              </a:defRPr>
            </a:lvl5pPr>
            <a:lvl6pPr>
              <a:defRPr sz="1875" b="1">
                <a:solidFill>
                  <a:srgbClr val="55CFF4"/>
                </a:solidFill>
              </a:defRPr>
            </a:lvl6pPr>
            <a:lvl7pPr>
              <a:defRPr sz="1875" b="1">
                <a:solidFill>
                  <a:srgbClr val="55CFF4"/>
                </a:solidFill>
              </a:defRPr>
            </a:lvl7pPr>
            <a:lvl8pPr>
              <a:defRPr sz="1875" b="1">
                <a:solidFill>
                  <a:srgbClr val="55CFF4"/>
                </a:solidFill>
              </a:defRPr>
            </a:lvl8pPr>
            <a:lvl9pPr>
              <a:defRPr sz="1875" b="1">
                <a:solidFill>
                  <a:srgbClr val="55CFF4"/>
                </a:solidFill>
              </a:defRPr>
            </a:lvl9pPr>
          </a:lstStyle>
          <a:p>
            <a:pPr>
              <a:defRPr sz="1875" b="1">
                <a:solidFill>
                  <a:srgbClr val="55CFF4"/>
                </a:solidFill>
              </a:defRPr>
            </a:pPr>
            <a:r>
              <a:rPr lang="en-US" dirty="0"/>
              <a:t>5</a:t>
            </a:r>
            <a:endParaRPr sz="1875" b="1" dirty="0">
              <a:solidFill>
                <a:srgbClr val="55CFF4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688568-7796-431A-9EAE-FF1B89ECFD48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5726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FFFFFF"/>
                </a:solidFill>
              </a:defRPr>
            </a:defPPr>
            <a:lvl1pPr>
              <a:defRPr sz="2325" b="1">
                <a:solidFill>
                  <a:srgbClr val="FFFFFF"/>
                </a:solidFill>
              </a:defRPr>
            </a:lvl1pPr>
            <a:lvl2pPr>
              <a:defRPr sz="2325" b="1">
                <a:solidFill>
                  <a:srgbClr val="FFFFFF"/>
                </a:solidFill>
              </a:defRPr>
            </a:lvl2pPr>
            <a:lvl3pPr>
              <a:defRPr sz="2325" b="1">
                <a:solidFill>
                  <a:srgbClr val="FFFFFF"/>
                </a:solidFill>
              </a:defRPr>
            </a:lvl3pPr>
            <a:lvl4pPr>
              <a:defRPr sz="2325" b="1">
                <a:solidFill>
                  <a:srgbClr val="FFFFFF"/>
                </a:solidFill>
              </a:defRPr>
            </a:lvl4pPr>
            <a:lvl5pPr>
              <a:defRPr sz="2325" b="1">
                <a:solidFill>
                  <a:srgbClr val="FFFFFF"/>
                </a:solidFill>
              </a:defRPr>
            </a:lvl5pPr>
            <a:lvl6pPr>
              <a:defRPr sz="2325" b="1">
                <a:solidFill>
                  <a:srgbClr val="FFFFFF"/>
                </a:solidFill>
              </a:defRPr>
            </a:lvl6pPr>
            <a:lvl7pPr>
              <a:defRPr sz="2325" b="1">
                <a:solidFill>
                  <a:srgbClr val="FFFFFF"/>
                </a:solidFill>
              </a:defRPr>
            </a:lvl7pPr>
            <a:lvl8pPr>
              <a:defRPr sz="2325" b="1">
                <a:solidFill>
                  <a:srgbClr val="FFFFFF"/>
                </a:solidFill>
              </a:defRPr>
            </a:lvl8pPr>
            <a:lvl9pPr>
              <a:defRPr sz="2325" b="1">
                <a:solidFill>
                  <a:srgbClr val="FFFFFF"/>
                </a:solidFill>
              </a:defRPr>
            </a:lvl9pPr>
          </a:lstStyle>
          <a:p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Chuva perfeita e previsão de vazão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A28449-B19E-4466-B272-FAF9B49C633D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642611-A9E6-44F6-A3BD-F738181C2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7625" y="771525"/>
            <a:ext cx="12096750" cy="60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356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2CC816C-58E6-43AB-97CD-F75C7E60FD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oundRect">
            <a:avLst>
              <a:gd name="adj" fmla="val 0"/>
            </a:avLst>
          </a:prstGeom>
          <a:solidFill>
            <a:srgbClr val="0A2C4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A4F149-FC34-47E0-B71E-DA6A20E0469B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620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</a:defRPr>
            </a:defPPr>
            <a:lvl1pPr>
              <a:defRPr sz="2475" b="1">
                <a:solidFill>
                  <a:srgbClr val="FFFFFF"/>
                </a:solidFill>
              </a:defRPr>
            </a:lvl1pPr>
            <a:lvl2pPr>
              <a:defRPr sz="2475" b="1">
                <a:solidFill>
                  <a:srgbClr val="FFFFFF"/>
                </a:solidFill>
              </a:defRPr>
            </a:lvl2pPr>
            <a:lvl3pPr>
              <a:defRPr sz="2475" b="1">
                <a:solidFill>
                  <a:srgbClr val="FFFFFF"/>
                </a:solidFill>
              </a:defRPr>
            </a:lvl3pPr>
            <a:lvl4pPr>
              <a:defRPr sz="2475" b="1">
                <a:solidFill>
                  <a:srgbClr val="FFFFFF"/>
                </a:solidFill>
              </a:defRPr>
            </a:lvl4pPr>
            <a:lvl5pPr>
              <a:defRPr sz="2475" b="1">
                <a:solidFill>
                  <a:srgbClr val="FFFFFF"/>
                </a:solidFill>
              </a:defRPr>
            </a:lvl5pPr>
            <a:lvl6pPr>
              <a:defRPr sz="2475" b="1">
                <a:solidFill>
                  <a:srgbClr val="FFFFFF"/>
                </a:solidFill>
              </a:defRPr>
            </a:lvl6pPr>
            <a:lvl7pPr>
              <a:defRPr sz="2475" b="1">
                <a:solidFill>
                  <a:srgbClr val="FFFFFF"/>
                </a:solidFill>
              </a:defRPr>
            </a:lvl7pPr>
            <a:lvl8pPr>
              <a:defRPr sz="2475" b="1">
                <a:solidFill>
                  <a:srgbClr val="FFFFFF"/>
                </a:solidFill>
              </a:defRPr>
            </a:lvl8pPr>
            <a:lvl9pPr>
              <a:defRPr sz="2475" b="1">
                <a:solidFill>
                  <a:srgbClr val="FFFFFF"/>
                </a:solidFill>
              </a:defRPr>
            </a:lvl9pPr>
          </a:lstStyle>
          <a:p>
            <a:pPr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Ensemble de chuva: cenários e incerteza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601A9C1-7466-4897-908F-90A4319C6090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504825" cy="504825"/>
          </a:xfrm>
          <a:prstGeom prst="ellipse">
            <a:avLst/>
          </a:prstGeom>
          <a:noFill/>
          <a:ln w="28575">
            <a:solidFill>
              <a:srgbClr val="55CF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7FE7AE-AF79-4D10-880F-8DD2384AB33F}"/>
              </a:ext>
            </a:extLst>
          </p:cNvPr>
          <p:cNvSpPr>
            <a:spLocks noGrp="1"/>
          </p:cNvSpPr>
          <p:nvPr/>
        </p:nvSpPr>
        <p:spPr>
          <a:xfrm>
            <a:off x="304800" y="219075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>
            <a:pPr>
              <a:defRPr sz="1875" b="1">
                <a:solidFill>
                  <a:srgbClr val="FFFFFF"/>
                </a:solidFill>
              </a:defRPr>
            </a:pPr>
            <a:r>
              <a:rPr lang="en-US" dirty="0"/>
              <a:t>6</a:t>
            </a:r>
            <a:endParaRPr sz="1875" b="1" dirty="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FEE4DF-6F68-44BF-9F9D-950051FA1E14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3A0995-6BA2-4AAB-8282-F86FD9D1738B}"/>
              </a:ext>
            </a:extLst>
          </p:cNvPr>
          <p:cNvSpPr>
            <a:spLocks noGrp="1"/>
          </p:cNvSpPr>
          <p:nvPr/>
        </p:nvSpPr>
        <p:spPr>
          <a:xfrm>
            <a:off x="0" y="733425"/>
            <a:ext cx="12192000" cy="28575"/>
          </a:xfrm>
          <a:prstGeom prst="roundRect">
            <a:avLst>
              <a:gd name="adj" fmla="val 0"/>
            </a:avLst>
          </a:prstGeom>
          <a:solidFill>
            <a:srgbClr val="55CF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419977-8CF4-4B00-9246-BF096C8AC37B}"/>
              </a:ext>
            </a:extLst>
          </p:cNvPr>
          <p:cNvSpPr>
            <a:spLocks noGrp="1"/>
          </p:cNvSpPr>
          <p:nvPr/>
        </p:nvSpPr>
        <p:spPr>
          <a:xfrm>
            <a:off x="95250" y="876300"/>
            <a:ext cx="3095625" cy="3952875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9B40C2-8E06-4FF7-AD24-FF0809C0E46E}"/>
              </a:ext>
            </a:extLst>
          </p:cNvPr>
          <p:cNvSpPr>
            <a:spLocks noGrp="1"/>
          </p:cNvSpPr>
          <p:nvPr/>
        </p:nvSpPr>
        <p:spPr>
          <a:xfrm>
            <a:off x="238125" y="981075"/>
            <a:ext cx="28098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O que é um ensemble?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7DF886F-AB32-4A22-9D1A-34248B975EBE}"/>
              </a:ext>
            </a:extLst>
          </p:cNvPr>
          <p:cNvSpPr>
            <a:spLocks noGrp="1"/>
          </p:cNvSpPr>
          <p:nvPr/>
        </p:nvSpPr>
        <p:spPr>
          <a:xfrm>
            <a:off x="3286125" y="876300"/>
            <a:ext cx="5619750" cy="3952875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ED2E25-A02E-4408-A8C0-3D1731BED6C2}"/>
              </a:ext>
            </a:extLst>
          </p:cNvPr>
          <p:cNvSpPr>
            <a:spLocks noGrp="1"/>
          </p:cNvSpPr>
          <p:nvPr/>
        </p:nvSpPr>
        <p:spPr>
          <a:xfrm>
            <a:off x="3429000" y="981075"/>
            <a:ext cx="53340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Cenários para a mesma emissão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8867324-77CA-4349-944A-FABC531A89DA}"/>
              </a:ext>
            </a:extLst>
          </p:cNvPr>
          <p:cNvSpPr>
            <a:spLocks noGrp="1"/>
          </p:cNvSpPr>
          <p:nvPr/>
        </p:nvSpPr>
        <p:spPr>
          <a:xfrm>
            <a:off x="9001125" y="876300"/>
            <a:ext cx="3095625" cy="3952875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D76C90-CB53-4F83-8CA1-EB9BB5CC93B4}"/>
              </a:ext>
            </a:extLst>
          </p:cNvPr>
          <p:cNvSpPr>
            <a:spLocks noGrp="1"/>
          </p:cNvSpPr>
          <p:nvPr/>
        </p:nvSpPr>
        <p:spPr>
          <a:xfrm>
            <a:off x="9144000" y="981075"/>
            <a:ext cx="28098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Como interpretar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991D1E-2D0A-4731-A513-4A899967FB5A}"/>
              </a:ext>
            </a:extLst>
          </p:cNvPr>
          <p:cNvSpPr>
            <a:spLocks noGrp="1"/>
          </p:cNvSpPr>
          <p:nvPr/>
        </p:nvSpPr>
        <p:spPr>
          <a:xfrm>
            <a:off x="266700" y="1447800"/>
            <a:ext cx="2714625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0">
                <a:solidFill>
                  <a:srgbClr val="0B2349"/>
                </a:solidFill>
              </a:defRPr>
            </a:defPPr>
            <a:lvl1pPr>
              <a:defRPr sz="1725" b="0">
                <a:solidFill>
                  <a:srgbClr val="0B2349"/>
                </a:solidFill>
              </a:defRPr>
            </a:lvl1pPr>
            <a:lvl2pPr>
              <a:defRPr sz="1725" b="0">
                <a:solidFill>
                  <a:srgbClr val="0B2349"/>
                </a:solidFill>
              </a:defRPr>
            </a:lvl2pPr>
            <a:lvl3pPr>
              <a:defRPr sz="1725" b="0">
                <a:solidFill>
                  <a:srgbClr val="0B2349"/>
                </a:solidFill>
              </a:defRPr>
            </a:lvl3pPr>
            <a:lvl4pPr>
              <a:defRPr sz="1725" b="0">
                <a:solidFill>
                  <a:srgbClr val="0B2349"/>
                </a:solidFill>
              </a:defRPr>
            </a:lvl4pPr>
            <a:lvl5pPr>
              <a:defRPr sz="1725" b="0">
                <a:solidFill>
                  <a:srgbClr val="0B2349"/>
                </a:solidFill>
              </a:defRPr>
            </a:lvl5pPr>
            <a:lvl6pPr>
              <a:defRPr sz="1725" b="0">
                <a:solidFill>
                  <a:srgbClr val="0B2349"/>
                </a:solidFill>
              </a:defRPr>
            </a:lvl6pPr>
            <a:lvl7pPr>
              <a:defRPr sz="1725" b="0">
                <a:solidFill>
                  <a:srgbClr val="0B2349"/>
                </a:solidFill>
              </a:defRPr>
            </a:lvl7pPr>
            <a:lvl8pPr>
              <a:defRPr sz="1725" b="0">
                <a:solidFill>
                  <a:srgbClr val="0B2349"/>
                </a:solidFill>
              </a:defRPr>
            </a:lvl8pPr>
            <a:lvl9pPr>
              <a:defRPr sz="1725" b="0">
                <a:solidFill>
                  <a:srgbClr val="0B2349"/>
                </a:solidFill>
              </a:defRPr>
            </a:lvl9pPr>
          </a:lstStyle>
          <a:p>
            <a:pPr>
              <a:defRPr sz="1725" b="0">
                <a:solidFill>
                  <a:srgbClr val="0B2349"/>
                </a:solidFill>
              </a:defRPr>
            </a:pPr>
            <a:r>
              <a:rPr sz="1725" b="0">
                <a:solidFill>
                  <a:srgbClr val="0B2349"/>
                </a:solidFill>
              </a:rPr>
              <a:t>Um conjunto de previsões descreve diferentes evoluções possíveis da chuva.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14F79B1-99CD-45FA-80C0-0588F3D467D3}"/>
              </a:ext>
            </a:extLst>
          </p:cNvPr>
          <p:cNvSpPr>
            <a:spLocks noGrp="1"/>
          </p:cNvSpPr>
          <p:nvPr/>
        </p:nvSpPr>
        <p:spPr>
          <a:xfrm>
            <a:off x="257175" y="2705100"/>
            <a:ext cx="2771775" cy="1790700"/>
          </a:xfrm>
          <a:prstGeom prst="roundRect">
            <a:avLst>
              <a:gd name="adj" fmla="val 4787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0B5E7A-121D-4FAE-9E8C-9230AD580FD4}"/>
              </a:ext>
            </a:extLst>
          </p:cNvPr>
          <p:cNvSpPr>
            <a:spLocks noGrp="1"/>
          </p:cNvSpPr>
          <p:nvPr/>
        </p:nvSpPr>
        <p:spPr>
          <a:xfrm>
            <a:off x="409575" y="2847975"/>
            <a:ext cx="2457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650" b="1">
                <a:solidFill>
                  <a:srgbClr val="007BC8"/>
                </a:solidFill>
              </a:defRPr>
            </a:defPPr>
            <a:lvl1pPr>
              <a:defRPr sz="1650" b="1">
                <a:solidFill>
                  <a:srgbClr val="007BC8"/>
                </a:solidFill>
              </a:defRPr>
            </a:lvl1pPr>
            <a:lvl2pPr>
              <a:defRPr sz="1650" b="1">
                <a:solidFill>
                  <a:srgbClr val="007BC8"/>
                </a:solidFill>
              </a:defRPr>
            </a:lvl2pPr>
            <a:lvl3pPr>
              <a:defRPr sz="1650" b="1">
                <a:solidFill>
                  <a:srgbClr val="007BC8"/>
                </a:solidFill>
              </a:defRPr>
            </a:lvl3pPr>
            <a:lvl4pPr>
              <a:defRPr sz="1650" b="1">
                <a:solidFill>
                  <a:srgbClr val="007BC8"/>
                </a:solidFill>
              </a:defRPr>
            </a:lvl4pPr>
            <a:lvl5pPr>
              <a:defRPr sz="1650" b="1">
                <a:solidFill>
                  <a:srgbClr val="007BC8"/>
                </a:solidFill>
              </a:defRPr>
            </a:lvl5pPr>
            <a:lvl6pPr>
              <a:defRPr sz="1650" b="1">
                <a:solidFill>
                  <a:srgbClr val="007BC8"/>
                </a:solidFill>
              </a:defRPr>
            </a:lvl6pPr>
            <a:lvl7pPr>
              <a:defRPr sz="1650" b="1">
                <a:solidFill>
                  <a:srgbClr val="007BC8"/>
                </a:solidFill>
              </a:defRPr>
            </a:lvl7pPr>
            <a:lvl8pPr>
              <a:defRPr sz="1650" b="1">
                <a:solidFill>
                  <a:srgbClr val="007BC8"/>
                </a:solidFill>
              </a:defRPr>
            </a:lvl8pPr>
            <a:lvl9pPr>
              <a:defRPr sz="1650" b="1">
                <a:solidFill>
                  <a:srgbClr val="007BC8"/>
                </a:solidFill>
              </a:defRPr>
            </a:lvl9pPr>
          </a:lstStyle>
          <a:p>
            <a:pPr>
              <a:defRPr sz="1650" b="1">
                <a:solidFill>
                  <a:srgbClr val="007BC8"/>
                </a:solidFill>
              </a:defRPr>
            </a:pPr>
            <a:r>
              <a:rPr sz="1650" b="1">
                <a:solidFill>
                  <a:srgbClr val="007BC8"/>
                </a:solidFill>
              </a:rPr>
              <a:t>Mesmo instante de emissão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BDB73E-9197-4A52-971A-4470B3381D28}"/>
              </a:ext>
            </a:extLst>
          </p:cNvPr>
          <p:cNvSpPr>
            <a:spLocks noGrp="1"/>
          </p:cNvSpPr>
          <p:nvPr/>
        </p:nvSpPr>
        <p:spPr>
          <a:xfrm>
            <a:off x="409575" y="3467100"/>
            <a:ext cx="245745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0">
                <a:solidFill>
                  <a:srgbClr val="0B2349"/>
                </a:solidFill>
              </a:defRPr>
            </a:defPPr>
            <a:lvl1pPr>
              <a:defRPr sz="1575" b="0">
                <a:solidFill>
                  <a:srgbClr val="0B2349"/>
                </a:solidFill>
              </a:defRPr>
            </a:lvl1pPr>
            <a:lvl2pPr>
              <a:defRPr sz="1575" b="0">
                <a:solidFill>
                  <a:srgbClr val="0B2349"/>
                </a:solidFill>
              </a:defRPr>
            </a:lvl2pPr>
            <a:lvl3pPr>
              <a:defRPr sz="1575" b="0">
                <a:solidFill>
                  <a:srgbClr val="0B2349"/>
                </a:solidFill>
              </a:defRPr>
            </a:lvl3pPr>
            <a:lvl4pPr>
              <a:defRPr sz="1575" b="0">
                <a:solidFill>
                  <a:srgbClr val="0B2349"/>
                </a:solidFill>
              </a:defRPr>
            </a:lvl4pPr>
            <a:lvl5pPr>
              <a:defRPr sz="1575" b="0">
                <a:solidFill>
                  <a:srgbClr val="0B2349"/>
                </a:solidFill>
              </a:defRPr>
            </a:lvl5pPr>
            <a:lvl6pPr>
              <a:defRPr sz="1575" b="0">
                <a:solidFill>
                  <a:srgbClr val="0B2349"/>
                </a:solidFill>
              </a:defRPr>
            </a:lvl6pPr>
            <a:lvl7pPr>
              <a:defRPr sz="1575" b="0">
                <a:solidFill>
                  <a:srgbClr val="0B2349"/>
                </a:solidFill>
              </a:defRPr>
            </a:lvl7pPr>
            <a:lvl8pPr>
              <a:defRPr sz="1575" b="0">
                <a:solidFill>
                  <a:srgbClr val="0B2349"/>
                </a:solidFill>
              </a:defRPr>
            </a:lvl8pPr>
            <a:lvl9pPr>
              <a:defRPr sz="1575" b="0">
                <a:solidFill>
                  <a:srgbClr val="0B2349"/>
                </a:solidFill>
              </a:defRPr>
            </a:lvl9pPr>
          </a:lstStyle>
          <a:p>
            <a:pPr>
              <a:defRPr sz="1575" b="0">
                <a:solidFill>
                  <a:srgbClr val="0B2349"/>
                </a:solidFill>
              </a:defRPr>
            </a:pPr>
            <a:r>
              <a:rPr sz="1575" b="0">
                <a:solidFill>
                  <a:srgbClr val="0B2349"/>
                </a:solidFill>
              </a:rPr>
              <a:t>Cada linha é um membro.</a:t>
            </a:r>
          </a:p>
          <a:p>
            <a:endParaRPr sz="1575" b="0">
              <a:solidFill>
                <a:srgbClr val="0B2349"/>
              </a:solidFill>
            </a:endParaRPr>
          </a:p>
          <a:p>
            <a:pPr>
              <a:defRPr sz="1575" b="0">
                <a:solidFill>
                  <a:srgbClr val="0B2349"/>
                </a:solidFill>
              </a:defRPr>
            </a:pPr>
            <a:r>
              <a:rPr sz="1575" b="0">
                <a:solidFill>
                  <a:srgbClr val="0B2349"/>
                </a:solidFill>
              </a:rPr>
              <a:t>Volume e momento dos picos podem variar.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6DDB55-DE09-41F6-B735-5A824D67DCF9}"/>
              </a:ext>
            </a:extLst>
          </p:cNvPr>
          <p:cNvSpPr>
            <a:spLocks noGrp="1"/>
          </p:cNvSpPr>
          <p:nvPr/>
        </p:nvSpPr>
        <p:spPr>
          <a:xfrm>
            <a:off x="3524250" y="4514850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007BC8"/>
                </a:solidFill>
              </a:defRPr>
            </a:defPPr>
            <a:lvl1pPr>
              <a:defRPr sz="1200" b="1">
                <a:solidFill>
                  <a:srgbClr val="007BC8"/>
                </a:solidFill>
              </a:defRPr>
            </a:lvl1pPr>
            <a:lvl2pPr>
              <a:defRPr sz="1200" b="1">
                <a:solidFill>
                  <a:srgbClr val="007BC8"/>
                </a:solidFill>
              </a:defRPr>
            </a:lvl2pPr>
            <a:lvl3pPr>
              <a:defRPr sz="1200" b="1">
                <a:solidFill>
                  <a:srgbClr val="007BC8"/>
                </a:solidFill>
              </a:defRPr>
            </a:lvl3pPr>
            <a:lvl4pPr>
              <a:defRPr sz="1200" b="1">
                <a:solidFill>
                  <a:srgbClr val="007BC8"/>
                </a:solidFill>
              </a:defRPr>
            </a:lvl4pPr>
            <a:lvl5pPr>
              <a:defRPr sz="1200" b="1">
                <a:solidFill>
                  <a:srgbClr val="007BC8"/>
                </a:solidFill>
              </a:defRPr>
            </a:lvl5pPr>
            <a:lvl6pPr>
              <a:defRPr sz="1200" b="1">
                <a:solidFill>
                  <a:srgbClr val="007BC8"/>
                </a:solidFill>
              </a:defRPr>
            </a:lvl6pPr>
            <a:lvl7pPr>
              <a:defRPr sz="1200" b="1">
                <a:solidFill>
                  <a:srgbClr val="007BC8"/>
                </a:solidFill>
              </a:defRPr>
            </a:lvl7pPr>
            <a:lvl8pPr>
              <a:defRPr sz="1200" b="1">
                <a:solidFill>
                  <a:srgbClr val="007BC8"/>
                </a:solidFill>
              </a:defRPr>
            </a:lvl8pPr>
            <a:lvl9pPr>
              <a:defRPr sz="1200" b="1">
                <a:solidFill>
                  <a:srgbClr val="007BC8"/>
                </a:solidFill>
              </a:defRPr>
            </a:lvl9pPr>
          </a:lstStyle>
          <a:p>
            <a:pPr>
              <a:defRPr sz="1200" b="1">
                <a:solidFill>
                  <a:srgbClr val="007BC8"/>
                </a:solidFill>
              </a:defRPr>
            </a:pPr>
            <a:r>
              <a:rPr sz="1200" b="1">
                <a:solidFill>
                  <a:srgbClr val="007BC8"/>
                </a:solidFill>
              </a:rPr>
              <a:t>Oito membros sintéticos, apenas para ilustração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81B1A97-9632-45EC-A1B1-56BFBAE8A347}"/>
              </a:ext>
            </a:extLst>
          </p:cNvPr>
          <p:cNvSpPr>
            <a:spLocks noGrp="1"/>
          </p:cNvSpPr>
          <p:nvPr/>
        </p:nvSpPr>
        <p:spPr>
          <a:xfrm>
            <a:off x="9144000" y="1438275"/>
            <a:ext cx="2809875" cy="933450"/>
          </a:xfrm>
          <a:prstGeom prst="roundRect">
            <a:avLst>
              <a:gd name="adj" fmla="val 9184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4934DF-CF01-4CD0-87B5-6AE7F832BD88}"/>
              </a:ext>
            </a:extLst>
          </p:cNvPr>
          <p:cNvSpPr>
            <a:spLocks noGrp="1"/>
          </p:cNvSpPr>
          <p:nvPr/>
        </p:nvSpPr>
        <p:spPr>
          <a:xfrm>
            <a:off x="9258300" y="1533525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A6159B-2B57-40B5-AC0E-C0F80EDC9C24}"/>
              </a:ext>
            </a:extLst>
          </p:cNvPr>
          <p:cNvSpPr>
            <a:spLocks noGrp="1"/>
          </p:cNvSpPr>
          <p:nvPr/>
        </p:nvSpPr>
        <p:spPr>
          <a:xfrm>
            <a:off x="9639300" y="1533525"/>
            <a:ext cx="22193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Volume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0D75C1-B5D1-42D6-8804-9C3A754A010C}"/>
              </a:ext>
            </a:extLst>
          </p:cNvPr>
          <p:cNvSpPr>
            <a:spLocks noGrp="1"/>
          </p:cNvSpPr>
          <p:nvPr/>
        </p:nvSpPr>
        <p:spPr>
          <a:xfrm>
            <a:off x="9639300" y="1857375"/>
            <a:ext cx="2190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Os membros podem prever acumulados diferentes.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52C2E12-F125-479F-AE9B-5A5044BC32AE}"/>
              </a:ext>
            </a:extLst>
          </p:cNvPr>
          <p:cNvSpPr>
            <a:spLocks noGrp="1"/>
          </p:cNvSpPr>
          <p:nvPr/>
        </p:nvSpPr>
        <p:spPr>
          <a:xfrm>
            <a:off x="9144000" y="2505075"/>
            <a:ext cx="2809875" cy="933450"/>
          </a:xfrm>
          <a:prstGeom prst="roundRect">
            <a:avLst>
              <a:gd name="adj" fmla="val 9184"/>
            </a:avLst>
          </a:prstGeom>
          <a:solidFill>
            <a:srgbClr val="E9F8E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9E440D-98D1-40EE-846F-1014A8B21122}"/>
              </a:ext>
            </a:extLst>
          </p:cNvPr>
          <p:cNvSpPr>
            <a:spLocks noGrp="1"/>
          </p:cNvSpPr>
          <p:nvPr/>
        </p:nvSpPr>
        <p:spPr>
          <a:xfrm>
            <a:off x="9258300" y="2600325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E80957-5B8D-43AC-8854-90C55EEDC9EB}"/>
              </a:ext>
            </a:extLst>
          </p:cNvPr>
          <p:cNvSpPr>
            <a:spLocks noGrp="1"/>
          </p:cNvSpPr>
          <p:nvPr/>
        </p:nvSpPr>
        <p:spPr>
          <a:xfrm>
            <a:off x="9639300" y="2600325"/>
            <a:ext cx="22193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Momento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47EE48-9CED-47B0-AA6E-0636F3E219C5}"/>
              </a:ext>
            </a:extLst>
          </p:cNvPr>
          <p:cNvSpPr>
            <a:spLocks noGrp="1"/>
          </p:cNvSpPr>
          <p:nvPr/>
        </p:nvSpPr>
        <p:spPr>
          <a:xfrm>
            <a:off x="9639300" y="2924175"/>
            <a:ext cx="2190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O pico pode ocorrer mais cedo ou mais tarde.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3AD900D-6524-45BA-9556-90EB1B7AD962}"/>
              </a:ext>
            </a:extLst>
          </p:cNvPr>
          <p:cNvSpPr>
            <a:spLocks noGrp="1"/>
          </p:cNvSpPr>
          <p:nvPr/>
        </p:nvSpPr>
        <p:spPr>
          <a:xfrm>
            <a:off x="9144000" y="3571875"/>
            <a:ext cx="2809875" cy="933450"/>
          </a:xfrm>
          <a:prstGeom prst="roundRect">
            <a:avLst>
              <a:gd name="adj" fmla="val 9184"/>
            </a:avLst>
          </a:prstGeom>
          <a:solidFill>
            <a:srgbClr val="FFF3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888A3C-A230-4459-8FC4-2DD8BEE6E901}"/>
              </a:ext>
            </a:extLst>
          </p:cNvPr>
          <p:cNvSpPr>
            <a:spLocks noGrp="1"/>
          </p:cNvSpPr>
          <p:nvPr/>
        </p:nvSpPr>
        <p:spPr>
          <a:xfrm>
            <a:off x="9258300" y="3667125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2F0451-D558-431C-9831-EE7D5E012164}"/>
              </a:ext>
            </a:extLst>
          </p:cNvPr>
          <p:cNvSpPr>
            <a:spLocks noGrp="1"/>
          </p:cNvSpPr>
          <p:nvPr/>
        </p:nvSpPr>
        <p:spPr>
          <a:xfrm>
            <a:off x="9639300" y="3667125"/>
            <a:ext cx="22193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Dispersão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2D91EE-16BC-4B88-AD88-80572DE0F69D}"/>
              </a:ext>
            </a:extLst>
          </p:cNvPr>
          <p:cNvSpPr>
            <a:spLocks noGrp="1"/>
          </p:cNvSpPr>
          <p:nvPr/>
        </p:nvSpPr>
        <p:spPr>
          <a:xfrm>
            <a:off x="9639300" y="3990975"/>
            <a:ext cx="2190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A separação das trajetórias mostra o desacordo.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C506205-CBBF-4805-A7F6-2910FA80DC23}"/>
              </a:ext>
            </a:extLst>
          </p:cNvPr>
          <p:cNvSpPr>
            <a:spLocks noGrp="1"/>
          </p:cNvSpPr>
          <p:nvPr/>
        </p:nvSpPr>
        <p:spPr>
          <a:xfrm>
            <a:off x="95250" y="4943475"/>
            <a:ext cx="12001500" cy="1438275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6BD594-02B3-419F-8B73-38A0E28E7914}"/>
              </a:ext>
            </a:extLst>
          </p:cNvPr>
          <p:cNvSpPr>
            <a:spLocks noGrp="1"/>
          </p:cNvSpPr>
          <p:nvPr/>
        </p:nvSpPr>
        <p:spPr>
          <a:xfrm>
            <a:off x="238125" y="5048250"/>
            <a:ext cx="11715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Propagação da incerteza para a previsão de vazão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8BDC2CB-90A1-4EF4-8CD2-A9254AE46A23}"/>
              </a:ext>
            </a:extLst>
          </p:cNvPr>
          <p:cNvSpPr>
            <a:spLocks noGrp="1"/>
          </p:cNvSpPr>
          <p:nvPr/>
        </p:nvSpPr>
        <p:spPr>
          <a:xfrm>
            <a:off x="342900" y="5486400"/>
            <a:ext cx="2762250" cy="514350"/>
          </a:xfrm>
          <a:prstGeom prst="roundRect">
            <a:avLst>
              <a:gd name="adj" fmla="val 9259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4E5E8B-B3AB-4220-A57D-F4302FECC625}"/>
              </a:ext>
            </a:extLst>
          </p:cNvPr>
          <p:cNvSpPr>
            <a:spLocks noGrp="1"/>
          </p:cNvSpPr>
          <p:nvPr/>
        </p:nvSpPr>
        <p:spPr>
          <a:xfrm>
            <a:off x="390525" y="5553075"/>
            <a:ext cx="266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0B2349"/>
                </a:solidFill>
              </a:defRPr>
            </a:defPPr>
            <a:lvl1pPr algn="ctr">
              <a:defRPr sz="1800" b="1">
                <a:solidFill>
                  <a:srgbClr val="0B2349"/>
                </a:solidFill>
              </a:defRPr>
            </a:lvl1pPr>
            <a:lvl2pPr algn="ctr">
              <a:defRPr sz="1800" b="1">
                <a:solidFill>
                  <a:srgbClr val="0B2349"/>
                </a:solidFill>
              </a:defRPr>
            </a:lvl2pPr>
            <a:lvl3pPr algn="ctr">
              <a:defRPr sz="1800" b="1">
                <a:solidFill>
                  <a:srgbClr val="0B2349"/>
                </a:solidFill>
              </a:defRPr>
            </a:lvl3pPr>
            <a:lvl4pPr algn="ctr">
              <a:defRPr sz="1800" b="1">
                <a:solidFill>
                  <a:srgbClr val="0B2349"/>
                </a:solidFill>
              </a:defRPr>
            </a:lvl4pPr>
            <a:lvl5pPr algn="ctr">
              <a:defRPr sz="1800" b="1">
                <a:solidFill>
                  <a:srgbClr val="0B2349"/>
                </a:solidFill>
              </a:defRPr>
            </a:lvl5pPr>
            <a:lvl6pPr algn="ctr">
              <a:defRPr sz="1800" b="1">
                <a:solidFill>
                  <a:srgbClr val="0B2349"/>
                </a:solidFill>
              </a:defRPr>
            </a:lvl6pPr>
            <a:lvl7pPr algn="ctr">
              <a:defRPr sz="1800" b="1">
                <a:solidFill>
                  <a:srgbClr val="0B2349"/>
                </a:solidFill>
              </a:defRPr>
            </a:lvl7pPr>
            <a:lvl8pPr algn="ctr">
              <a:defRPr sz="1800" b="1">
                <a:solidFill>
                  <a:srgbClr val="0B2349"/>
                </a:solidFill>
              </a:defRPr>
            </a:lvl8pPr>
            <a:lvl9pPr algn="ctr">
              <a:defRPr sz="1800" b="1">
                <a:solidFill>
                  <a:srgbClr val="0B2349"/>
                </a:solidFill>
              </a:defRPr>
            </a:lvl9pPr>
          </a:lstStyle>
          <a:p>
            <a:pPr algn="ctr">
              <a:defRPr sz="1800" b="1">
                <a:solidFill>
                  <a:srgbClr val="0B2349"/>
                </a:solidFill>
              </a:defRPr>
            </a:pPr>
            <a:r>
              <a:rPr sz="1800" b="1">
                <a:solidFill>
                  <a:srgbClr val="0B2349"/>
                </a:solidFill>
              </a:rPr>
              <a:t>Membros de chuva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0499605-F2A8-400C-8E7A-D023CC09B67E}"/>
              </a:ext>
            </a:extLst>
          </p:cNvPr>
          <p:cNvSpPr>
            <a:spLocks noGrp="1"/>
          </p:cNvSpPr>
          <p:nvPr/>
        </p:nvSpPr>
        <p:spPr>
          <a:xfrm>
            <a:off x="4638675" y="5486400"/>
            <a:ext cx="2619375" cy="514350"/>
          </a:xfrm>
          <a:prstGeom prst="roundRect">
            <a:avLst>
              <a:gd name="adj" fmla="val 9259"/>
            </a:avLst>
          </a:prstGeom>
          <a:solidFill>
            <a:srgbClr val="E9F8E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3100944-6CFC-4A61-8263-6BCF435842B2}"/>
              </a:ext>
            </a:extLst>
          </p:cNvPr>
          <p:cNvSpPr>
            <a:spLocks noGrp="1"/>
          </p:cNvSpPr>
          <p:nvPr/>
        </p:nvSpPr>
        <p:spPr>
          <a:xfrm>
            <a:off x="4686300" y="5553075"/>
            <a:ext cx="2524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0B2349"/>
                </a:solidFill>
              </a:defRPr>
            </a:defPPr>
            <a:lvl1pPr algn="ctr">
              <a:defRPr sz="1800" b="1">
                <a:solidFill>
                  <a:srgbClr val="0B2349"/>
                </a:solidFill>
              </a:defRPr>
            </a:lvl1pPr>
            <a:lvl2pPr algn="ctr">
              <a:defRPr sz="1800" b="1">
                <a:solidFill>
                  <a:srgbClr val="0B2349"/>
                </a:solidFill>
              </a:defRPr>
            </a:lvl2pPr>
            <a:lvl3pPr algn="ctr">
              <a:defRPr sz="1800" b="1">
                <a:solidFill>
                  <a:srgbClr val="0B2349"/>
                </a:solidFill>
              </a:defRPr>
            </a:lvl3pPr>
            <a:lvl4pPr algn="ctr">
              <a:defRPr sz="1800" b="1">
                <a:solidFill>
                  <a:srgbClr val="0B2349"/>
                </a:solidFill>
              </a:defRPr>
            </a:lvl4pPr>
            <a:lvl5pPr algn="ctr">
              <a:defRPr sz="1800" b="1">
                <a:solidFill>
                  <a:srgbClr val="0B2349"/>
                </a:solidFill>
              </a:defRPr>
            </a:lvl5pPr>
            <a:lvl6pPr algn="ctr">
              <a:defRPr sz="1800" b="1">
                <a:solidFill>
                  <a:srgbClr val="0B2349"/>
                </a:solidFill>
              </a:defRPr>
            </a:lvl6pPr>
            <a:lvl7pPr algn="ctr">
              <a:defRPr sz="1800" b="1">
                <a:solidFill>
                  <a:srgbClr val="0B2349"/>
                </a:solidFill>
              </a:defRPr>
            </a:lvl7pPr>
            <a:lvl8pPr algn="ctr">
              <a:defRPr sz="1800" b="1">
                <a:solidFill>
                  <a:srgbClr val="0B2349"/>
                </a:solidFill>
              </a:defRPr>
            </a:lvl8pPr>
            <a:lvl9pPr algn="ctr">
              <a:defRPr sz="1800" b="1">
                <a:solidFill>
                  <a:srgbClr val="0B2349"/>
                </a:solidFill>
              </a:defRPr>
            </a:lvl9pPr>
          </a:lstStyle>
          <a:p>
            <a:pPr algn="ctr">
              <a:defRPr sz="1800" b="1">
                <a:solidFill>
                  <a:srgbClr val="0B2349"/>
                </a:solidFill>
              </a:defRPr>
            </a:pPr>
            <a:r>
              <a:rPr sz="1800" b="1">
                <a:solidFill>
                  <a:srgbClr val="0B2349"/>
                </a:solidFill>
              </a:rPr>
              <a:t>Mesma LSTM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DF8F1F2-F81D-42AF-AEEC-B27FC190BD5E}"/>
              </a:ext>
            </a:extLst>
          </p:cNvPr>
          <p:cNvSpPr>
            <a:spLocks noGrp="1"/>
          </p:cNvSpPr>
          <p:nvPr/>
        </p:nvSpPr>
        <p:spPr>
          <a:xfrm>
            <a:off x="8915400" y="5486400"/>
            <a:ext cx="2857500" cy="514350"/>
          </a:xfrm>
          <a:prstGeom prst="roundRect">
            <a:avLst>
              <a:gd name="adj" fmla="val 9259"/>
            </a:avLst>
          </a:prstGeom>
          <a:solidFill>
            <a:srgbClr val="FFF3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6294B6E-A370-47F7-8CA9-11C8F5D07D4A}"/>
              </a:ext>
            </a:extLst>
          </p:cNvPr>
          <p:cNvSpPr>
            <a:spLocks noGrp="1"/>
          </p:cNvSpPr>
          <p:nvPr/>
        </p:nvSpPr>
        <p:spPr>
          <a:xfrm>
            <a:off x="8963025" y="5553075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0B2349"/>
                </a:solidFill>
              </a:defRPr>
            </a:defPPr>
            <a:lvl1pPr algn="ctr">
              <a:defRPr sz="1800" b="1">
                <a:solidFill>
                  <a:srgbClr val="0B2349"/>
                </a:solidFill>
              </a:defRPr>
            </a:lvl1pPr>
            <a:lvl2pPr algn="ctr">
              <a:defRPr sz="1800" b="1">
                <a:solidFill>
                  <a:srgbClr val="0B2349"/>
                </a:solidFill>
              </a:defRPr>
            </a:lvl2pPr>
            <a:lvl3pPr algn="ctr">
              <a:defRPr sz="1800" b="1">
                <a:solidFill>
                  <a:srgbClr val="0B2349"/>
                </a:solidFill>
              </a:defRPr>
            </a:lvl3pPr>
            <a:lvl4pPr algn="ctr">
              <a:defRPr sz="1800" b="1">
                <a:solidFill>
                  <a:srgbClr val="0B2349"/>
                </a:solidFill>
              </a:defRPr>
            </a:lvl4pPr>
            <a:lvl5pPr algn="ctr">
              <a:defRPr sz="1800" b="1">
                <a:solidFill>
                  <a:srgbClr val="0B2349"/>
                </a:solidFill>
              </a:defRPr>
            </a:lvl5pPr>
            <a:lvl6pPr algn="ctr">
              <a:defRPr sz="1800" b="1">
                <a:solidFill>
                  <a:srgbClr val="0B2349"/>
                </a:solidFill>
              </a:defRPr>
            </a:lvl6pPr>
            <a:lvl7pPr algn="ctr">
              <a:defRPr sz="1800" b="1">
                <a:solidFill>
                  <a:srgbClr val="0B2349"/>
                </a:solidFill>
              </a:defRPr>
            </a:lvl7pPr>
            <a:lvl8pPr algn="ctr">
              <a:defRPr sz="1800" b="1">
                <a:solidFill>
                  <a:srgbClr val="0B2349"/>
                </a:solidFill>
              </a:defRPr>
            </a:lvl8pPr>
            <a:lvl9pPr algn="ctr">
              <a:defRPr sz="1800" b="1">
                <a:solidFill>
                  <a:srgbClr val="0B2349"/>
                </a:solidFill>
              </a:defRPr>
            </a:lvl9pPr>
          </a:lstStyle>
          <a:p>
            <a:pPr algn="ctr">
              <a:defRPr sz="1800" b="1">
                <a:solidFill>
                  <a:srgbClr val="0B2349"/>
                </a:solidFill>
              </a:defRPr>
            </a:pPr>
            <a:r>
              <a:rPr sz="1800" b="1">
                <a:solidFill>
                  <a:srgbClr val="0B2349"/>
                </a:solidFill>
              </a:rPr>
              <a:t>Cenários de vazão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5C8CBD1-A6C3-4AEA-A05C-58E2F89E4E48}"/>
              </a:ext>
            </a:extLst>
          </p:cNvPr>
          <p:cNvCxnSpPr/>
          <p:nvPr/>
        </p:nvCxnSpPr>
        <p:spPr>
          <a:xfrm>
            <a:off x="3200400" y="5734050"/>
            <a:ext cx="1343025" cy="0"/>
          </a:xfrm>
          <a:prstGeom prst="straightConnector1">
            <a:avLst/>
          </a:prstGeom>
          <a:ln w="23813">
            <a:solidFill>
              <a:srgbClr val="007BC8"/>
            </a:solidFill>
            <a:prstDash val="solid"/>
            <a:tailEnd type="triangle" w="sm" len="sm"/>
          </a:ln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3F3F7EE-922F-411D-898F-C3676C6C3FD0}"/>
              </a:ext>
            </a:extLst>
          </p:cNvPr>
          <p:cNvCxnSpPr/>
          <p:nvPr/>
        </p:nvCxnSpPr>
        <p:spPr>
          <a:xfrm>
            <a:off x="7353300" y="5734050"/>
            <a:ext cx="1466850" cy="0"/>
          </a:xfrm>
          <a:prstGeom prst="straightConnector1">
            <a:avLst/>
          </a:prstGeom>
          <a:ln w="23813">
            <a:solidFill>
              <a:srgbClr val="007BC8"/>
            </a:solidFill>
            <a:prstDash val="solid"/>
            <a:tailEnd type="triangle" w="sm" len="sm"/>
          </a:ln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29AA6AD-1FA4-47CE-B7F3-B03BE6787BB6}"/>
              </a:ext>
            </a:extLst>
          </p:cNvPr>
          <p:cNvSpPr>
            <a:spLocks noGrp="1"/>
          </p:cNvSpPr>
          <p:nvPr/>
        </p:nvSpPr>
        <p:spPr>
          <a:xfrm>
            <a:off x="247650" y="6524625"/>
            <a:ext cx="11334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 b="0">
                <a:solidFill>
                  <a:srgbClr val="0B2349"/>
                </a:solidFill>
              </a:defRPr>
            </a:defPPr>
            <a:lvl1pPr>
              <a:defRPr sz="1125" b="0">
                <a:solidFill>
                  <a:srgbClr val="0B2349"/>
                </a:solidFill>
              </a:defRPr>
            </a:lvl1pPr>
            <a:lvl2pPr>
              <a:defRPr sz="1125" b="0">
                <a:solidFill>
                  <a:srgbClr val="0B2349"/>
                </a:solidFill>
              </a:defRPr>
            </a:lvl2pPr>
            <a:lvl3pPr>
              <a:defRPr sz="1125" b="0">
                <a:solidFill>
                  <a:srgbClr val="0B2349"/>
                </a:solidFill>
              </a:defRPr>
            </a:lvl3pPr>
            <a:lvl4pPr>
              <a:defRPr sz="1125" b="0">
                <a:solidFill>
                  <a:srgbClr val="0B2349"/>
                </a:solidFill>
              </a:defRPr>
            </a:lvl4pPr>
            <a:lvl5pPr>
              <a:defRPr sz="1125" b="0">
                <a:solidFill>
                  <a:srgbClr val="0B2349"/>
                </a:solidFill>
              </a:defRPr>
            </a:lvl5pPr>
            <a:lvl6pPr>
              <a:defRPr sz="1125" b="0">
                <a:solidFill>
                  <a:srgbClr val="0B2349"/>
                </a:solidFill>
              </a:defRPr>
            </a:lvl6pPr>
            <a:lvl7pPr>
              <a:defRPr sz="1125" b="0">
                <a:solidFill>
                  <a:srgbClr val="0B2349"/>
                </a:solidFill>
              </a:defRPr>
            </a:lvl7pPr>
            <a:lvl8pPr>
              <a:defRPr sz="1125" b="0">
                <a:solidFill>
                  <a:srgbClr val="0B2349"/>
                </a:solidFill>
              </a:defRPr>
            </a:lvl8pPr>
            <a:lvl9pPr>
              <a:defRPr sz="1125" b="0">
                <a:solidFill>
                  <a:srgbClr val="0B2349"/>
                </a:solidFill>
              </a:defRPr>
            </a:lvl9pPr>
          </a:lstStyle>
          <a:p>
            <a:pPr>
              <a:defRPr sz="1125" b="0">
                <a:solidFill>
                  <a:srgbClr val="0B2349"/>
                </a:solidFill>
              </a:defRPr>
            </a:pPr>
            <a:r>
              <a:rPr sz="1125" b="0">
                <a:solidFill>
                  <a:srgbClr val="0B2349"/>
                </a:solidFill>
              </a:rPr>
              <a:t>Ensemble sintético para fins didáticos. As linhas ilustram cenários como os do ECMWF ENS.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0A038D5-651A-A11C-E56F-320C95F07B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460" y="1566861"/>
            <a:ext cx="5610228" cy="280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58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F398CFE4-B090-48BD-996F-D46652C710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B2D52"/>
          </a:solidFill>
          <a:ln w="9525">
            <a:solidFill>
              <a:srgbClr val="0B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CD2028-0DC1-416E-A787-529CDFE1F1DF}"/>
              </a:ext>
            </a:extLst>
          </p:cNvPr>
          <p:cNvSpPr>
            <a:spLocks noGrp="1"/>
          </p:cNvSpPr>
          <p:nvPr/>
        </p:nvSpPr>
        <p:spPr>
          <a:xfrm>
            <a:off x="0" y="752475"/>
            <a:ext cx="12192000" cy="19050"/>
          </a:xfrm>
          <a:prstGeom prst="rect">
            <a:avLst/>
          </a:prstGeom>
          <a:solidFill>
            <a:srgbClr val="49CDF4"/>
          </a:solidFill>
          <a:ln w="9525">
            <a:solidFill>
              <a:srgbClr val="49CD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B4DB9B9-9FC3-4196-A5B7-E25A736D25E1}"/>
              </a:ext>
            </a:extLst>
          </p:cNvPr>
          <p:cNvSpPr>
            <a:spLocks noGrp="1"/>
          </p:cNvSpPr>
          <p:nvPr/>
        </p:nvSpPr>
        <p:spPr>
          <a:xfrm>
            <a:off x="228600" y="133350"/>
            <a:ext cx="476250" cy="476250"/>
          </a:xfrm>
          <a:prstGeom prst="ellipse">
            <a:avLst/>
          </a:prstGeom>
          <a:solidFill>
            <a:srgbClr val="0B2D52"/>
          </a:solidFill>
          <a:ln w="28575">
            <a:solidFill>
              <a:srgbClr val="49CD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0BFBCEC0-437F-43AA-AAC3-76FF0ACC05FD}"/>
              </a:ext>
            </a:extLst>
          </p:cNvPr>
          <p:cNvSpPr>
            <a:spLocks noGrp="1"/>
          </p:cNvSpPr>
          <p:nvPr/>
        </p:nvSpPr>
        <p:spPr>
          <a:xfrm>
            <a:off x="276225" y="219075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lang="en-US" dirty="0"/>
              <a:t>7</a:t>
            </a:r>
            <a:endParaRPr sz="2200" b="1" dirty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" name="txt-4">
            <a:extLst>
              <a:ext uri="{FF2B5EF4-FFF2-40B4-BE49-F238E27FC236}">
                <a16:creationId xmlns:a16="http://schemas.microsoft.com/office/drawing/2014/main" id="{B3CA9EEE-896A-4D9C-AA53-890F78287CC0}"/>
              </a:ext>
            </a:extLst>
          </p:cNvPr>
          <p:cNvSpPr>
            <a:spLocks noGrp="1"/>
          </p:cNvSpPr>
          <p:nvPr/>
        </p:nvSpPr>
        <p:spPr>
          <a:xfrm>
            <a:off x="942975" y="190500"/>
            <a:ext cx="923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Efeito no hidrograma previsto</a:t>
            </a:r>
          </a:p>
        </p:txBody>
      </p:sp>
      <p:sp>
        <p:nvSpPr>
          <p:cNvPr id="6" name="txt-5">
            <a:extLst>
              <a:ext uri="{FF2B5EF4-FFF2-40B4-BE49-F238E27FC236}">
                <a16:creationId xmlns:a16="http://schemas.microsoft.com/office/drawing/2014/main" id="{95F95373-7071-4DD5-8FA1-4080C4370B09}"/>
              </a:ext>
            </a:extLst>
          </p:cNvPr>
          <p:cNvSpPr>
            <a:spLocks noGrp="1"/>
          </p:cNvSpPr>
          <p:nvPr/>
        </p:nvSpPr>
        <p:spPr>
          <a:xfrm>
            <a:off x="10410825" y="152400"/>
            <a:ext cx="15525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defPPr>
            <a:lvl1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1pPr>
            <a:lvl2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2pPr>
            <a:lvl3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3pPr>
            <a:lvl4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4pPr>
            <a:lvl5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5pPr>
            <a:lvl6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6pPr>
            <a:lvl7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7pPr>
            <a:lvl8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8pPr>
            <a:lvl9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pPr>
            <a:r>
              <a:rPr sz="1000" b="0">
                <a:solidFill>
                  <a:srgbClr val="D6E8F7"/>
                </a:solidFill>
                <a:latin typeface="Inter"/>
                <a:ea typeface="Inter"/>
                <a:cs typeface="Inter"/>
              </a:rPr>
              <a:t>Curso Epagri 2026
Aula 05</a:t>
            </a:r>
          </a:p>
          <a:p>
            <a: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pPr>
            <a:endParaRPr sz="1000" b="0">
              <a:solidFill>
                <a:srgbClr val="D6E8F7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7" name="Adaptado 47"/>
          <p:cNvSpPr txBox="1"/>
          <p:nvPr/>
        </p:nvSpPr>
        <p:spPr>
          <a:xfrm>
            <a:off x="266700" y="5629275"/>
            <a:ext cx="11658600" cy="9525"/>
          </a:xfrm>
          <a:prstGeom prst="rect">
            <a:avLst/>
          </a:prstGeom>
          <a:solidFill>
            <a:srgbClr val="D6E6F0"/>
          </a:solidFill>
          <a:ln>
            <a:noFill/>
          </a:ln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48" name="Adaptado 48"/>
          <p:cNvSpPr txBox="1"/>
          <p:nvPr/>
        </p:nvSpPr>
        <p:spPr>
          <a:xfrm>
            <a:off x="342900" y="579120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400" b="1">
                <a:solidFill>
                  <a:srgbClr val="009DCD"/>
                </a:solidFill>
                <a:latin typeface="Inter"/>
              </a:rPr>
              <a:t>01</a:t>
            </a:r>
          </a:p>
        </p:txBody>
      </p:sp>
      <p:sp>
        <p:nvSpPr>
          <p:cNvPr id="49" name="Adaptado 49"/>
          <p:cNvSpPr txBox="1"/>
          <p:nvPr/>
        </p:nvSpPr>
        <p:spPr>
          <a:xfrm>
            <a:off x="723900" y="5772150"/>
            <a:ext cx="33147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540" b="0">
                <a:solidFill>
                  <a:srgbClr val="163B5C"/>
                </a:solidFill>
                <a:latin typeface="Inter"/>
              </a:rPr>
              <a:t>Inspecionar pico e tempo de resposta.</a:t>
            </a:r>
          </a:p>
        </p:txBody>
      </p:sp>
      <p:sp>
        <p:nvSpPr>
          <p:cNvPr id="50" name="Adaptado 50"/>
          <p:cNvSpPr txBox="1"/>
          <p:nvPr/>
        </p:nvSpPr>
        <p:spPr>
          <a:xfrm>
            <a:off x="4248150" y="579120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400" b="1">
                <a:solidFill>
                  <a:srgbClr val="0DAE96"/>
                </a:solidFill>
                <a:latin typeface="Inter"/>
              </a:rPr>
              <a:t>02</a:t>
            </a:r>
          </a:p>
        </p:txBody>
      </p:sp>
      <p:sp>
        <p:nvSpPr>
          <p:cNvPr id="51" name="Adaptado 51"/>
          <p:cNvSpPr txBox="1"/>
          <p:nvPr/>
        </p:nvSpPr>
        <p:spPr>
          <a:xfrm>
            <a:off x="4629150" y="5772150"/>
            <a:ext cx="33147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540" b="0">
                <a:solidFill>
                  <a:srgbClr val="163B5C"/>
                </a:solidFill>
                <a:latin typeface="Inter"/>
              </a:rPr>
              <a:t>Comparar também eventos de estiagem.</a:t>
            </a:r>
          </a:p>
        </p:txBody>
      </p:sp>
      <p:sp>
        <p:nvSpPr>
          <p:cNvPr id="52" name="Adaptado 52"/>
          <p:cNvSpPr txBox="1"/>
          <p:nvPr/>
        </p:nvSpPr>
        <p:spPr>
          <a:xfrm>
            <a:off x="8153400" y="579120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400" b="1">
                <a:solidFill>
                  <a:srgbClr val="E89C23"/>
                </a:solidFill>
                <a:latin typeface="Inter"/>
              </a:rPr>
              <a:t>03</a:t>
            </a:r>
          </a:p>
        </p:txBody>
      </p:sp>
      <p:sp>
        <p:nvSpPr>
          <p:cNvPr id="53" name="Adaptado 53"/>
          <p:cNvSpPr txBox="1"/>
          <p:nvPr/>
        </p:nvSpPr>
        <p:spPr>
          <a:xfrm>
            <a:off x="8534400" y="5772150"/>
            <a:ext cx="33147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540" b="0">
                <a:solidFill>
                  <a:srgbClr val="163B5C"/>
                </a:solidFill>
                <a:latin typeface="Inter"/>
              </a:rPr>
              <a:t>A ordem dos modelos precisa de teste real.</a:t>
            </a:r>
          </a:p>
        </p:txBody>
      </p:sp>
      <p:sp>
        <p:nvSpPr>
          <p:cNvPr id="54" name="Adaptado 54"/>
          <p:cNvSpPr txBox="1"/>
          <p:nvPr/>
        </p:nvSpPr>
        <p:spPr>
          <a:xfrm>
            <a:off x="409575" y="6381750"/>
            <a:ext cx="11372850" cy="342900"/>
          </a:xfrm>
          <a:prstGeom prst="rect">
            <a:avLst/>
          </a:prstGeom>
          <a:solidFill>
            <a:srgbClr val="EAF5FC"/>
          </a:solidFill>
          <a:ln>
            <a:noFill/>
          </a:ln>
        </p:spPr>
        <p:txBody>
          <a:bodyPr wrap="square" lIns="0" tIns="0" rIns="0" bIns="0"/>
          <a:lstStyle/>
          <a:p>
            <a:r>
              <a:rPr lang="pt-BR" sz="1640" b="0">
                <a:solidFill>
                  <a:srgbClr val="143958"/>
                </a:solidFill>
                <a:latin typeface="Inter"/>
              </a:rPr>
              <a:t>Avaliar o conjunto de eventos, os diferentes horizontes e os erros nos picos</a:t>
            </a:r>
          </a:p>
        </p:txBody>
      </p:sp>
      <p:sp>
        <p:nvSpPr>
          <p:cNvPr id="55" name="Adaptado 55"/>
          <p:cNvSpPr txBox="1"/>
          <p:nvPr/>
        </p:nvSpPr>
        <p:spPr>
          <a:xfrm>
            <a:off x="266700" y="6753225"/>
            <a:ext cx="10287000" cy="95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750" b="0">
                <a:solidFill>
                  <a:srgbClr val="52738C"/>
                </a:solidFill>
                <a:latin typeface="Inter"/>
              </a:rPr>
              <a:t>HYDRO-UAI  •  CHUVA FUTURA E INCERTEZA</a:t>
            </a:r>
          </a:p>
        </p:txBody>
      </p:sp>
      <p:sp>
        <p:nvSpPr>
          <p:cNvPr id="56" name="Adaptado 56"/>
          <p:cNvSpPr txBox="1"/>
          <p:nvPr/>
        </p:nvSpPr>
        <p:spPr>
          <a:xfrm>
            <a:off x="11334750" y="6753225"/>
            <a:ext cx="666750" cy="95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750" b="0">
                <a:solidFill>
                  <a:srgbClr val="52738C"/>
                </a:solidFill>
                <a:latin typeface="Inter"/>
              </a:rPr>
              <a:t>16 / 45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8FF4E9-3582-390C-7BCE-DD7BF310B0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7959"/>
            <a:ext cx="12192000" cy="507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104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B40EDA21-09E4-4856-89C2-69C722D651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B2D52"/>
          </a:solidFill>
          <a:ln w="9525">
            <a:solidFill>
              <a:srgbClr val="0B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F3C195-8DD8-49DB-8629-811423031F99}"/>
              </a:ext>
            </a:extLst>
          </p:cNvPr>
          <p:cNvSpPr>
            <a:spLocks noGrp="1"/>
          </p:cNvSpPr>
          <p:nvPr/>
        </p:nvSpPr>
        <p:spPr>
          <a:xfrm>
            <a:off x="0" y="752475"/>
            <a:ext cx="12192000" cy="19050"/>
          </a:xfrm>
          <a:prstGeom prst="rect">
            <a:avLst/>
          </a:prstGeom>
          <a:solidFill>
            <a:srgbClr val="49CDF4"/>
          </a:solidFill>
          <a:ln w="9525">
            <a:solidFill>
              <a:srgbClr val="49CD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1C333E3-68C5-4417-82ED-4DBED1AFEDA9}"/>
              </a:ext>
            </a:extLst>
          </p:cNvPr>
          <p:cNvSpPr>
            <a:spLocks noGrp="1"/>
          </p:cNvSpPr>
          <p:nvPr/>
        </p:nvSpPr>
        <p:spPr>
          <a:xfrm>
            <a:off x="228600" y="133350"/>
            <a:ext cx="476250" cy="476250"/>
          </a:xfrm>
          <a:prstGeom prst="ellipse">
            <a:avLst/>
          </a:prstGeom>
          <a:solidFill>
            <a:srgbClr val="0B2D52"/>
          </a:solidFill>
          <a:ln w="28575">
            <a:solidFill>
              <a:srgbClr val="49CD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ABFC2D42-60F1-4B18-93FC-F01E4D8511D4}"/>
              </a:ext>
            </a:extLst>
          </p:cNvPr>
          <p:cNvSpPr>
            <a:spLocks noGrp="1"/>
          </p:cNvSpPr>
          <p:nvPr/>
        </p:nvSpPr>
        <p:spPr>
          <a:xfrm>
            <a:off x="276225" y="219075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lang="en-US" dirty="0"/>
              <a:t>8</a:t>
            </a:r>
            <a:endParaRPr sz="2200" b="1" dirty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" name="txt-4">
            <a:extLst>
              <a:ext uri="{FF2B5EF4-FFF2-40B4-BE49-F238E27FC236}">
                <a16:creationId xmlns:a16="http://schemas.microsoft.com/office/drawing/2014/main" id="{CBB9DC9C-7EF3-4A85-ADCA-19191BFECEA8}"/>
              </a:ext>
            </a:extLst>
          </p:cNvPr>
          <p:cNvSpPr>
            <a:spLocks noGrp="1"/>
          </p:cNvSpPr>
          <p:nvPr/>
        </p:nvSpPr>
        <p:spPr>
          <a:xfrm>
            <a:off x="942975" y="190500"/>
            <a:ext cx="923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LSTM determinística × LSTM probabilística</a:t>
            </a:r>
          </a:p>
        </p:txBody>
      </p:sp>
      <p:sp>
        <p:nvSpPr>
          <p:cNvPr id="6" name="txt-5">
            <a:extLst>
              <a:ext uri="{FF2B5EF4-FFF2-40B4-BE49-F238E27FC236}">
                <a16:creationId xmlns:a16="http://schemas.microsoft.com/office/drawing/2014/main" id="{C8901D65-7C4C-4EA5-A891-D10AD5298A71}"/>
              </a:ext>
            </a:extLst>
          </p:cNvPr>
          <p:cNvSpPr>
            <a:spLocks noGrp="1"/>
          </p:cNvSpPr>
          <p:nvPr/>
        </p:nvSpPr>
        <p:spPr>
          <a:xfrm>
            <a:off x="10410825" y="152400"/>
            <a:ext cx="15525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defPPr>
            <a:lvl1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1pPr>
            <a:lvl2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2pPr>
            <a:lvl3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3pPr>
            <a:lvl4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4pPr>
            <a:lvl5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5pPr>
            <a:lvl6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6pPr>
            <a:lvl7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7pPr>
            <a:lvl8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8pPr>
            <a:lvl9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pPr>
            <a:r>
              <a:rPr sz="1000" b="0">
                <a:solidFill>
                  <a:srgbClr val="D6E8F7"/>
                </a:solidFill>
                <a:latin typeface="Inter"/>
                <a:ea typeface="Inter"/>
                <a:cs typeface="Inter"/>
              </a:rPr>
              <a:t>Curso Epagri 2026
Aula 05</a:t>
            </a:r>
          </a:p>
          <a:p>
            <a: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pPr>
            <a:endParaRPr sz="1000" b="0">
              <a:solidFill>
                <a:srgbClr val="D6E8F7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9C5EFB-91FC-F3D5-1061-4BA82A484B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8675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998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013769A-0567-4B52-9ED3-17E051EA54FC}"/>
              </a:ext>
            </a:extLst>
          </p:cNvPr>
          <p:cNvSpPr>
            <a:spLocks noGrp="1"/>
          </p:cNvSpPr>
          <p:nvPr/>
        </p:nvSpPr>
        <p:spPr>
          <a:xfrm>
            <a:off x="333375" y="1381125"/>
            <a:ext cx="5524500" cy="455295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245F9EA-8719-4EF8-922A-7B9BC2DCB2AC}"/>
              </a:ext>
            </a:extLst>
          </p:cNvPr>
          <p:cNvSpPr>
            <a:spLocks noGrp="1"/>
          </p:cNvSpPr>
          <p:nvPr/>
        </p:nvSpPr>
        <p:spPr>
          <a:xfrm>
            <a:off x="6048375" y="1381125"/>
            <a:ext cx="5810250" cy="455295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EEE08E7-E073-4E89-B667-0BF958509891}"/>
              </a:ext>
            </a:extLst>
          </p:cNvPr>
          <p:cNvSpPr>
            <a:spLocks noGrp="1"/>
          </p:cNvSpPr>
          <p:nvPr/>
        </p:nvSpPr>
        <p:spPr>
          <a:xfrm>
            <a:off x="476250" y="4457700"/>
            <a:ext cx="5238750" cy="1381125"/>
          </a:xfrm>
          <a:prstGeom prst="roundRect">
            <a:avLst>
              <a:gd name="adj" fmla="val 5517"/>
            </a:avLst>
          </a:prstGeom>
          <a:solidFill>
            <a:srgbClr val="EAF6FE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E7844DB-5A3C-4C5E-B61F-97BD20A6E3CA}"/>
              </a:ext>
            </a:extLst>
          </p:cNvPr>
          <p:cNvSpPr>
            <a:spLocks noGrp="1"/>
          </p:cNvSpPr>
          <p:nvPr/>
        </p:nvSpPr>
        <p:spPr>
          <a:xfrm>
            <a:off x="6191250" y="4857750"/>
            <a:ext cx="2714625" cy="1028700"/>
          </a:xfrm>
          <a:prstGeom prst="roundRect">
            <a:avLst>
              <a:gd name="adj" fmla="val 7407"/>
            </a:avLst>
          </a:prstGeom>
          <a:solidFill>
            <a:srgbClr val="EAF6FE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873297-A1C6-4366-ADBC-D6402608AF14}"/>
              </a:ext>
            </a:extLst>
          </p:cNvPr>
          <p:cNvSpPr>
            <a:spLocks noGrp="1"/>
          </p:cNvSpPr>
          <p:nvPr/>
        </p:nvSpPr>
        <p:spPr>
          <a:xfrm>
            <a:off x="9001125" y="4857750"/>
            <a:ext cx="2714625" cy="1028700"/>
          </a:xfrm>
          <a:prstGeom prst="roundRect">
            <a:avLst>
              <a:gd name="adj" fmla="val 7407"/>
            </a:avLst>
          </a:prstGeom>
          <a:solidFill>
            <a:srgbClr val="F0E7F7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CBA331-08A8-49A4-AC21-0074448B7A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0A2C4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9A021B-0BD5-4BBD-99B4-56B84EC8EA41}"/>
              </a:ext>
            </a:extLst>
          </p:cNvPr>
          <p:cNvSpPr>
            <a:spLocks noGrp="1"/>
          </p:cNvSpPr>
          <p:nvPr/>
        </p:nvSpPr>
        <p:spPr>
          <a:xfrm>
            <a:off x="0" y="733425"/>
            <a:ext cx="12192000" cy="28575"/>
          </a:xfrm>
          <a:prstGeom prst="rect">
            <a:avLst/>
          </a:prstGeom>
          <a:solidFill>
            <a:srgbClr val="55CF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99C210-72AA-4EB7-A0A8-7F878FC2E0C7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55CFF4"/>
                </a:solidFill>
              </a:defRPr>
            </a:defPPr>
            <a:lvl1pPr>
              <a:defRPr sz="1950" b="1">
                <a:solidFill>
                  <a:srgbClr val="55CFF4"/>
                </a:solidFill>
              </a:defRPr>
            </a:lvl1pPr>
            <a:lvl2pPr>
              <a:defRPr sz="1950" b="1">
                <a:solidFill>
                  <a:srgbClr val="55CFF4"/>
                </a:solidFill>
              </a:defRPr>
            </a:lvl2pPr>
            <a:lvl3pPr>
              <a:defRPr sz="1950" b="1">
                <a:solidFill>
                  <a:srgbClr val="55CFF4"/>
                </a:solidFill>
              </a:defRPr>
            </a:lvl3pPr>
            <a:lvl4pPr>
              <a:defRPr sz="1950" b="1">
                <a:solidFill>
                  <a:srgbClr val="55CFF4"/>
                </a:solidFill>
              </a:defRPr>
            </a:lvl4pPr>
            <a:lvl5pPr>
              <a:defRPr sz="1950" b="1">
                <a:solidFill>
                  <a:srgbClr val="55CFF4"/>
                </a:solidFill>
              </a:defRPr>
            </a:lvl5pPr>
            <a:lvl6pPr>
              <a:defRPr sz="1950" b="1">
                <a:solidFill>
                  <a:srgbClr val="55CFF4"/>
                </a:solidFill>
              </a:defRPr>
            </a:lvl6pPr>
            <a:lvl7pPr>
              <a:defRPr sz="1950" b="1">
                <a:solidFill>
                  <a:srgbClr val="55CFF4"/>
                </a:solidFill>
              </a:defRPr>
            </a:lvl7pPr>
            <a:lvl8pPr>
              <a:defRPr sz="1950" b="1">
                <a:solidFill>
                  <a:srgbClr val="55CFF4"/>
                </a:solidFill>
              </a:defRPr>
            </a:lvl8pPr>
            <a:lvl9pPr>
              <a:defRPr sz="1950" b="1">
                <a:solidFill>
                  <a:srgbClr val="55CFF4"/>
                </a:solidFill>
              </a:defRPr>
            </a:lvl9pPr>
          </a:lstStyle>
          <a:p>
            <a:pPr>
              <a:defRPr sz="1950" b="1">
                <a:solidFill>
                  <a:srgbClr val="55CFF4"/>
                </a:solidFill>
              </a:defRPr>
            </a:pPr>
            <a:r>
              <a:rPr lang="en-US" dirty="0"/>
              <a:t>9</a:t>
            </a:r>
            <a:endParaRPr sz="1950" b="1" dirty="0">
              <a:solidFill>
                <a:srgbClr val="55CFF4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B0D1F8-F1BF-4FFC-A225-2932603933BA}"/>
              </a:ext>
            </a:extLst>
          </p:cNvPr>
          <p:cNvSpPr>
            <a:spLocks noGrp="1"/>
          </p:cNvSpPr>
          <p:nvPr/>
        </p:nvSpPr>
        <p:spPr>
          <a:xfrm>
            <a:off x="952500" y="161925"/>
            <a:ext cx="914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75" b="1">
                <a:solidFill>
                  <a:srgbClr val="FFFFFF"/>
                </a:solidFill>
              </a:defRPr>
            </a:defPPr>
            <a:lvl1pPr>
              <a:defRPr sz="2475" b="1">
                <a:solidFill>
                  <a:srgbClr val="FFFFFF"/>
                </a:solidFill>
              </a:defRPr>
            </a:lvl1pPr>
            <a:lvl2pPr>
              <a:defRPr sz="2475" b="1">
                <a:solidFill>
                  <a:srgbClr val="FFFFFF"/>
                </a:solidFill>
              </a:defRPr>
            </a:lvl2pPr>
            <a:lvl3pPr>
              <a:defRPr sz="2475" b="1">
                <a:solidFill>
                  <a:srgbClr val="FFFFFF"/>
                </a:solidFill>
              </a:defRPr>
            </a:lvl3pPr>
            <a:lvl4pPr>
              <a:defRPr sz="2475" b="1">
                <a:solidFill>
                  <a:srgbClr val="FFFFFF"/>
                </a:solidFill>
              </a:defRPr>
            </a:lvl4pPr>
            <a:lvl5pPr>
              <a:defRPr sz="2475" b="1">
                <a:solidFill>
                  <a:srgbClr val="FFFFFF"/>
                </a:solidFill>
              </a:defRPr>
            </a:lvl5pPr>
            <a:lvl6pPr>
              <a:defRPr sz="2475" b="1">
                <a:solidFill>
                  <a:srgbClr val="FFFFFF"/>
                </a:solidFill>
              </a:defRPr>
            </a:lvl6pPr>
            <a:lvl7pPr>
              <a:defRPr sz="2475" b="1">
                <a:solidFill>
                  <a:srgbClr val="FFFFFF"/>
                </a:solidFill>
              </a:defRPr>
            </a:lvl7pPr>
            <a:lvl8pPr>
              <a:defRPr sz="2475" b="1">
                <a:solidFill>
                  <a:srgbClr val="FFFFFF"/>
                </a:solidFill>
              </a:defRPr>
            </a:lvl8pPr>
            <a:lvl9pPr>
              <a:defRPr sz="2475" b="1">
                <a:solidFill>
                  <a:srgbClr val="FFFFFF"/>
                </a:solidFill>
              </a:defRPr>
            </a:lvl9pPr>
          </a:lstStyle>
          <a:p>
            <a:pPr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Uma vazão prevista, várias possibilidades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F67569-EB9D-484D-9611-BCAA58896BDD}"/>
              </a:ext>
            </a:extLst>
          </p:cNvPr>
          <p:cNvSpPr>
            <a:spLocks noGrp="1"/>
          </p:cNvSpPr>
          <p:nvPr/>
        </p:nvSpPr>
        <p:spPr>
          <a:xfrm>
            <a:off x="10620375" y="161925"/>
            <a:ext cx="152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14A924-9C93-4E1F-8CA1-1D32C47BB509}"/>
              </a:ext>
            </a:extLst>
          </p:cNvPr>
          <p:cNvSpPr>
            <a:spLocks noGrp="1"/>
          </p:cNvSpPr>
          <p:nvPr/>
        </p:nvSpPr>
        <p:spPr>
          <a:xfrm>
            <a:off x="381000" y="933450"/>
            <a:ext cx="1133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0B2349"/>
                </a:solidFill>
              </a:defRPr>
            </a:defPPr>
            <a:lvl1pPr>
              <a:defRPr sz="1725" b="0">
                <a:solidFill>
                  <a:srgbClr val="0B2349"/>
                </a:solidFill>
              </a:defRPr>
            </a:lvl1pPr>
            <a:lvl2pPr>
              <a:defRPr sz="1725" b="0">
                <a:solidFill>
                  <a:srgbClr val="0B2349"/>
                </a:solidFill>
              </a:defRPr>
            </a:lvl2pPr>
            <a:lvl3pPr>
              <a:defRPr sz="1725" b="0">
                <a:solidFill>
                  <a:srgbClr val="0B2349"/>
                </a:solidFill>
              </a:defRPr>
            </a:lvl3pPr>
            <a:lvl4pPr>
              <a:defRPr sz="1725" b="0">
                <a:solidFill>
                  <a:srgbClr val="0B2349"/>
                </a:solidFill>
              </a:defRPr>
            </a:lvl4pPr>
            <a:lvl5pPr>
              <a:defRPr sz="1725" b="0">
                <a:solidFill>
                  <a:srgbClr val="0B2349"/>
                </a:solidFill>
              </a:defRPr>
            </a:lvl5pPr>
            <a:lvl6pPr>
              <a:defRPr sz="1725" b="0">
                <a:solidFill>
                  <a:srgbClr val="0B2349"/>
                </a:solidFill>
              </a:defRPr>
            </a:lvl6pPr>
            <a:lvl7pPr>
              <a:defRPr sz="1725" b="0">
                <a:solidFill>
                  <a:srgbClr val="0B2349"/>
                </a:solidFill>
              </a:defRPr>
            </a:lvl7pPr>
            <a:lvl8pPr>
              <a:defRPr sz="1725" b="0">
                <a:solidFill>
                  <a:srgbClr val="0B2349"/>
                </a:solidFill>
              </a:defRPr>
            </a:lvl8pPr>
            <a:lvl9pPr>
              <a:defRPr sz="1725" b="0">
                <a:solidFill>
                  <a:srgbClr val="0B2349"/>
                </a:solidFill>
              </a:defRPr>
            </a:lvl9pPr>
          </a:lstStyle>
          <a:p>
            <a:pPr>
              <a:defRPr sz="1725" b="0">
                <a:solidFill>
                  <a:srgbClr val="0B2349"/>
                </a:solidFill>
              </a:defRPr>
            </a:pPr>
            <a:r>
              <a:rPr sz="1725" b="0">
                <a:solidFill>
                  <a:srgbClr val="0B2349"/>
                </a:solidFill>
              </a:rPr>
              <a:t>Mesma entrada e mesmo horizonte: previsão para t + 3 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13B2AF-E79F-4513-839A-E3473378BB28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5429250" cy="457200"/>
          </a:xfrm>
          <a:prstGeom prst="rect">
            <a:avLst/>
          </a:prstGeom>
          <a:solidFill>
            <a:srgbClr val="124B7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037C72-93E9-4070-802E-7535D2D1F822}"/>
              </a:ext>
            </a:extLst>
          </p:cNvPr>
          <p:cNvSpPr>
            <a:spLocks noGrp="1"/>
          </p:cNvSpPr>
          <p:nvPr/>
        </p:nvSpPr>
        <p:spPr>
          <a:xfrm>
            <a:off x="6096000" y="1428750"/>
            <a:ext cx="5715000" cy="457200"/>
          </a:xfrm>
          <a:prstGeom prst="rect">
            <a:avLst/>
          </a:prstGeom>
          <a:solidFill>
            <a:srgbClr val="4C2479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54A9A7-C499-4163-AD0A-F9EACD3A9086}"/>
              </a:ext>
            </a:extLst>
          </p:cNvPr>
          <p:cNvSpPr>
            <a:spLocks noGrp="1"/>
          </p:cNvSpPr>
          <p:nvPr/>
        </p:nvSpPr>
        <p:spPr>
          <a:xfrm>
            <a:off x="542925" y="1495425"/>
            <a:ext cx="504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FFFFFF"/>
                </a:solidFill>
              </a:defRPr>
            </a:defPPr>
            <a:lvl1pPr>
              <a:defRPr sz="1950" b="1">
                <a:solidFill>
                  <a:srgbClr val="FFFFFF"/>
                </a:solidFill>
              </a:defRPr>
            </a:lvl1pPr>
            <a:lvl2pPr>
              <a:defRPr sz="1950" b="1">
                <a:solidFill>
                  <a:srgbClr val="FFFFFF"/>
                </a:solidFill>
              </a:defRPr>
            </a:lvl2pPr>
            <a:lvl3pPr>
              <a:defRPr sz="1950" b="1">
                <a:solidFill>
                  <a:srgbClr val="FFFFFF"/>
                </a:solidFill>
              </a:defRPr>
            </a:lvl3pPr>
            <a:lvl4pPr>
              <a:defRPr sz="1950" b="1">
                <a:solidFill>
                  <a:srgbClr val="FFFFFF"/>
                </a:solidFill>
              </a:defRPr>
            </a:lvl4pPr>
            <a:lvl5pPr>
              <a:defRPr sz="1950" b="1">
                <a:solidFill>
                  <a:srgbClr val="FFFFFF"/>
                </a:solidFill>
              </a:defRPr>
            </a:lvl5pPr>
            <a:lvl6pPr>
              <a:defRPr sz="1950" b="1">
                <a:solidFill>
                  <a:srgbClr val="FFFFFF"/>
                </a:solidFill>
              </a:defRPr>
            </a:lvl6pPr>
            <a:lvl7pPr>
              <a:defRPr sz="1950" b="1">
                <a:solidFill>
                  <a:srgbClr val="FFFFFF"/>
                </a:solidFill>
              </a:defRPr>
            </a:lvl7pPr>
            <a:lvl8pPr>
              <a:defRPr sz="1950" b="1">
                <a:solidFill>
                  <a:srgbClr val="FFFFFF"/>
                </a:solidFill>
              </a:defRPr>
            </a:lvl8pPr>
            <a:lvl9pPr>
              <a:defRPr sz="1950" b="1">
                <a:solidFill>
                  <a:srgbClr val="FFFFFF"/>
                </a:solidFill>
              </a:defRPr>
            </a:lvl9pPr>
          </a:lstStyle>
          <a:p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  Previsão pontual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DAB556-2122-4195-A25B-D0EE9FA0ECC2}"/>
              </a:ext>
            </a:extLst>
          </p:cNvPr>
          <p:cNvSpPr>
            <a:spLocks noGrp="1"/>
          </p:cNvSpPr>
          <p:nvPr/>
        </p:nvSpPr>
        <p:spPr>
          <a:xfrm>
            <a:off x="6257925" y="1495425"/>
            <a:ext cx="5381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FFFFFF"/>
                </a:solidFill>
              </a:defRPr>
            </a:defPPr>
            <a:lvl1pPr>
              <a:defRPr sz="1950" b="1">
                <a:solidFill>
                  <a:srgbClr val="FFFFFF"/>
                </a:solidFill>
              </a:defRPr>
            </a:lvl1pPr>
            <a:lvl2pPr>
              <a:defRPr sz="1950" b="1">
                <a:solidFill>
                  <a:srgbClr val="FFFFFF"/>
                </a:solidFill>
              </a:defRPr>
            </a:lvl2pPr>
            <a:lvl3pPr>
              <a:defRPr sz="1950" b="1">
                <a:solidFill>
                  <a:srgbClr val="FFFFFF"/>
                </a:solidFill>
              </a:defRPr>
            </a:lvl3pPr>
            <a:lvl4pPr>
              <a:defRPr sz="1950" b="1">
                <a:solidFill>
                  <a:srgbClr val="FFFFFF"/>
                </a:solidFill>
              </a:defRPr>
            </a:lvl4pPr>
            <a:lvl5pPr>
              <a:defRPr sz="1950" b="1">
                <a:solidFill>
                  <a:srgbClr val="FFFFFF"/>
                </a:solidFill>
              </a:defRPr>
            </a:lvl5pPr>
            <a:lvl6pPr>
              <a:defRPr sz="1950" b="1">
                <a:solidFill>
                  <a:srgbClr val="FFFFFF"/>
                </a:solidFill>
              </a:defRPr>
            </a:lvl6pPr>
            <a:lvl7pPr>
              <a:defRPr sz="1950" b="1">
                <a:solidFill>
                  <a:srgbClr val="FFFFFF"/>
                </a:solidFill>
              </a:defRPr>
            </a:lvl7pPr>
            <a:lvl8pPr>
              <a:defRPr sz="1950" b="1">
                <a:solidFill>
                  <a:srgbClr val="FFFFFF"/>
                </a:solidFill>
              </a:defRPr>
            </a:lvl8pPr>
            <a:lvl9pPr>
              <a:defRPr sz="1950" b="1">
                <a:solidFill>
                  <a:srgbClr val="FFFFFF"/>
                </a:solidFill>
              </a:defRPr>
            </a:lvl9pPr>
          </a:lstStyle>
          <a:p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B  Distribuições possíveis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A50752-22C3-48B3-85B9-972C91D7961C}"/>
              </a:ext>
            </a:extLst>
          </p:cNvPr>
          <p:cNvSpPr>
            <a:spLocks noGrp="1"/>
          </p:cNvSpPr>
          <p:nvPr/>
        </p:nvSpPr>
        <p:spPr>
          <a:xfrm>
            <a:off x="619125" y="2143125"/>
            <a:ext cx="4857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200" b="1">
                <a:solidFill>
                  <a:srgbClr val="124B78"/>
                </a:solidFill>
              </a:defRPr>
            </a:defPPr>
            <a:lvl1pPr>
              <a:defRPr sz="4200" b="1">
                <a:solidFill>
                  <a:srgbClr val="124B78"/>
                </a:solidFill>
              </a:defRPr>
            </a:lvl1pPr>
            <a:lvl2pPr>
              <a:defRPr sz="4200" b="1">
                <a:solidFill>
                  <a:srgbClr val="124B78"/>
                </a:solidFill>
              </a:defRPr>
            </a:lvl2pPr>
            <a:lvl3pPr>
              <a:defRPr sz="4200" b="1">
                <a:solidFill>
                  <a:srgbClr val="124B78"/>
                </a:solidFill>
              </a:defRPr>
            </a:lvl3pPr>
            <a:lvl4pPr>
              <a:defRPr sz="4200" b="1">
                <a:solidFill>
                  <a:srgbClr val="124B78"/>
                </a:solidFill>
              </a:defRPr>
            </a:lvl4pPr>
            <a:lvl5pPr>
              <a:defRPr sz="4200" b="1">
                <a:solidFill>
                  <a:srgbClr val="124B78"/>
                </a:solidFill>
              </a:defRPr>
            </a:lvl5pPr>
            <a:lvl6pPr>
              <a:defRPr sz="4200" b="1">
                <a:solidFill>
                  <a:srgbClr val="124B78"/>
                </a:solidFill>
              </a:defRPr>
            </a:lvl6pPr>
            <a:lvl7pPr>
              <a:defRPr sz="4200" b="1">
                <a:solidFill>
                  <a:srgbClr val="124B78"/>
                </a:solidFill>
              </a:defRPr>
            </a:lvl7pPr>
            <a:lvl8pPr>
              <a:defRPr sz="4200" b="1">
                <a:solidFill>
                  <a:srgbClr val="124B78"/>
                </a:solidFill>
              </a:defRPr>
            </a:lvl8pPr>
            <a:lvl9pPr>
              <a:defRPr sz="4200" b="1">
                <a:solidFill>
                  <a:srgbClr val="124B78"/>
                </a:solidFill>
              </a:defRPr>
            </a:lvl9pPr>
          </a:lstStyle>
          <a:p>
            <a:pPr>
              <a:defRPr sz="4200" b="1">
                <a:solidFill>
                  <a:srgbClr val="124B78"/>
                </a:solidFill>
              </a:defRPr>
            </a:pPr>
            <a:r>
              <a:rPr sz="4200" b="1">
                <a:solidFill>
                  <a:srgbClr val="124B78"/>
                </a:solidFill>
              </a:rPr>
              <a:t>40 m³/s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3C1417-4C90-4FD4-80F7-007EFE84132A}"/>
              </a:ext>
            </a:extLst>
          </p:cNvPr>
          <p:cNvSpPr>
            <a:spLocks noGrp="1"/>
          </p:cNvSpPr>
          <p:nvPr/>
        </p:nvSpPr>
        <p:spPr>
          <a:xfrm>
            <a:off x="619125" y="2943225"/>
            <a:ext cx="4857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124B78"/>
                </a:solidFill>
              </a:defRPr>
            </a:defPPr>
            <a:lvl1pPr>
              <a:defRPr sz="1800" b="1">
                <a:solidFill>
                  <a:srgbClr val="124B78"/>
                </a:solidFill>
              </a:defRPr>
            </a:lvl1pPr>
            <a:lvl2pPr>
              <a:defRPr sz="1800" b="1">
                <a:solidFill>
                  <a:srgbClr val="124B78"/>
                </a:solidFill>
              </a:defRPr>
            </a:lvl2pPr>
            <a:lvl3pPr>
              <a:defRPr sz="1800" b="1">
                <a:solidFill>
                  <a:srgbClr val="124B78"/>
                </a:solidFill>
              </a:defRPr>
            </a:lvl3pPr>
            <a:lvl4pPr>
              <a:defRPr sz="1800" b="1">
                <a:solidFill>
                  <a:srgbClr val="124B78"/>
                </a:solidFill>
              </a:defRPr>
            </a:lvl4pPr>
            <a:lvl5pPr>
              <a:defRPr sz="1800" b="1">
                <a:solidFill>
                  <a:srgbClr val="124B78"/>
                </a:solidFill>
              </a:defRPr>
            </a:lvl5pPr>
            <a:lvl6pPr>
              <a:defRPr sz="1800" b="1">
                <a:solidFill>
                  <a:srgbClr val="124B78"/>
                </a:solidFill>
              </a:defRPr>
            </a:lvl6pPr>
            <a:lvl7pPr>
              <a:defRPr sz="1800" b="1">
                <a:solidFill>
                  <a:srgbClr val="124B78"/>
                </a:solidFill>
              </a:defRPr>
            </a:lvl7pPr>
            <a:lvl8pPr>
              <a:defRPr sz="1800" b="1">
                <a:solidFill>
                  <a:srgbClr val="124B78"/>
                </a:solidFill>
              </a:defRPr>
            </a:lvl8pPr>
            <a:lvl9pPr>
              <a:defRPr sz="1800" b="1">
                <a:solidFill>
                  <a:srgbClr val="124B78"/>
                </a:solidFill>
              </a:defRPr>
            </a:lvl9pPr>
          </a:lstStyle>
          <a:p>
            <a:pPr>
              <a:defRPr sz="1800" b="1">
                <a:solidFill>
                  <a:srgbClr val="124B78"/>
                </a:solidFill>
              </a:defRPr>
            </a:pPr>
            <a:r>
              <a:rPr sz="1800" b="1">
                <a:solidFill>
                  <a:srgbClr val="124B78"/>
                </a:solidFill>
              </a:rPr>
              <a:t>Um valor para orientar a decisão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C0C837-B888-4653-A89A-4B67527C91E4}"/>
              </a:ext>
            </a:extLst>
          </p:cNvPr>
          <p:cNvSpPr>
            <a:spLocks noGrp="1"/>
          </p:cNvSpPr>
          <p:nvPr/>
        </p:nvSpPr>
        <p:spPr>
          <a:xfrm>
            <a:off x="619125" y="3476625"/>
            <a:ext cx="4857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0B2349"/>
                </a:solidFill>
              </a:defRPr>
            </a:defPPr>
            <a:lvl1pPr>
              <a:defRPr sz="1875" b="0">
                <a:solidFill>
                  <a:srgbClr val="0B2349"/>
                </a:solidFill>
              </a:defRPr>
            </a:lvl1pPr>
            <a:lvl2pPr>
              <a:defRPr sz="1875" b="0">
                <a:solidFill>
                  <a:srgbClr val="0B2349"/>
                </a:solidFill>
              </a:defRPr>
            </a:lvl2pPr>
            <a:lvl3pPr>
              <a:defRPr sz="1875" b="0">
                <a:solidFill>
                  <a:srgbClr val="0B2349"/>
                </a:solidFill>
              </a:defRPr>
            </a:lvl3pPr>
            <a:lvl4pPr>
              <a:defRPr sz="1875" b="0">
                <a:solidFill>
                  <a:srgbClr val="0B2349"/>
                </a:solidFill>
              </a:defRPr>
            </a:lvl4pPr>
            <a:lvl5pPr>
              <a:defRPr sz="1875" b="0">
                <a:solidFill>
                  <a:srgbClr val="0B2349"/>
                </a:solidFill>
              </a:defRPr>
            </a:lvl5pPr>
            <a:lvl6pPr>
              <a:defRPr sz="1875" b="0">
                <a:solidFill>
                  <a:srgbClr val="0B2349"/>
                </a:solidFill>
              </a:defRPr>
            </a:lvl6pPr>
            <a:lvl7pPr>
              <a:defRPr sz="1875" b="0">
                <a:solidFill>
                  <a:srgbClr val="0B2349"/>
                </a:solidFill>
              </a:defRPr>
            </a:lvl7pPr>
            <a:lvl8pPr>
              <a:defRPr sz="1875" b="0">
                <a:solidFill>
                  <a:srgbClr val="0B2349"/>
                </a:solidFill>
              </a:defRPr>
            </a:lvl8pPr>
            <a:lvl9pPr>
              <a:defRPr sz="1875" b="0">
                <a:solidFill>
                  <a:srgbClr val="0B2349"/>
                </a:solidFill>
              </a:defRPr>
            </a:lvl9pPr>
          </a:lstStyle>
          <a:p>
            <a:pPr>
              <a:defRPr sz="1875" b="0">
                <a:solidFill>
                  <a:srgbClr val="0B2349"/>
                </a:solidFill>
              </a:defRPr>
            </a:pPr>
            <a:r>
              <a:rPr sz="1875" b="0">
                <a:solidFill>
                  <a:srgbClr val="0B2349"/>
                </a:solidFill>
              </a:rPr>
              <a:t>O valor isolado não informa a chance</a:t>
            </a:r>
          </a:p>
          <a:p>
            <a:pPr>
              <a:defRPr sz="1875" b="0">
                <a:solidFill>
                  <a:srgbClr val="0B2349"/>
                </a:solidFill>
              </a:defRPr>
            </a:pPr>
            <a:r>
              <a:rPr sz="1875" b="0">
                <a:solidFill>
                  <a:srgbClr val="0B2349"/>
                </a:solidFill>
              </a:rPr>
              <a:t>de a vazão superar 60 m³/s.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FE0F10-DDD8-4059-B4D1-CBD5812F02DE}"/>
              </a:ext>
            </a:extLst>
          </p:cNvPr>
          <p:cNvSpPr>
            <a:spLocks noGrp="1"/>
          </p:cNvSpPr>
          <p:nvPr/>
        </p:nvSpPr>
        <p:spPr>
          <a:xfrm>
            <a:off x="6238875" y="2028825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4C2479"/>
                </a:solidFill>
              </a:defRPr>
            </a:defPPr>
            <a:lvl1pPr>
              <a:defRPr sz="1650" b="1">
                <a:solidFill>
                  <a:srgbClr val="4C2479"/>
                </a:solidFill>
              </a:defRPr>
            </a:lvl1pPr>
            <a:lvl2pPr>
              <a:defRPr sz="1650" b="1">
                <a:solidFill>
                  <a:srgbClr val="4C2479"/>
                </a:solidFill>
              </a:defRPr>
            </a:lvl2pPr>
            <a:lvl3pPr>
              <a:defRPr sz="1650" b="1">
                <a:solidFill>
                  <a:srgbClr val="4C2479"/>
                </a:solidFill>
              </a:defRPr>
            </a:lvl3pPr>
            <a:lvl4pPr>
              <a:defRPr sz="1650" b="1">
                <a:solidFill>
                  <a:srgbClr val="4C2479"/>
                </a:solidFill>
              </a:defRPr>
            </a:lvl4pPr>
            <a:lvl5pPr>
              <a:defRPr sz="1650" b="1">
                <a:solidFill>
                  <a:srgbClr val="4C2479"/>
                </a:solidFill>
              </a:defRPr>
            </a:lvl5pPr>
            <a:lvl6pPr>
              <a:defRPr sz="1650" b="1">
                <a:solidFill>
                  <a:srgbClr val="4C2479"/>
                </a:solidFill>
              </a:defRPr>
            </a:lvl6pPr>
            <a:lvl7pPr>
              <a:defRPr sz="1650" b="1">
                <a:solidFill>
                  <a:srgbClr val="4C2479"/>
                </a:solidFill>
              </a:defRPr>
            </a:lvl7pPr>
            <a:lvl8pPr>
              <a:defRPr sz="1650" b="1">
                <a:solidFill>
                  <a:srgbClr val="4C2479"/>
                </a:solidFill>
              </a:defRPr>
            </a:lvl8pPr>
            <a:lvl9pPr>
              <a:defRPr sz="1650" b="1">
                <a:solidFill>
                  <a:srgbClr val="4C2479"/>
                </a:solidFill>
              </a:defRPr>
            </a:lvl9pPr>
          </a:lstStyle>
          <a:p>
            <a:pPr>
              <a:defRPr sz="1650" b="1">
                <a:solidFill>
                  <a:srgbClr val="4C2479"/>
                </a:solidFill>
              </a:defRPr>
            </a:pPr>
            <a:r>
              <a:rPr sz="1650" b="1">
                <a:solidFill>
                  <a:srgbClr val="4C2479"/>
                </a:solidFill>
              </a:rPr>
              <a:t>Duas distribuições com média de 40 m³/s</a:t>
            </a:r>
          </a:p>
        </p:txBody>
      </p:sp>
      <p:graphicFrame>
        <p:nvGraphicFramePr>
          <p:cNvPr id="20" name="Chart">
            <a:extLst>
              <a:ext uri="{FF2B5EF4-FFF2-40B4-BE49-F238E27FC236}">
                <a16:creationId xmlns:a16="http://schemas.microsoft.com/office/drawing/2014/main" id="{DDE2FD1F-1C52-4FA4-B9E8-657B17A1E100}"/>
              </a:ext>
            </a:extLst>
          </p:cNvPr>
          <p:cNvGraphicFramePr/>
          <p:nvPr/>
        </p:nvGraphicFramePr>
        <p:xfrm>
          <a:off x="6191250" y="2400300"/>
          <a:ext cx="5524500" cy="233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C6862A8E-E8B1-4003-86BA-3840C23B58A0}"/>
              </a:ext>
            </a:extLst>
          </p:cNvPr>
          <p:cNvSpPr>
            <a:spLocks noGrp="1"/>
          </p:cNvSpPr>
          <p:nvPr/>
        </p:nvSpPr>
        <p:spPr>
          <a:xfrm>
            <a:off x="619125" y="4533900"/>
            <a:ext cx="5000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124B78"/>
                </a:solidFill>
              </a:defRPr>
            </a:defPPr>
            <a:lvl1pPr>
              <a:defRPr sz="1875" b="1">
                <a:solidFill>
                  <a:srgbClr val="124B78"/>
                </a:solidFill>
              </a:defRPr>
            </a:lvl1pPr>
            <a:lvl2pPr>
              <a:defRPr sz="1875" b="1">
                <a:solidFill>
                  <a:srgbClr val="124B78"/>
                </a:solidFill>
              </a:defRPr>
            </a:lvl2pPr>
            <a:lvl3pPr>
              <a:defRPr sz="1875" b="1">
                <a:solidFill>
                  <a:srgbClr val="124B78"/>
                </a:solidFill>
              </a:defRPr>
            </a:lvl3pPr>
            <a:lvl4pPr>
              <a:defRPr sz="1875" b="1">
                <a:solidFill>
                  <a:srgbClr val="124B78"/>
                </a:solidFill>
              </a:defRPr>
            </a:lvl4pPr>
            <a:lvl5pPr>
              <a:defRPr sz="1875" b="1">
                <a:solidFill>
                  <a:srgbClr val="124B78"/>
                </a:solidFill>
              </a:defRPr>
            </a:lvl5pPr>
            <a:lvl6pPr>
              <a:defRPr sz="1875" b="1">
                <a:solidFill>
                  <a:srgbClr val="124B78"/>
                </a:solidFill>
              </a:defRPr>
            </a:lvl6pPr>
            <a:lvl7pPr>
              <a:defRPr sz="1875" b="1">
                <a:solidFill>
                  <a:srgbClr val="124B78"/>
                </a:solidFill>
              </a:defRPr>
            </a:lvl7pPr>
            <a:lvl8pPr>
              <a:defRPr sz="1875" b="1">
                <a:solidFill>
                  <a:srgbClr val="124B78"/>
                </a:solidFill>
              </a:defRPr>
            </a:lvl8pPr>
            <a:lvl9pPr>
              <a:defRPr sz="1875" b="1">
                <a:solidFill>
                  <a:srgbClr val="124B78"/>
                </a:solidFill>
              </a:defRPr>
            </a:lvl9pPr>
          </a:lstStyle>
          <a:p>
            <a:pPr>
              <a:defRPr sz="1875" b="1">
                <a:solidFill>
                  <a:srgbClr val="124B78"/>
                </a:solidFill>
              </a:defRPr>
            </a:pPr>
            <a:r>
              <a:rPr sz="1875" b="1">
                <a:solidFill>
                  <a:srgbClr val="124B78"/>
                </a:solidFill>
              </a:rPr>
              <a:t>O que a distribuição acrescenta?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8723FD-D519-49CC-8965-F8BA30111220}"/>
              </a:ext>
            </a:extLst>
          </p:cNvPr>
          <p:cNvSpPr>
            <a:spLocks noGrp="1"/>
          </p:cNvSpPr>
          <p:nvPr/>
        </p:nvSpPr>
        <p:spPr>
          <a:xfrm>
            <a:off x="619125" y="4991100"/>
            <a:ext cx="5000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0B2349"/>
                </a:solidFill>
              </a:defRPr>
            </a:defPPr>
            <a:lvl1pPr>
              <a:defRPr sz="1800" b="0">
                <a:solidFill>
                  <a:srgbClr val="0B2349"/>
                </a:solidFill>
              </a:defRPr>
            </a:lvl1pPr>
            <a:lvl2pPr>
              <a:defRPr sz="1800" b="0">
                <a:solidFill>
                  <a:srgbClr val="0B2349"/>
                </a:solidFill>
              </a:defRPr>
            </a:lvl2pPr>
            <a:lvl3pPr>
              <a:defRPr sz="1800" b="0">
                <a:solidFill>
                  <a:srgbClr val="0B2349"/>
                </a:solidFill>
              </a:defRPr>
            </a:lvl3pPr>
            <a:lvl4pPr>
              <a:defRPr sz="1800" b="0">
                <a:solidFill>
                  <a:srgbClr val="0B2349"/>
                </a:solidFill>
              </a:defRPr>
            </a:lvl4pPr>
            <a:lvl5pPr>
              <a:defRPr sz="1800" b="0">
                <a:solidFill>
                  <a:srgbClr val="0B2349"/>
                </a:solidFill>
              </a:defRPr>
            </a:lvl5pPr>
            <a:lvl6pPr>
              <a:defRPr sz="1800" b="0">
                <a:solidFill>
                  <a:srgbClr val="0B2349"/>
                </a:solidFill>
              </a:defRPr>
            </a:lvl6pPr>
            <a:lvl7pPr>
              <a:defRPr sz="1800" b="0">
                <a:solidFill>
                  <a:srgbClr val="0B2349"/>
                </a:solidFill>
              </a:defRPr>
            </a:lvl7pPr>
            <a:lvl8pPr>
              <a:defRPr sz="1800" b="0">
                <a:solidFill>
                  <a:srgbClr val="0B2349"/>
                </a:solidFill>
              </a:defRPr>
            </a:lvl8pPr>
            <a:lvl9pPr>
              <a:defRPr sz="1800" b="0">
                <a:solidFill>
                  <a:srgbClr val="0B2349"/>
                </a:solidFill>
              </a:defRPr>
            </a:lvl9pPr>
          </a:lstStyle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Intervalos de vazão e probabilidades</a:t>
            </a:r>
          </a:p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de ultrapassar um limiar.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D04BB0-37FD-457C-B99E-4C71D4C14C2B}"/>
              </a:ext>
            </a:extLst>
          </p:cNvPr>
          <p:cNvSpPr>
            <a:spLocks noGrp="1"/>
          </p:cNvSpPr>
          <p:nvPr/>
        </p:nvSpPr>
        <p:spPr>
          <a:xfrm>
            <a:off x="6286500" y="490537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469B3"/>
                </a:solidFill>
              </a:defRPr>
            </a:defPPr>
            <a:lvl1pPr>
              <a:defRPr sz="1650" b="1">
                <a:solidFill>
                  <a:srgbClr val="1469B3"/>
                </a:solidFill>
              </a:defRPr>
            </a:lvl1pPr>
            <a:lvl2pPr>
              <a:defRPr sz="1650" b="1">
                <a:solidFill>
                  <a:srgbClr val="1469B3"/>
                </a:solidFill>
              </a:defRPr>
            </a:lvl2pPr>
            <a:lvl3pPr>
              <a:defRPr sz="1650" b="1">
                <a:solidFill>
                  <a:srgbClr val="1469B3"/>
                </a:solidFill>
              </a:defRPr>
            </a:lvl3pPr>
            <a:lvl4pPr>
              <a:defRPr sz="1650" b="1">
                <a:solidFill>
                  <a:srgbClr val="1469B3"/>
                </a:solidFill>
              </a:defRPr>
            </a:lvl4pPr>
            <a:lvl5pPr>
              <a:defRPr sz="1650" b="1">
                <a:solidFill>
                  <a:srgbClr val="1469B3"/>
                </a:solidFill>
              </a:defRPr>
            </a:lvl5pPr>
            <a:lvl6pPr>
              <a:defRPr sz="1650" b="1">
                <a:solidFill>
                  <a:srgbClr val="1469B3"/>
                </a:solidFill>
              </a:defRPr>
            </a:lvl6pPr>
            <a:lvl7pPr>
              <a:defRPr sz="1650" b="1">
                <a:solidFill>
                  <a:srgbClr val="1469B3"/>
                </a:solidFill>
              </a:defRPr>
            </a:lvl7pPr>
            <a:lvl8pPr>
              <a:defRPr sz="1650" b="1">
                <a:solidFill>
                  <a:srgbClr val="1469B3"/>
                </a:solidFill>
              </a:defRPr>
            </a:lvl8pPr>
            <a:lvl9pPr>
              <a:defRPr sz="1650" b="1">
                <a:solidFill>
                  <a:srgbClr val="1469B3"/>
                </a:solidFill>
              </a:defRPr>
            </a:lvl9pPr>
          </a:lstStyle>
          <a:p>
            <a:pPr>
              <a:defRPr sz="1650" b="1">
                <a:solidFill>
                  <a:srgbClr val="1469B3"/>
                </a:solidFill>
              </a:defRPr>
            </a:pPr>
            <a:r>
              <a:rPr sz="1650" b="1">
                <a:solidFill>
                  <a:srgbClr val="1469B3"/>
                </a:solidFill>
              </a:rPr>
              <a:t>Menor dispersão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61B70F-5718-46EF-A554-D7ED971B913A}"/>
              </a:ext>
            </a:extLst>
          </p:cNvPr>
          <p:cNvSpPr>
            <a:spLocks noGrp="1"/>
          </p:cNvSpPr>
          <p:nvPr/>
        </p:nvSpPr>
        <p:spPr>
          <a:xfrm>
            <a:off x="9096375" y="4905375"/>
            <a:ext cx="2619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8E44AD"/>
                </a:solidFill>
              </a:defRPr>
            </a:defPPr>
            <a:lvl1pPr>
              <a:defRPr sz="1650" b="1">
                <a:solidFill>
                  <a:srgbClr val="8E44AD"/>
                </a:solidFill>
              </a:defRPr>
            </a:lvl1pPr>
            <a:lvl2pPr>
              <a:defRPr sz="1650" b="1">
                <a:solidFill>
                  <a:srgbClr val="8E44AD"/>
                </a:solidFill>
              </a:defRPr>
            </a:lvl2pPr>
            <a:lvl3pPr>
              <a:defRPr sz="1650" b="1">
                <a:solidFill>
                  <a:srgbClr val="8E44AD"/>
                </a:solidFill>
              </a:defRPr>
            </a:lvl3pPr>
            <a:lvl4pPr>
              <a:defRPr sz="1650" b="1">
                <a:solidFill>
                  <a:srgbClr val="8E44AD"/>
                </a:solidFill>
              </a:defRPr>
            </a:lvl4pPr>
            <a:lvl5pPr>
              <a:defRPr sz="1650" b="1">
                <a:solidFill>
                  <a:srgbClr val="8E44AD"/>
                </a:solidFill>
              </a:defRPr>
            </a:lvl5pPr>
            <a:lvl6pPr>
              <a:defRPr sz="1650" b="1">
                <a:solidFill>
                  <a:srgbClr val="8E44AD"/>
                </a:solidFill>
              </a:defRPr>
            </a:lvl6pPr>
            <a:lvl7pPr>
              <a:defRPr sz="1650" b="1">
                <a:solidFill>
                  <a:srgbClr val="8E44AD"/>
                </a:solidFill>
              </a:defRPr>
            </a:lvl7pPr>
            <a:lvl8pPr>
              <a:defRPr sz="1650" b="1">
                <a:solidFill>
                  <a:srgbClr val="8E44AD"/>
                </a:solidFill>
              </a:defRPr>
            </a:lvl8pPr>
            <a:lvl9pPr>
              <a:defRPr sz="1650" b="1">
                <a:solidFill>
                  <a:srgbClr val="8E44AD"/>
                </a:solidFill>
              </a:defRPr>
            </a:lvl9pPr>
          </a:lstStyle>
          <a:p>
            <a:pPr>
              <a:defRPr sz="1650" b="1">
                <a:solidFill>
                  <a:srgbClr val="8E44AD"/>
                </a:solidFill>
              </a:defRPr>
            </a:pPr>
            <a:r>
              <a:rPr sz="1650" b="1">
                <a:solidFill>
                  <a:srgbClr val="8E44AD"/>
                </a:solidFill>
              </a:rPr>
              <a:t>Maior dispersão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5BB32C-738A-4273-BAA5-AFD029D18544}"/>
              </a:ext>
            </a:extLst>
          </p:cNvPr>
          <p:cNvSpPr>
            <a:spLocks noGrp="1"/>
          </p:cNvSpPr>
          <p:nvPr/>
        </p:nvSpPr>
        <p:spPr>
          <a:xfrm>
            <a:off x="6286500" y="5305425"/>
            <a:ext cx="2762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0B2349"/>
                </a:solidFill>
              </a:defRPr>
            </a:defPPr>
            <a:lvl1pPr>
              <a:defRPr sz="1575" b="0">
                <a:solidFill>
                  <a:srgbClr val="0B2349"/>
                </a:solidFill>
              </a:defRPr>
            </a:lvl1pPr>
            <a:lvl2pPr>
              <a:defRPr sz="1575" b="0">
                <a:solidFill>
                  <a:srgbClr val="0B2349"/>
                </a:solidFill>
              </a:defRPr>
            </a:lvl2pPr>
            <a:lvl3pPr>
              <a:defRPr sz="1575" b="0">
                <a:solidFill>
                  <a:srgbClr val="0B2349"/>
                </a:solidFill>
              </a:defRPr>
            </a:lvl3pPr>
            <a:lvl4pPr>
              <a:defRPr sz="1575" b="0">
                <a:solidFill>
                  <a:srgbClr val="0B2349"/>
                </a:solidFill>
              </a:defRPr>
            </a:lvl4pPr>
            <a:lvl5pPr>
              <a:defRPr sz="1575" b="0">
                <a:solidFill>
                  <a:srgbClr val="0B2349"/>
                </a:solidFill>
              </a:defRPr>
            </a:lvl5pPr>
            <a:lvl6pPr>
              <a:defRPr sz="1575" b="0">
                <a:solidFill>
                  <a:srgbClr val="0B2349"/>
                </a:solidFill>
              </a:defRPr>
            </a:lvl6pPr>
            <a:lvl7pPr>
              <a:defRPr sz="1575" b="0">
                <a:solidFill>
                  <a:srgbClr val="0B2349"/>
                </a:solidFill>
              </a:defRPr>
            </a:lvl7pPr>
            <a:lvl8pPr>
              <a:defRPr sz="1575" b="0">
                <a:solidFill>
                  <a:srgbClr val="0B2349"/>
                </a:solidFill>
              </a:defRPr>
            </a:lvl8pPr>
            <a:lvl9pPr>
              <a:defRPr sz="1575" b="0">
                <a:solidFill>
                  <a:srgbClr val="0B2349"/>
                </a:solidFill>
              </a:defRPr>
            </a:lvl9pPr>
          </a:lstStyle>
          <a:p>
            <a:pPr>
              <a:defRPr sz="1575" b="0">
                <a:solidFill>
                  <a:srgbClr val="0B2349"/>
                </a:solidFill>
              </a:defRPr>
            </a:pPr>
            <a:r>
              <a:rPr sz="1575" b="0">
                <a:solidFill>
                  <a:srgbClr val="0B2349"/>
                </a:solidFill>
              </a:rPr>
              <a:t>90% (m³/s): 31–51</a:t>
            </a:r>
          </a:p>
          <a:p>
            <a:pPr>
              <a:defRPr sz="1575" b="0">
                <a:solidFill>
                  <a:srgbClr val="0B2349"/>
                </a:solidFill>
              </a:defRPr>
            </a:pPr>
            <a:r>
              <a:rPr sz="1575" b="0">
                <a:solidFill>
                  <a:srgbClr val="0B2349"/>
                </a:solidFill>
              </a:rPr>
              <a:t>P(Q &gt; 60) ≈ 0,3%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93937-59E6-4604-97FF-7D9C720B1B7D}"/>
              </a:ext>
            </a:extLst>
          </p:cNvPr>
          <p:cNvSpPr>
            <a:spLocks noGrp="1"/>
          </p:cNvSpPr>
          <p:nvPr/>
        </p:nvSpPr>
        <p:spPr>
          <a:xfrm>
            <a:off x="9096375" y="5305425"/>
            <a:ext cx="2809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0B2349"/>
                </a:solidFill>
              </a:defRPr>
            </a:defPPr>
            <a:lvl1pPr>
              <a:defRPr sz="1575" b="0">
                <a:solidFill>
                  <a:srgbClr val="0B2349"/>
                </a:solidFill>
              </a:defRPr>
            </a:lvl1pPr>
            <a:lvl2pPr>
              <a:defRPr sz="1575" b="0">
                <a:solidFill>
                  <a:srgbClr val="0B2349"/>
                </a:solidFill>
              </a:defRPr>
            </a:lvl2pPr>
            <a:lvl3pPr>
              <a:defRPr sz="1575" b="0">
                <a:solidFill>
                  <a:srgbClr val="0B2349"/>
                </a:solidFill>
              </a:defRPr>
            </a:lvl3pPr>
            <a:lvl4pPr>
              <a:defRPr sz="1575" b="0">
                <a:solidFill>
                  <a:srgbClr val="0B2349"/>
                </a:solidFill>
              </a:defRPr>
            </a:lvl4pPr>
            <a:lvl5pPr>
              <a:defRPr sz="1575" b="0">
                <a:solidFill>
                  <a:srgbClr val="0B2349"/>
                </a:solidFill>
              </a:defRPr>
            </a:lvl5pPr>
            <a:lvl6pPr>
              <a:defRPr sz="1575" b="0">
                <a:solidFill>
                  <a:srgbClr val="0B2349"/>
                </a:solidFill>
              </a:defRPr>
            </a:lvl6pPr>
            <a:lvl7pPr>
              <a:defRPr sz="1575" b="0">
                <a:solidFill>
                  <a:srgbClr val="0B2349"/>
                </a:solidFill>
              </a:defRPr>
            </a:lvl7pPr>
            <a:lvl8pPr>
              <a:defRPr sz="1575" b="0">
                <a:solidFill>
                  <a:srgbClr val="0B2349"/>
                </a:solidFill>
              </a:defRPr>
            </a:lvl8pPr>
            <a:lvl9pPr>
              <a:defRPr sz="1575" b="0">
                <a:solidFill>
                  <a:srgbClr val="0B2349"/>
                </a:solidFill>
              </a:defRPr>
            </a:lvl9pPr>
          </a:lstStyle>
          <a:p>
            <a:pPr>
              <a:defRPr sz="1575" b="0">
                <a:solidFill>
                  <a:srgbClr val="0B2349"/>
                </a:solidFill>
              </a:defRPr>
            </a:pPr>
            <a:r>
              <a:rPr sz="1575" b="0">
                <a:solidFill>
                  <a:srgbClr val="0B2349"/>
                </a:solidFill>
              </a:rPr>
              <a:t>90% (m³/s): 16–78</a:t>
            </a:r>
          </a:p>
          <a:p>
            <a:pPr>
              <a:defRPr sz="1575" b="0">
                <a:solidFill>
                  <a:srgbClr val="0B2349"/>
                </a:solidFill>
              </a:defRPr>
            </a:pPr>
            <a:r>
              <a:rPr sz="1575" b="0">
                <a:solidFill>
                  <a:srgbClr val="0B2349"/>
                </a:solidFill>
              </a:rPr>
              <a:t>P(Q &gt; 60) ≈ 13,7%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8F7270-CC8F-4348-9F3B-ABA020A2558C}"/>
              </a:ext>
            </a:extLst>
          </p:cNvPr>
          <p:cNvSpPr>
            <a:spLocks noGrp="1"/>
          </p:cNvSpPr>
          <p:nvPr/>
        </p:nvSpPr>
        <p:spPr>
          <a:xfrm>
            <a:off x="381000" y="6143625"/>
            <a:ext cx="114300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0B2349"/>
                </a:solidFill>
              </a:defRPr>
            </a:defPPr>
            <a:lvl1pPr>
              <a:defRPr sz="1800" b="1">
                <a:solidFill>
                  <a:srgbClr val="0B2349"/>
                </a:solidFill>
              </a:defRPr>
            </a:lvl1pPr>
            <a:lvl2pPr>
              <a:defRPr sz="1800" b="1">
                <a:solidFill>
                  <a:srgbClr val="0B2349"/>
                </a:solidFill>
              </a:defRPr>
            </a:lvl2pPr>
            <a:lvl3pPr>
              <a:defRPr sz="1800" b="1">
                <a:solidFill>
                  <a:srgbClr val="0B2349"/>
                </a:solidFill>
              </a:defRPr>
            </a:lvl3pPr>
            <a:lvl4pPr>
              <a:defRPr sz="1800" b="1">
                <a:solidFill>
                  <a:srgbClr val="0B2349"/>
                </a:solidFill>
              </a:defRPr>
            </a:lvl4pPr>
            <a:lvl5pPr>
              <a:defRPr sz="1800" b="1">
                <a:solidFill>
                  <a:srgbClr val="0B2349"/>
                </a:solidFill>
              </a:defRPr>
            </a:lvl5pPr>
            <a:lvl6pPr>
              <a:defRPr sz="1800" b="1">
                <a:solidFill>
                  <a:srgbClr val="0B2349"/>
                </a:solidFill>
              </a:defRPr>
            </a:lvl6pPr>
            <a:lvl7pPr>
              <a:defRPr sz="1800" b="1">
                <a:solidFill>
                  <a:srgbClr val="0B2349"/>
                </a:solidFill>
              </a:defRPr>
            </a:lvl7pPr>
            <a:lvl8pPr>
              <a:defRPr sz="1800" b="1">
                <a:solidFill>
                  <a:srgbClr val="0B2349"/>
                </a:solidFill>
              </a:defRPr>
            </a:lvl8pPr>
            <a:lvl9pPr>
              <a:defRPr sz="1800" b="1">
                <a:solidFill>
                  <a:srgbClr val="0B2349"/>
                </a:solidFill>
              </a:defRPr>
            </a:lvl9pPr>
          </a:lstStyle>
          <a:p>
            <a:pPr>
              <a:defRPr sz="1800" b="1">
                <a:solidFill>
                  <a:srgbClr val="0B2349"/>
                </a:solidFill>
              </a:defRPr>
            </a:pPr>
            <a:r>
              <a:rPr sz="1800" b="1">
                <a:solidFill>
                  <a:srgbClr val="0B2349"/>
                </a:solidFill>
              </a:rPr>
              <a:t>A mesma média pode acompanhar probabilidades de excedência muito diferentes.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E29764-88C2-496A-875D-82E3D3410AB6}"/>
              </a:ext>
            </a:extLst>
          </p:cNvPr>
          <p:cNvSpPr>
            <a:spLocks noGrp="1"/>
          </p:cNvSpPr>
          <p:nvPr/>
        </p:nvSpPr>
        <p:spPr>
          <a:xfrm>
            <a:off x="381000" y="6610350"/>
            <a:ext cx="6191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456078"/>
                </a:solidFill>
              </a:defRPr>
            </a:defPPr>
            <a:lvl1pPr>
              <a:defRPr sz="900" b="0">
                <a:solidFill>
                  <a:srgbClr val="456078"/>
                </a:solidFill>
              </a:defRPr>
            </a:lvl1pPr>
            <a:lvl2pPr>
              <a:defRPr sz="900" b="0">
                <a:solidFill>
                  <a:srgbClr val="456078"/>
                </a:solidFill>
              </a:defRPr>
            </a:lvl2pPr>
            <a:lvl3pPr>
              <a:defRPr sz="900" b="0">
                <a:solidFill>
                  <a:srgbClr val="456078"/>
                </a:solidFill>
              </a:defRPr>
            </a:lvl3pPr>
            <a:lvl4pPr>
              <a:defRPr sz="900" b="0">
                <a:solidFill>
                  <a:srgbClr val="456078"/>
                </a:solidFill>
              </a:defRPr>
            </a:lvl4pPr>
            <a:lvl5pPr>
              <a:defRPr sz="900" b="0">
                <a:solidFill>
                  <a:srgbClr val="456078"/>
                </a:solidFill>
              </a:defRPr>
            </a:lvl5pPr>
            <a:lvl6pPr>
              <a:defRPr sz="900" b="0">
                <a:solidFill>
                  <a:srgbClr val="456078"/>
                </a:solidFill>
              </a:defRPr>
            </a:lvl6pPr>
            <a:lvl7pPr>
              <a:defRPr sz="900" b="0">
                <a:solidFill>
                  <a:srgbClr val="456078"/>
                </a:solidFill>
              </a:defRPr>
            </a:lvl7pPr>
            <a:lvl8pPr>
              <a:defRPr sz="900" b="0">
                <a:solidFill>
                  <a:srgbClr val="456078"/>
                </a:solidFill>
              </a:defRPr>
            </a:lvl8pPr>
            <a:lvl9pPr>
              <a:defRPr sz="900" b="0">
                <a:solidFill>
                  <a:srgbClr val="456078"/>
                </a:solidFill>
              </a:defRPr>
            </a:lvl9pPr>
          </a:lstStyle>
          <a:p>
            <a:pPr>
              <a:defRPr sz="900" b="0">
                <a:solidFill>
                  <a:srgbClr val="456078"/>
                </a:solidFill>
              </a:defRPr>
            </a:pPr>
            <a:r>
              <a:rPr sz="900" b="0">
                <a:solidFill>
                  <a:srgbClr val="456078"/>
                </a:solidFill>
              </a:rPr>
              <a:t>HYDRO-UAI  •  CHUVA FUTURA E INCERTEZA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317EDB-6F66-47C2-A9B5-29BA943793D7}"/>
              </a:ext>
            </a:extLst>
          </p:cNvPr>
          <p:cNvSpPr>
            <a:spLocks noGrp="1"/>
          </p:cNvSpPr>
          <p:nvPr/>
        </p:nvSpPr>
        <p:spPr>
          <a:xfrm>
            <a:off x="7096125" y="6610350"/>
            <a:ext cx="4857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456078"/>
                </a:solidFill>
              </a:defRPr>
            </a:defPPr>
            <a:lvl1pPr>
              <a:defRPr sz="900" b="0">
                <a:solidFill>
                  <a:srgbClr val="456078"/>
                </a:solidFill>
              </a:defRPr>
            </a:lvl1pPr>
            <a:lvl2pPr>
              <a:defRPr sz="900" b="0">
                <a:solidFill>
                  <a:srgbClr val="456078"/>
                </a:solidFill>
              </a:defRPr>
            </a:lvl2pPr>
            <a:lvl3pPr>
              <a:defRPr sz="900" b="0">
                <a:solidFill>
                  <a:srgbClr val="456078"/>
                </a:solidFill>
              </a:defRPr>
            </a:lvl3pPr>
            <a:lvl4pPr>
              <a:defRPr sz="900" b="0">
                <a:solidFill>
                  <a:srgbClr val="456078"/>
                </a:solidFill>
              </a:defRPr>
            </a:lvl4pPr>
            <a:lvl5pPr>
              <a:defRPr sz="900" b="0">
                <a:solidFill>
                  <a:srgbClr val="456078"/>
                </a:solidFill>
              </a:defRPr>
            </a:lvl5pPr>
            <a:lvl6pPr>
              <a:defRPr sz="900" b="0">
                <a:solidFill>
                  <a:srgbClr val="456078"/>
                </a:solidFill>
              </a:defRPr>
            </a:lvl6pPr>
            <a:lvl7pPr>
              <a:defRPr sz="900" b="0">
                <a:solidFill>
                  <a:srgbClr val="456078"/>
                </a:solidFill>
              </a:defRPr>
            </a:lvl7pPr>
            <a:lvl8pPr>
              <a:defRPr sz="900" b="0">
                <a:solidFill>
                  <a:srgbClr val="456078"/>
                </a:solidFill>
              </a:defRPr>
            </a:lvl8pPr>
            <a:lvl9pPr>
              <a:defRPr sz="900" b="0">
                <a:solidFill>
                  <a:srgbClr val="456078"/>
                </a:solidFill>
              </a:defRPr>
            </a:lvl9pPr>
          </a:lstStyle>
          <a:p>
            <a:pPr>
              <a:defRPr sz="900" b="0">
                <a:solidFill>
                  <a:srgbClr val="456078"/>
                </a:solidFill>
              </a:defRPr>
            </a:pPr>
            <a:r>
              <a:rPr sz="900" b="0">
                <a:solidFill>
                  <a:srgbClr val="456078"/>
                </a:solidFill>
              </a:rPr>
              <a:t>Exemplo sintético: distribuições lognormais. Intervalos centrais.</a:t>
            </a:r>
          </a:p>
        </p:txBody>
      </p:sp>
    </p:spTree>
    <p:extLst>
      <p:ext uri="{BB962C8B-B14F-4D97-AF65-F5344CB8AC3E}">
        <p14:creationId xmlns:p14="http://schemas.microsoft.com/office/powerpoint/2010/main" val="538830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9BB4ADB-9DB6-4B0C-8EB8-BBF4889725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0A2C4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5B5E7E-2B51-4E7F-8537-B6C0AEC21842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55CFF4"/>
                </a:solidFill>
              </a:defRPr>
            </a:defPPr>
            <a:lvl1pPr>
              <a:defRPr sz="1875" b="1">
                <a:solidFill>
                  <a:srgbClr val="55CFF4"/>
                </a:solidFill>
              </a:defRPr>
            </a:lvl1pPr>
            <a:lvl2pPr>
              <a:defRPr sz="1875" b="1">
                <a:solidFill>
                  <a:srgbClr val="55CFF4"/>
                </a:solidFill>
              </a:defRPr>
            </a:lvl2pPr>
            <a:lvl3pPr>
              <a:defRPr sz="1875" b="1">
                <a:solidFill>
                  <a:srgbClr val="55CFF4"/>
                </a:solidFill>
              </a:defRPr>
            </a:lvl3pPr>
            <a:lvl4pPr>
              <a:defRPr sz="1875" b="1">
                <a:solidFill>
                  <a:srgbClr val="55CFF4"/>
                </a:solidFill>
              </a:defRPr>
            </a:lvl4pPr>
            <a:lvl5pPr>
              <a:defRPr sz="1875" b="1">
                <a:solidFill>
                  <a:srgbClr val="55CFF4"/>
                </a:solidFill>
              </a:defRPr>
            </a:lvl5pPr>
            <a:lvl6pPr>
              <a:defRPr sz="1875" b="1">
                <a:solidFill>
                  <a:srgbClr val="55CFF4"/>
                </a:solidFill>
              </a:defRPr>
            </a:lvl6pPr>
            <a:lvl7pPr>
              <a:defRPr sz="1875" b="1">
                <a:solidFill>
                  <a:srgbClr val="55CFF4"/>
                </a:solidFill>
              </a:defRPr>
            </a:lvl7pPr>
            <a:lvl8pPr>
              <a:defRPr sz="1875" b="1">
                <a:solidFill>
                  <a:srgbClr val="55CFF4"/>
                </a:solidFill>
              </a:defRPr>
            </a:lvl8pPr>
            <a:lvl9pPr>
              <a:defRPr sz="1875" b="1">
                <a:solidFill>
                  <a:srgbClr val="55CFF4"/>
                </a:solidFill>
              </a:defRPr>
            </a:lvl9pPr>
          </a:lstStyle>
          <a:p>
            <a:pPr>
              <a:defRPr sz="1875" b="1">
                <a:solidFill>
                  <a:srgbClr val="55CFF4"/>
                </a:solidFill>
              </a:defRPr>
            </a:pPr>
            <a:r>
              <a:rPr sz="1875" b="1">
                <a:solidFill>
                  <a:srgbClr val="55CFF4"/>
                </a:solidFill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0FBB8B-986B-480E-ABA3-9C95C334F380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5726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FFFFFF"/>
                </a:solidFill>
              </a:defRPr>
            </a:defPPr>
            <a:lvl1pPr>
              <a:defRPr sz="2325" b="1">
                <a:solidFill>
                  <a:srgbClr val="FFFFFF"/>
                </a:solidFill>
              </a:defRPr>
            </a:lvl1pPr>
            <a:lvl2pPr>
              <a:defRPr sz="2325" b="1">
                <a:solidFill>
                  <a:srgbClr val="FFFFFF"/>
                </a:solidFill>
              </a:defRPr>
            </a:lvl2pPr>
            <a:lvl3pPr>
              <a:defRPr sz="2325" b="1">
                <a:solidFill>
                  <a:srgbClr val="FFFFFF"/>
                </a:solidFill>
              </a:defRPr>
            </a:lvl3pPr>
            <a:lvl4pPr>
              <a:defRPr sz="2325" b="1">
                <a:solidFill>
                  <a:srgbClr val="FFFFFF"/>
                </a:solidFill>
              </a:defRPr>
            </a:lvl4pPr>
            <a:lvl5pPr>
              <a:defRPr sz="2325" b="1">
                <a:solidFill>
                  <a:srgbClr val="FFFFFF"/>
                </a:solidFill>
              </a:defRPr>
            </a:lvl5pPr>
            <a:lvl6pPr>
              <a:defRPr sz="2325" b="1">
                <a:solidFill>
                  <a:srgbClr val="FFFFFF"/>
                </a:solidFill>
              </a:defRPr>
            </a:lvl6pPr>
            <a:lvl7pPr>
              <a:defRPr sz="2325" b="1">
                <a:solidFill>
                  <a:srgbClr val="FFFFFF"/>
                </a:solidFill>
              </a:defRPr>
            </a:lvl7pPr>
            <a:lvl8pPr>
              <a:defRPr sz="2325" b="1">
                <a:solidFill>
                  <a:srgbClr val="FFFFFF"/>
                </a:solidFill>
              </a:defRPr>
            </a:lvl8pPr>
            <a:lvl9pPr>
              <a:defRPr sz="2325" b="1">
                <a:solidFill>
                  <a:srgbClr val="FFFFFF"/>
                </a:solidFill>
              </a:defRPr>
            </a:lvl9pPr>
          </a:lstStyle>
          <a:p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Dropout na LSTM: rede completa e máscaras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A94907-37BA-4BDA-BFA3-A8659A8E94C1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9D57D5-E2FE-47C6-8ACC-C7099BBB6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7625" y="771525"/>
            <a:ext cx="12096750" cy="60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1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11D6748-4F7E-4D0A-BA52-5BF5E79BE7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oundRect">
            <a:avLst>
              <a:gd name="adj" fmla="val 10256"/>
            </a:avLst>
          </a:prstGeom>
          <a:solidFill>
            <a:srgbClr val="0A2C4D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EB3E9C-0A18-4336-82C1-24627E22CC94}"/>
              </a:ext>
            </a:extLst>
          </p:cNvPr>
          <p:cNvSpPr>
            <a:spLocks noGrp="1"/>
          </p:cNvSpPr>
          <p:nvPr/>
        </p:nvSpPr>
        <p:spPr>
          <a:xfrm>
            <a:off x="285750" y="190500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55CFF4"/>
                </a:solidFill>
              </a:defRPr>
            </a:defPPr>
            <a:lvl1pPr>
              <a:defRPr sz="1950" b="1">
                <a:solidFill>
                  <a:srgbClr val="55CFF4"/>
                </a:solidFill>
              </a:defRPr>
            </a:lvl1pPr>
            <a:lvl2pPr>
              <a:defRPr sz="1950" b="1">
                <a:solidFill>
                  <a:srgbClr val="55CFF4"/>
                </a:solidFill>
              </a:defRPr>
            </a:lvl2pPr>
            <a:lvl3pPr>
              <a:defRPr sz="1950" b="1">
                <a:solidFill>
                  <a:srgbClr val="55CFF4"/>
                </a:solidFill>
              </a:defRPr>
            </a:lvl3pPr>
            <a:lvl4pPr>
              <a:defRPr sz="1950" b="1">
                <a:solidFill>
                  <a:srgbClr val="55CFF4"/>
                </a:solidFill>
              </a:defRPr>
            </a:lvl4pPr>
            <a:lvl5pPr>
              <a:defRPr sz="1950" b="1">
                <a:solidFill>
                  <a:srgbClr val="55CFF4"/>
                </a:solidFill>
              </a:defRPr>
            </a:lvl5pPr>
            <a:lvl6pPr>
              <a:defRPr sz="1950" b="1">
                <a:solidFill>
                  <a:srgbClr val="55CFF4"/>
                </a:solidFill>
              </a:defRPr>
            </a:lvl6pPr>
            <a:lvl7pPr>
              <a:defRPr sz="1950" b="1">
                <a:solidFill>
                  <a:srgbClr val="55CFF4"/>
                </a:solidFill>
              </a:defRPr>
            </a:lvl7pPr>
            <a:lvl8pPr>
              <a:defRPr sz="1950" b="1">
                <a:solidFill>
                  <a:srgbClr val="55CFF4"/>
                </a:solidFill>
              </a:defRPr>
            </a:lvl8pPr>
            <a:lvl9pPr>
              <a:defRPr sz="1950" b="1">
                <a:solidFill>
                  <a:srgbClr val="55CFF4"/>
                </a:solidFill>
              </a:defRPr>
            </a:lvl9pPr>
          </a:lstStyle>
          <a:p>
            <a:pPr>
              <a:defRPr sz="1950" b="1">
                <a:solidFill>
                  <a:srgbClr val="55CFF4"/>
                </a:solidFill>
              </a:defRPr>
            </a:pPr>
            <a:r>
              <a:rPr sz="1950" b="1">
                <a:solidFill>
                  <a:srgbClr val="55CFF4"/>
                </a:solidFill>
              </a:rPr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599CCA-04B5-43E2-9FA5-38045EF01FDB}"/>
              </a:ext>
            </a:extLst>
          </p:cNvPr>
          <p:cNvSpPr>
            <a:spLocks noGrp="1"/>
          </p:cNvSpPr>
          <p:nvPr/>
        </p:nvSpPr>
        <p:spPr>
          <a:xfrm>
            <a:off x="952500" y="161925"/>
            <a:ext cx="923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FFFFFF"/>
                </a:solidFill>
              </a:defRPr>
            </a:defPPr>
            <a:lvl1pPr>
              <a:defRPr sz="2400" b="1">
                <a:solidFill>
                  <a:srgbClr val="FFFFFF"/>
                </a:solidFill>
              </a:defRPr>
            </a:lvl1pPr>
            <a:lvl2pPr>
              <a:defRPr sz="2400" b="1">
                <a:solidFill>
                  <a:srgbClr val="FFFFFF"/>
                </a:solidFill>
              </a:defRPr>
            </a:lvl2pPr>
            <a:lvl3pPr>
              <a:defRPr sz="2400" b="1">
                <a:solidFill>
                  <a:srgbClr val="FFFFFF"/>
                </a:solidFill>
              </a:defRPr>
            </a:lvl3pPr>
            <a:lvl4pPr>
              <a:defRPr sz="2400" b="1">
                <a:solidFill>
                  <a:srgbClr val="FFFFFF"/>
                </a:solidFill>
              </a:defRPr>
            </a:lvl4pPr>
            <a:lvl5pPr>
              <a:defRPr sz="2400" b="1">
                <a:solidFill>
                  <a:srgbClr val="FFFFFF"/>
                </a:solidFill>
              </a:defRPr>
            </a:lvl5pPr>
            <a:lvl6pPr>
              <a:defRPr sz="2400" b="1">
                <a:solidFill>
                  <a:srgbClr val="FFFFFF"/>
                </a:solidFill>
              </a:defRPr>
            </a:lvl6pPr>
            <a:lvl7pPr>
              <a:defRPr sz="2400" b="1">
                <a:solidFill>
                  <a:srgbClr val="FFFFFF"/>
                </a:solidFill>
              </a:defRPr>
            </a:lvl7pPr>
            <a:lvl8pPr>
              <a:defRPr sz="2400" b="1">
                <a:solidFill>
                  <a:srgbClr val="FFFFFF"/>
                </a:solidFill>
              </a:defRPr>
            </a:lvl8pPr>
            <a:lvl9pPr>
              <a:defRPr sz="2400" b="1">
                <a:solidFill>
                  <a:srgbClr val="FFFFFF"/>
                </a:solidFill>
              </a:defRPr>
            </a:lvl9pPr>
          </a:lstStyle>
          <a:p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LSTM + MC Dropout: funcionamento e exemplo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359542-E674-4F4D-8937-44AB41DA54F6}"/>
              </a:ext>
            </a:extLst>
          </p:cNvPr>
          <p:cNvSpPr>
            <a:spLocks noGrp="1"/>
          </p:cNvSpPr>
          <p:nvPr/>
        </p:nvSpPr>
        <p:spPr>
          <a:xfrm>
            <a:off x="10620375" y="161925"/>
            <a:ext cx="152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0100F2-EA5B-485A-9E4A-2D035B0052D4}"/>
              </a:ext>
            </a:extLst>
          </p:cNvPr>
          <p:cNvSpPr>
            <a:spLocks noGrp="1"/>
          </p:cNvSpPr>
          <p:nvPr/>
        </p:nvSpPr>
        <p:spPr>
          <a:xfrm>
            <a:off x="238125" y="66103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456078"/>
                </a:solidFill>
              </a:defRPr>
            </a:defPPr>
            <a:lvl1pPr>
              <a:defRPr sz="900" b="0">
                <a:solidFill>
                  <a:srgbClr val="456078"/>
                </a:solidFill>
              </a:defRPr>
            </a:lvl1pPr>
            <a:lvl2pPr>
              <a:defRPr sz="900" b="0">
                <a:solidFill>
                  <a:srgbClr val="456078"/>
                </a:solidFill>
              </a:defRPr>
            </a:lvl2pPr>
            <a:lvl3pPr>
              <a:defRPr sz="900" b="0">
                <a:solidFill>
                  <a:srgbClr val="456078"/>
                </a:solidFill>
              </a:defRPr>
            </a:lvl3pPr>
            <a:lvl4pPr>
              <a:defRPr sz="900" b="0">
                <a:solidFill>
                  <a:srgbClr val="456078"/>
                </a:solidFill>
              </a:defRPr>
            </a:lvl4pPr>
            <a:lvl5pPr>
              <a:defRPr sz="900" b="0">
                <a:solidFill>
                  <a:srgbClr val="456078"/>
                </a:solidFill>
              </a:defRPr>
            </a:lvl5pPr>
            <a:lvl6pPr>
              <a:defRPr sz="900" b="0">
                <a:solidFill>
                  <a:srgbClr val="456078"/>
                </a:solidFill>
              </a:defRPr>
            </a:lvl6pPr>
            <a:lvl7pPr>
              <a:defRPr sz="900" b="0">
                <a:solidFill>
                  <a:srgbClr val="456078"/>
                </a:solidFill>
              </a:defRPr>
            </a:lvl7pPr>
            <a:lvl8pPr>
              <a:defRPr sz="900" b="0">
                <a:solidFill>
                  <a:srgbClr val="456078"/>
                </a:solidFill>
              </a:defRPr>
            </a:lvl8pPr>
            <a:lvl9pPr>
              <a:defRPr sz="900" b="0">
                <a:solidFill>
                  <a:srgbClr val="456078"/>
                </a:solidFill>
              </a:defRPr>
            </a:lvl9pPr>
          </a:lstStyle>
          <a:p>
            <a:pPr>
              <a:defRPr sz="900" b="0">
                <a:solidFill>
                  <a:srgbClr val="456078"/>
                </a:solidFill>
              </a:defRPr>
            </a:pPr>
            <a:r>
              <a:rPr sz="900" b="0">
                <a:solidFill>
                  <a:srgbClr val="456078"/>
                </a:solidFill>
              </a:rPr>
              <a:t>HYDRO-UAI  •  CHUVA FUTURA E INCERTEZA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136C9A-61D7-4F50-8C9B-87C780888E75}"/>
              </a:ext>
            </a:extLst>
          </p:cNvPr>
          <p:cNvSpPr>
            <a:spLocks noGrp="1"/>
          </p:cNvSpPr>
          <p:nvPr/>
        </p:nvSpPr>
        <p:spPr>
          <a:xfrm>
            <a:off x="95250" y="876300"/>
            <a:ext cx="3714750" cy="3819525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7AD903-0312-49D1-8863-549C5534102E}"/>
              </a:ext>
            </a:extLst>
          </p:cNvPr>
          <p:cNvSpPr>
            <a:spLocks noGrp="1"/>
          </p:cNvSpPr>
          <p:nvPr/>
        </p:nvSpPr>
        <p:spPr>
          <a:xfrm>
            <a:off x="3905250" y="876300"/>
            <a:ext cx="4667250" cy="3819525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317DB9E-B323-4FAB-BCF1-53787DEFE8D7}"/>
              </a:ext>
            </a:extLst>
          </p:cNvPr>
          <p:cNvSpPr>
            <a:spLocks noGrp="1"/>
          </p:cNvSpPr>
          <p:nvPr/>
        </p:nvSpPr>
        <p:spPr>
          <a:xfrm>
            <a:off x="8667750" y="876300"/>
            <a:ext cx="3429000" cy="3819525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E3ACF7-B9F7-4899-B6D7-EE6E11BC9D47}"/>
              </a:ext>
            </a:extLst>
          </p:cNvPr>
          <p:cNvSpPr>
            <a:spLocks noGrp="1"/>
          </p:cNvSpPr>
          <p:nvPr/>
        </p:nvSpPr>
        <p:spPr>
          <a:xfrm>
            <a:off x="95250" y="4810125"/>
            <a:ext cx="1200150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BA72679-3C63-4EDF-AA1E-1B4255780D21}"/>
              </a:ext>
            </a:extLst>
          </p:cNvPr>
          <p:cNvSpPr>
            <a:spLocks noGrp="1"/>
          </p:cNvSpPr>
          <p:nvPr/>
        </p:nvSpPr>
        <p:spPr>
          <a:xfrm>
            <a:off x="257175" y="5267325"/>
            <a:ext cx="3314700" cy="933450"/>
          </a:xfrm>
          <a:prstGeom prst="roundRect">
            <a:avLst>
              <a:gd name="adj" fmla="val 8163"/>
            </a:avLst>
          </a:prstGeom>
          <a:solidFill>
            <a:srgbClr val="EAF6FE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A5823B-E420-4898-B80C-289E84AAE9D4}"/>
              </a:ext>
            </a:extLst>
          </p:cNvPr>
          <p:cNvSpPr>
            <a:spLocks noGrp="1"/>
          </p:cNvSpPr>
          <p:nvPr/>
        </p:nvSpPr>
        <p:spPr>
          <a:xfrm>
            <a:off x="3714750" y="5267325"/>
            <a:ext cx="3429000" cy="933450"/>
          </a:xfrm>
          <a:prstGeom prst="roundRect">
            <a:avLst>
              <a:gd name="adj" fmla="val 8163"/>
            </a:avLst>
          </a:prstGeom>
          <a:solidFill>
            <a:srgbClr val="E9F8EF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852FCB3-F683-40A8-A45C-16DAD8AA64E5}"/>
              </a:ext>
            </a:extLst>
          </p:cNvPr>
          <p:cNvSpPr>
            <a:spLocks noGrp="1"/>
          </p:cNvSpPr>
          <p:nvPr/>
        </p:nvSpPr>
        <p:spPr>
          <a:xfrm>
            <a:off x="7286625" y="5267325"/>
            <a:ext cx="4648200" cy="933450"/>
          </a:xfrm>
          <a:prstGeom prst="roundRect">
            <a:avLst>
              <a:gd name="adj" fmla="val 8163"/>
            </a:avLst>
          </a:prstGeom>
          <a:solidFill>
            <a:srgbClr val="FFF3E2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58A0011-FE4F-4266-8A15-1EE240DC7987}"/>
              </a:ext>
            </a:extLst>
          </p:cNvPr>
          <p:cNvSpPr>
            <a:spLocks noGrp="1"/>
          </p:cNvSpPr>
          <p:nvPr/>
        </p:nvSpPr>
        <p:spPr>
          <a:xfrm>
            <a:off x="8810625" y="14097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EAF6FE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49A4B1D-E820-4C6D-8EF9-95A8F0F77F57}"/>
              </a:ext>
            </a:extLst>
          </p:cNvPr>
          <p:cNvSpPr>
            <a:spLocks noGrp="1"/>
          </p:cNvSpPr>
          <p:nvPr/>
        </p:nvSpPr>
        <p:spPr>
          <a:xfrm>
            <a:off x="8810625" y="24765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E9F8EF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180A236-51BE-4C1F-8C33-A5A683E04D3B}"/>
              </a:ext>
            </a:extLst>
          </p:cNvPr>
          <p:cNvSpPr>
            <a:spLocks noGrp="1"/>
          </p:cNvSpPr>
          <p:nvPr/>
        </p:nvSpPr>
        <p:spPr>
          <a:xfrm>
            <a:off x="8810625" y="35433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FFF3E2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C5A079-886C-4151-A064-4508D00BB11D}"/>
              </a:ext>
            </a:extLst>
          </p:cNvPr>
          <p:cNvSpPr>
            <a:spLocks noGrp="1"/>
          </p:cNvSpPr>
          <p:nvPr/>
        </p:nvSpPr>
        <p:spPr>
          <a:xfrm>
            <a:off x="238125" y="981075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Ideia central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6C5DA2-551A-4ABF-A176-B267FCAAAF03}"/>
              </a:ext>
            </a:extLst>
          </p:cNvPr>
          <p:cNvSpPr>
            <a:spLocks noGrp="1"/>
          </p:cNvSpPr>
          <p:nvPr/>
        </p:nvSpPr>
        <p:spPr>
          <a:xfrm>
            <a:off x="4048125" y="981075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A2C4D"/>
                </a:solidFill>
              </a:defRPr>
            </a:defPPr>
            <a:lvl1pPr>
              <a:defRPr sz="1725" b="1">
                <a:solidFill>
                  <a:srgbClr val="0A2C4D"/>
                </a:solidFill>
              </a:defRPr>
            </a:lvl1pPr>
            <a:lvl2pPr>
              <a:defRPr sz="1725" b="1">
                <a:solidFill>
                  <a:srgbClr val="0A2C4D"/>
                </a:solidFill>
              </a:defRPr>
            </a:lvl2pPr>
            <a:lvl3pPr>
              <a:defRPr sz="1725" b="1">
                <a:solidFill>
                  <a:srgbClr val="0A2C4D"/>
                </a:solidFill>
              </a:defRPr>
            </a:lvl3pPr>
            <a:lvl4pPr>
              <a:defRPr sz="1725" b="1">
                <a:solidFill>
                  <a:srgbClr val="0A2C4D"/>
                </a:solidFill>
              </a:defRPr>
            </a:lvl4pPr>
            <a:lvl5pPr>
              <a:defRPr sz="1725" b="1">
                <a:solidFill>
                  <a:srgbClr val="0A2C4D"/>
                </a:solidFill>
              </a:defRPr>
            </a:lvl5pPr>
            <a:lvl6pPr>
              <a:defRPr sz="1725" b="1">
                <a:solidFill>
                  <a:srgbClr val="0A2C4D"/>
                </a:solidFill>
              </a:defRPr>
            </a:lvl6pPr>
            <a:lvl7pPr>
              <a:defRPr sz="1725" b="1">
                <a:solidFill>
                  <a:srgbClr val="0A2C4D"/>
                </a:solidFill>
              </a:defRPr>
            </a:lvl7pPr>
            <a:lvl8pPr>
              <a:defRPr sz="1725" b="1">
                <a:solidFill>
                  <a:srgbClr val="0A2C4D"/>
                </a:solidFill>
              </a:defRPr>
            </a:lvl8pPr>
            <a:lvl9pPr>
              <a:defRPr sz="1725" b="1">
                <a:solidFill>
                  <a:srgbClr val="0A2C4D"/>
                </a:solidFill>
              </a:defRPr>
            </a:lvl9pPr>
          </a:lstStyle>
          <a:p>
            <a:pPr>
              <a:defRPr sz="1725" b="1">
                <a:solidFill>
                  <a:srgbClr val="0A2C4D"/>
                </a:solidFill>
              </a:defRPr>
            </a:pPr>
            <a:r>
              <a:rPr sz="1725" b="1">
                <a:solidFill>
                  <a:srgbClr val="0A2C4D"/>
                </a:solidFill>
              </a:rPr>
              <a:t>Mesma entrada, cinco passagens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36CA2A-0C78-4E76-84E1-695DBE538843}"/>
              </a:ext>
            </a:extLst>
          </p:cNvPr>
          <p:cNvSpPr>
            <a:spLocks noGrp="1"/>
          </p:cNvSpPr>
          <p:nvPr/>
        </p:nvSpPr>
        <p:spPr>
          <a:xfrm>
            <a:off x="8810625" y="98107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Leitura intuitiva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9920FD-4675-4DD1-B942-5D89FFC7D352}"/>
              </a:ext>
            </a:extLst>
          </p:cNvPr>
          <p:cNvSpPr>
            <a:spLocks noGrp="1"/>
          </p:cNvSpPr>
          <p:nvPr/>
        </p:nvSpPr>
        <p:spPr>
          <a:xfrm>
            <a:off x="266700" y="1466850"/>
            <a:ext cx="338137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0B2349"/>
                </a:solidFill>
              </a:defRPr>
            </a:defPPr>
            <a:lvl1pPr>
              <a:defRPr sz="1800" b="0">
                <a:solidFill>
                  <a:srgbClr val="0B2349"/>
                </a:solidFill>
              </a:defRPr>
            </a:lvl1pPr>
            <a:lvl2pPr>
              <a:defRPr sz="1800" b="0">
                <a:solidFill>
                  <a:srgbClr val="0B2349"/>
                </a:solidFill>
              </a:defRPr>
            </a:lvl2pPr>
            <a:lvl3pPr>
              <a:defRPr sz="1800" b="0">
                <a:solidFill>
                  <a:srgbClr val="0B2349"/>
                </a:solidFill>
              </a:defRPr>
            </a:lvl3pPr>
            <a:lvl4pPr>
              <a:defRPr sz="1800" b="0">
                <a:solidFill>
                  <a:srgbClr val="0B2349"/>
                </a:solidFill>
              </a:defRPr>
            </a:lvl4pPr>
            <a:lvl5pPr>
              <a:defRPr sz="1800" b="0">
                <a:solidFill>
                  <a:srgbClr val="0B2349"/>
                </a:solidFill>
              </a:defRPr>
            </a:lvl5pPr>
            <a:lvl6pPr>
              <a:defRPr sz="1800" b="0">
                <a:solidFill>
                  <a:srgbClr val="0B2349"/>
                </a:solidFill>
              </a:defRPr>
            </a:lvl6pPr>
            <a:lvl7pPr>
              <a:defRPr sz="1800" b="0">
                <a:solidFill>
                  <a:srgbClr val="0B2349"/>
                </a:solidFill>
              </a:defRPr>
            </a:lvl7pPr>
            <a:lvl8pPr>
              <a:defRPr sz="1800" b="0">
                <a:solidFill>
                  <a:srgbClr val="0B2349"/>
                </a:solidFill>
              </a:defRPr>
            </a:lvl8pPr>
            <a:lvl9pPr>
              <a:defRPr sz="1800" b="0">
                <a:solidFill>
                  <a:srgbClr val="0B2349"/>
                </a:solidFill>
              </a:defRPr>
            </a:lvl9pPr>
          </a:lstStyle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A LSTM recebe a mesma janela.</a:t>
            </a:r>
          </a:p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O dropout permanece ativo</a:t>
            </a:r>
          </a:p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durante a previsão.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16FEF49-B03C-43A8-9048-8DED54D091D8}"/>
              </a:ext>
            </a:extLst>
          </p:cNvPr>
          <p:cNvSpPr>
            <a:spLocks noGrp="1"/>
          </p:cNvSpPr>
          <p:nvPr/>
        </p:nvSpPr>
        <p:spPr>
          <a:xfrm>
            <a:off x="428625" y="2771775"/>
            <a:ext cx="3048000" cy="552450"/>
          </a:xfrm>
          <a:prstGeom prst="roundRect">
            <a:avLst>
              <a:gd name="adj" fmla="val 13793"/>
            </a:avLst>
          </a:prstGeom>
          <a:solidFill>
            <a:srgbClr val="E1EFF8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Janela de entrada Xₜ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267FE5-47C4-40B6-BFDF-95F096E35A75}"/>
              </a:ext>
            </a:extLst>
          </p:cNvPr>
          <p:cNvSpPr>
            <a:spLocks noGrp="1"/>
          </p:cNvSpPr>
          <p:nvPr/>
        </p:nvSpPr>
        <p:spPr>
          <a:xfrm>
            <a:off x="457200" y="347662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456078"/>
                </a:solidFill>
              </a:defRPr>
            </a:defPPr>
            <a:lvl1pPr>
              <a:defRPr sz="1500" b="0">
                <a:solidFill>
                  <a:srgbClr val="456078"/>
                </a:solidFill>
              </a:defRPr>
            </a:lvl1pPr>
            <a:lvl2pPr>
              <a:defRPr sz="1500" b="0">
                <a:solidFill>
                  <a:srgbClr val="456078"/>
                </a:solidFill>
              </a:defRPr>
            </a:lvl2pPr>
            <a:lvl3pPr>
              <a:defRPr sz="1500" b="0">
                <a:solidFill>
                  <a:srgbClr val="456078"/>
                </a:solidFill>
              </a:defRPr>
            </a:lvl3pPr>
            <a:lvl4pPr>
              <a:defRPr sz="1500" b="0">
                <a:solidFill>
                  <a:srgbClr val="456078"/>
                </a:solidFill>
              </a:defRPr>
            </a:lvl4pPr>
            <a:lvl5pPr>
              <a:defRPr sz="1500" b="0">
                <a:solidFill>
                  <a:srgbClr val="456078"/>
                </a:solidFill>
              </a:defRPr>
            </a:lvl5pPr>
            <a:lvl6pPr>
              <a:defRPr sz="1500" b="0">
                <a:solidFill>
                  <a:srgbClr val="456078"/>
                </a:solidFill>
              </a:defRPr>
            </a:lvl6pPr>
            <a:lvl7pPr>
              <a:defRPr sz="1500" b="0">
                <a:solidFill>
                  <a:srgbClr val="456078"/>
                </a:solidFill>
              </a:defRPr>
            </a:lvl7pPr>
            <a:lvl8pPr>
              <a:defRPr sz="1500" b="0">
                <a:solidFill>
                  <a:srgbClr val="456078"/>
                </a:solidFill>
              </a:defRPr>
            </a:lvl8pPr>
            <a:lvl9pPr>
              <a:defRPr sz="1500" b="0">
                <a:solidFill>
                  <a:srgbClr val="456078"/>
                </a:solidFill>
              </a:defRPr>
            </a:lvl9pPr>
          </a:lstStyle>
          <a:p>
            <a:pPr>
              <a:defRPr sz="1500" b="0">
                <a:solidFill>
                  <a:srgbClr val="456078"/>
                </a:solidFill>
              </a:defRPr>
            </a:pPr>
            <a:r>
              <a:rPr sz="1500" b="0" dirty="0">
                <a:solidFill>
                  <a:srgbClr val="456078"/>
                </a:solidFill>
              </a:rPr>
              <a:t>Histórico de </a:t>
            </a:r>
            <a:r>
              <a:rPr sz="1500" b="0" dirty="0" err="1">
                <a:solidFill>
                  <a:srgbClr val="456078"/>
                </a:solidFill>
              </a:rPr>
              <a:t>chuv</a:t>
            </a:r>
            <a:r>
              <a:rPr lang="en-US" sz="1500" b="0" dirty="0" err="1">
                <a:solidFill>
                  <a:srgbClr val="456078"/>
                </a:solidFill>
              </a:rPr>
              <a:t>a</a:t>
            </a:r>
            <a:r>
              <a:rPr lang="en-US" sz="1500" b="0" dirty="0">
                <a:solidFill>
                  <a:srgbClr val="456078"/>
                </a:solidFill>
              </a:rPr>
              <a:t>, </a:t>
            </a:r>
            <a:r>
              <a:rPr lang="en-US" sz="1500" b="0" dirty="0" err="1">
                <a:solidFill>
                  <a:srgbClr val="456078"/>
                </a:solidFill>
              </a:rPr>
              <a:t>temperatura</a:t>
            </a:r>
            <a:r>
              <a:rPr lang="en-US" sz="1500" b="0" dirty="0">
                <a:solidFill>
                  <a:srgbClr val="456078"/>
                </a:solidFill>
              </a:rPr>
              <a:t>, </a:t>
            </a:r>
            <a:r>
              <a:rPr lang="en-US" sz="1500" b="0" dirty="0" err="1">
                <a:solidFill>
                  <a:srgbClr val="456078"/>
                </a:solidFill>
              </a:rPr>
              <a:t>etc</a:t>
            </a:r>
            <a:endParaRPr sz="1500" b="0" dirty="0">
              <a:solidFill>
                <a:srgbClr val="456078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857765-7A26-47EB-8CF6-347CCEC53D34}"/>
              </a:ext>
            </a:extLst>
          </p:cNvPr>
          <p:cNvSpPr>
            <a:spLocks noGrp="1"/>
          </p:cNvSpPr>
          <p:nvPr/>
        </p:nvSpPr>
        <p:spPr>
          <a:xfrm>
            <a:off x="266700" y="4133850"/>
            <a:ext cx="3381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124B78"/>
                </a:solidFill>
              </a:defRPr>
            </a:defPPr>
            <a:lvl1pPr>
              <a:defRPr sz="1575" b="1">
                <a:solidFill>
                  <a:srgbClr val="124B78"/>
                </a:solidFill>
              </a:defRPr>
            </a:lvl1pPr>
            <a:lvl2pPr>
              <a:defRPr sz="1575" b="1">
                <a:solidFill>
                  <a:srgbClr val="124B78"/>
                </a:solidFill>
              </a:defRPr>
            </a:lvl2pPr>
            <a:lvl3pPr>
              <a:defRPr sz="1575" b="1">
                <a:solidFill>
                  <a:srgbClr val="124B78"/>
                </a:solidFill>
              </a:defRPr>
            </a:lvl3pPr>
            <a:lvl4pPr>
              <a:defRPr sz="1575" b="1">
                <a:solidFill>
                  <a:srgbClr val="124B78"/>
                </a:solidFill>
              </a:defRPr>
            </a:lvl4pPr>
            <a:lvl5pPr>
              <a:defRPr sz="1575" b="1">
                <a:solidFill>
                  <a:srgbClr val="124B78"/>
                </a:solidFill>
              </a:defRPr>
            </a:lvl5pPr>
            <a:lvl6pPr>
              <a:defRPr sz="1575" b="1">
                <a:solidFill>
                  <a:srgbClr val="124B78"/>
                </a:solidFill>
              </a:defRPr>
            </a:lvl6pPr>
            <a:lvl7pPr>
              <a:defRPr sz="1575" b="1">
                <a:solidFill>
                  <a:srgbClr val="124B78"/>
                </a:solidFill>
              </a:defRPr>
            </a:lvl7pPr>
            <a:lvl8pPr>
              <a:defRPr sz="1575" b="1">
                <a:solidFill>
                  <a:srgbClr val="124B78"/>
                </a:solidFill>
              </a:defRPr>
            </a:lvl8pPr>
            <a:lvl9pPr>
              <a:defRPr sz="1575" b="1">
                <a:solidFill>
                  <a:srgbClr val="124B78"/>
                </a:solidFill>
              </a:defRPr>
            </a:lvl9pPr>
          </a:lstStyle>
          <a:p>
            <a:pPr>
              <a:defRPr sz="1575" b="1">
                <a:solidFill>
                  <a:srgbClr val="124B78"/>
                </a:solidFill>
              </a:defRPr>
            </a:pPr>
            <a:r>
              <a:rPr sz="1575" b="1">
                <a:solidFill>
                  <a:srgbClr val="124B78"/>
                </a:solidFill>
              </a:rPr>
              <a:t>Pesos aprendidos permanecem fixos.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546CC85-8B57-448B-A90E-C0C1B38165FD}"/>
              </a:ext>
            </a:extLst>
          </p:cNvPr>
          <p:cNvSpPr>
            <a:spLocks noGrp="1"/>
          </p:cNvSpPr>
          <p:nvPr/>
        </p:nvSpPr>
        <p:spPr>
          <a:xfrm>
            <a:off x="4143375" y="1495425"/>
            <a:ext cx="2047875" cy="523875"/>
          </a:xfrm>
          <a:prstGeom prst="roundRect">
            <a:avLst>
              <a:gd name="adj" fmla="val 14545"/>
            </a:avLst>
          </a:prstGeom>
          <a:solidFill>
            <a:srgbClr val="E1EFF8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LSTM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BFE212B-1B10-4AAA-831D-18B773C66EB4}"/>
              </a:ext>
            </a:extLst>
          </p:cNvPr>
          <p:cNvSpPr>
            <a:spLocks noGrp="1"/>
          </p:cNvSpPr>
          <p:nvPr/>
        </p:nvSpPr>
        <p:spPr>
          <a:xfrm>
            <a:off x="6429375" y="1495425"/>
            <a:ext cx="2047875" cy="523875"/>
          </a:xfrm>
          <a:prstGeom prst="roundRect">
            <a:avLst>
              <a:gd name="adj" fmla="val 14545"/>
            </a:avLst>
          </a:prstGeom>
          <a:solidFill>
            <a:srgbClr val="EDE3F4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Leitura + dropout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3D9AFB-C0DA-4C7C-A44D-BF470D7452DA}"/>
              </a:ext>
            </a:extLst>
          </p:cNvPr>
          <p:cNvSpPr>
            <a:spLocks noGrp="1"/>
          </p:cNvSpPr>
          <p:nvPr/>
        </p:nvSpPr>
        <p:spPr>
          <a:xfrm>
            <a:off x="4191000" y="223837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0B2349"/>
                </a:solidFill>
              </a:defRPr>
            </a:defPPr>
            <a:lvl1pPr>
              <a:defRPr sz="1650" b="0">
                <a:solidFill>
                  <a:srgbClr val="0B2349"/>
                </a:solidFill>
              </a:defRPr>
            </a:lvl1pPr>
            <a:lvl2pPr>
              <a:defRPr sz="1650" b="0">
                <a:solidFill>
                  <a:srgbClr val="0B2349"/>
                </a:solidFill>
              </a:defRPr>
            </a:lvl2pPr>
            <a:lvl3pPr>
              <a:defRPr sz="1650" b="0">
                <a:solidFill>
                  <a:srgbClr val="0B2349"/>
                </a:solidFill>
              </a:defRPr>
            </a:lvl3pPr>
            <a:lvl4pPr>
              <a:defRPr sz="1650" b="0">
                <a:solidFill>
                  <a:srgbClr val="0B2349"/>
                </a:solidFill>
              </a:defRPr>
            </a:lvl4pPr>
            <a:lvl5pPr>
              <a:defRPr sz="1650" b="0">
                <a:solidFill>
                  <a:srgbClr val="0B2349"/>
                </a:solidFill>
              </a:defRPr>
            </a:lvl5pPr>
            <a:lvl6pPr>
              <a:defRPr sz="1650" b="0">
                <a:solidFill>
                  <a:srgbClr val="0B2349"/>
                </a:solidFill>
              </a:defRPr>
            </a:lvl6pPr>
            <a:lvl7pPr>
              <a:defRPr sz="1650" b="0">
                <a:solidFill>
                  <a:srgbClr val="0B2349"/>
                </a:solidFill>
              </a:defRPr>
            </a:lvl7pPr>
            <a:lvl8pPr>
              <a:defRPr sz="1650" b="0">
                <a:solidFill>
                  <a:srgbClr val="0B2349"/>
                </a:solidFill>
              </a:defRPr>
            </a:lvl8pPr>
            <a:lvl9pPr>
              <a:defRPr sz="1650" b="0">
                <a:solidFill>
                  <a:srgbClr val="0B2349"/>
                </a:solidFill>
              </a:defRPr>
            </a:lvl9pPr>
          </a:lstStyle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>
                <a:solidFill>
                  <a:srgbClr val="0B2349"/>
                </a:solidFill>
              </a:rPr>
              <a:t>Máscara 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3183BD-69E5-48D6-A945-2FA7973A1A83}"/>
              </a:ext>
            </a:extLst>
          </p:cNvPr>
          <p:cNvSpPr>
            <a:spLocks noGrp="1"/>
          </p:cNvSpPr>
          <p:nvPr/>
        </p:nvSpPr>
        <p:spPr>
          <a:xfrm>
            <a:off x="6477000" y="2238375"/>
            <a:ext cx="2047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4C2479"/>
                </a:solidFill>
              </a:defRPr>
            </a:defPPr>
            <a:lvl1pPr>
              <a:defRPr sz="1800" b="1">
                <a:solidFill>
                  <a:srgbClr val="4C2479"/>
                </a:solidFill>
              </a:defRPr>
            </a:lvl1pPr>
            <a:lvl2pPr>
              <a:defRPr sz="1800" b="1">
                <a:solidFill>
                  <a:srgbClr val="4C2479"/>
                </a:solidFill>
              </a:defRPr>
            </a:lvl2pPr>
            <a:lvl3pPr>
              <a:defRPr sz="1800" b="1">
                <a:solidFill>
                  <a:srgbClr val="4C2479"/>
                </a:solidFill>
              </a:defRPr>
            </a:lvl3pPr>
            <a:lvl4pPr>
              <a:defRPr sz="1800" b="1">
                <a:solidFill>
                  <a:srgbClr val="4C2479"/>
                </a:solidFill>
              </a:defRPr>
            </a:lvl4pPr>
            <a:lvl5pPr>
              <a:defRPr sz="1800" b="1">
                <a:solidFill>
                  <a:srgbClr val="4C2479"/>
                </a:solidFill>
              </a:defRPr>
            </a:lvl5pPr>
            <a:lvl6pPr>
              <a:defRPr sz="1800" b="1">
                <a:solidFill>
                  <a:srgbClr val="4C2479"/>
                </a:solidFill>
              </a:defRPr>
            </a:lvl6pPr>
            <a:lvl7pPr>
              <a:defRPr sz="1800" b="1">
                <a:solidFill>
                  <a:srgbClr val="4C2479"/>
                </a:solidFill>
              </a:defRPr>
            </a:lvl7pPr>
            <a:lvl8pPr>
              <a:defRPr sz="1800" b="1">
                <a:solidFill>
                  <a:srgbClr val="4C2479"/>
                </a:solidFill>
              </a:defRPr>
            </a:lvl8pPr>
            <a:lvl9pPr>
              <a:defRPr sz="1800" b="1">
                <a:solidFill>
                  <a:srgbClr val="4C2479"/>
                </a:solidFill>
              </a:defRPr>
            </a:lvl9pPr>
          </a:lstStyle>
          <a:p>
            <a:pPr>
              <a:defRPr sz="1800" b="1">
                <a:solidFill>
                  <a:srgbClr val="4C2479"/>
                </a:solidFill>
              </a:defRPr>
            </a:pPr>
            <a:r>
              <a:rPr sz="1800" b="1">
                <a:solidFill>
                  <a:srgbClr val="4C2479"/>
                </a:solidFill>
              </a:rPr>
              <a:t>q̂1 = 30 m³/s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246629-F4FB-45C7-A167-B7442C51F143}"/>
              </a:ext>
            </a:extLst>
          </p:cNvPr>
          <p:cNvSpPr>
            <a:spLocks noGrp="1"/>
          </p:cNvSpPr>
          <p:nvPr/>
        </p:nvSpPr>
        <p:spPr>
          <a:xfrm>
            <a:off x="4191000" y="26479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0B2349"/>
                </a:solidFill>
              </a:defRPr>
            </a:defPPr>
            <a:lvl1pPr>
              <a:defRPr sz="1650" b="0">
                <a:solidFill>
                  <a:srgbClr val="0B2349"/>
                </a:solidFill>
              </a:defRPr>
            </a:lvl1pPr>
            <a:lvl2pPr>
              <a:defRPr sz="1650" b="0">
                <a:solidFill>
                  <a:srgbClr val="0B2349"/>
                </a:solidFill>
              </a:defRPr>
            </a:lvl2pPr>
            <a:lvl3pPr>
              <a:defRPr sz="1650" b="0">
                <a:solidFill>
                  <a:srgbClr val="0B2349"/>
                </a:solidFill>
              </a:defRPr>
            </a:lvl3pPr>
            <a:lvl4pPr>
              <a:defRPr sz="1650" b="0">
                <a:solidFill>
                  <a:srgbClr val="0B2349"/>
                </a:solidFill>
              </a:defRPr>
            </a:lvl4pPr>
            <a:lvl5pPr>
              <a:defRPr sz="1650" b="0">
                <a:solidFill>
                  <a:srgbClr val="0B2349"/>
                </a:solidFill>
              </a:defRPr>
            </a:lvl5pPr>
            <a:lvl6pPr>
              <a:defRPr sz="1650" b="0">
                <a:solidFill>
                  <a:srgbClr val="0B2349"/>
                </a:solidFill>
              </a:defRPr>
            </a:lvl6pPr>
            <a:lvl7pPr>
              <a:defRPr sz="1650" b="0">
                <a:solidFill>
                  <a:srgbClr val="0B2349"/>
                </a:solidFill>
              </a:defRPr>
            </a:lvl7pPr>
            <a:lvl8pPr>
              <a:defRPr sz="1650" b="0">
                <a:solidFill>
                  <a:srgbClr val="0B2349"/>
                </a:solidFill>
              </a:defRPr>
            </a:lvl8pPr>
            <a:lvl9pPr>
              <a:defRPr sz="1650" b="0">
                <a:solidFill>
                  <a:srgbClr val="0B2349"/>
                </a:solidFill>
              </a:defRPr>
            </a:lvl9pPr>
          </a:lstStyle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>
                <a:solidFill>
                  <a:srgbClr val="0B2349"/>
                </a:solidFill>
              </a:rPr>
              <a:t>Máscara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7A7B957-281C-411D-B855-23BA61900B88}"/>
              </a:ext>
            </a:extLst>
          </p:cNvPr>
          <p:cNvSpPr>
            <a:spLocks noGrp="1"/>
          </p:cNvSpPr>
          <p:nvPr/>
        </p:nvSpPr>
        <p:spPr>
          <a:xfrm>
            <a:off x="6477000" y="2647950"/>
            <a:ext cx="2047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4C2479"/>
                </a:solidFill>
              </a:defRPr>
            </a:defPPr>
            <a:lvl1pPr>
              <a:defRPr sz="1800" b="1">
                <a:solidFill>
                  <a:srgbClr val="4C2479"/>
                </a:solidFill>
              </a:defRPr>
            </a:lvl1pPr>
            <a:lvl2pPr>
              <a:defRPr sz="1800" b="1">
                <a:solidFill>
                  <a:srgbClr val="4C2479"/>
                </a:solidFill>
              </a:defRPr>
            </a:lvl2pPr>
            <a:lvl3pPr>
              <a:defRPr sz="1800" b="1">
                <a:solidFill>
                  <a:srgbClr val="4C2479"/>
                </a:solidFill>
              </a:defRPr>
            </a:lvl3pPr>
            <a:lvl4pPr>
              <a:defRPr sz="1800" b="1">
                <a:solidFill>
                  <a:srgbClr val="4C2479"/>
                </a:solidFill>
              </a:defRPr>
            </a:lvl4pPr>
            <a:lvl5pPr>
              <a:defRPr sz="1800" b="1">
                <a:solidFill>
                  <a:srgbClr val="4C2479"/>
                </a:solidFill>
              </a:defRPr>
            </a:lvl5pPr>
            <a:lvl6pPr>
              <a:defRPr sz="1800" b="1">
                <a:solidFill>
                  <a:srgbClr val="4C2479"/>
                </a:solidFill>
              </a:defRPr>
            </a:lvl6pPr>
            <a:lvl7pPr>
              <a:defRPr sz="1800" b="1">
                <a:solidFill>
                  <a:srgbClr val="4C2479"/>
                </a:solidFill>
              </a:defRPr>
            </a:lvl7pPr>
            <a:lvl8pPr>
              <a:defRPr sz="1800" b="1">
                <a:solidFill>
                  <a:srgbClr val="4C2479"/>
                </a:solidFill>
              </a:defRPr>
            </a:lvl8pPr>
            <a:lvl9pPr>
              <a:defRPr sz="1800" b="1">
                <a:solidFill>
                  <a:srgbClr val="4C2479"/>
                </a:solidFill>
              </a:defRPr>
            </a:lvl9pPr>
          </a:lstStyle>
          <a:p>
            <a:pPr>
              <a:defRPr sz="1800" b="1">
                <a:solidFill>
                  <a:srgbClr val="4C2479"/>
                </a:solidFill>
              </a:defRPr>
            </a:pPr>
            <a:r>
              <a:rPr sz="1800" b="1">
                <a:solidFill>
                  <a:srgbClr val="4C2479"/>
                </a:solidFill>
              </a:rPr>
              <a:t>q̂2 = 35 m³/s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5842CE-F456-4B31-B3DB-AA1AA1BBECDF}"/>
              </a:ext>
            </a:extLst>
          </p:cNvPr>
          <p:cNvSpPr>
            <a:spLocks noGrp="1"/>
          </p:cNvSpPr>
          <p:nvPr/>
        </p:nvSpPr>
        <p:spPr>
          <a:xfrm>
            <a:off x="4191000" y="305752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0B2349"/>
                </a:solidFill>
              </a:defRPr>
            </a:defPPr>
            <a:lvl1pPr>
              <a:defRPr sz="1650" b="0">
                <a:solidFill>
                  <a:srgbClr val="0B2349"/>
                </a:solidFill>
              </a:defRPr>
            </a:lvl1pPr>
            <a:lvl2pPr>
              <a:defRPr sz="1650" b="0">
                <a:solidFill>
                  <a:srgbClr val="0B2349"/>
                </a:solidFill>
              </a:defRPr>
            </a:lvl2pPr>
            <a:lvl3pPr>
              <a:defRPr sz="1650" b="0">
                <a:solidFill>
                  <a:srgbClr val="0B2349"/>
                </a:solidFill>
              </a:defRPr>
            </a:lvl3pPr>
            <a:lvl4pPr>
              <a:defRPr sz="1650" b="0">
                <a:solidFill>
                  <a:srgbClr val="0B2349"/>
                </a:solidFill>
              </a:defRPr>
            </a:lvl4pPr>
            <a:lvl5pPr>
              <a:defRPr sz="1650" b="0">
                <a:solidFill>
                  <a:srgbClr val="0B2349"/>
                </a:solidFill>
              </a:defRPr>
            </a:lvl5pPr>
            <a:lvl6pPr>
              <a:defRPr sz="1650" b="0">
                <a:solidFill>
                  <a:srgbClr val="0B2349"/>
                </a:solidFill>
              </a:defRPr>
            </a:lvl6pPr>
            <a:lvl7pPr>
              <a:defRPr sz="1650" b="0">
                <a:solidFill>
                  <a:srgbClr val="0B2349"/>
                </a:solidFill>
              </a:defRPr>
            </a:lvl7pPr>
            <a:lvl8pPr>
              <a:defRPr sz="1650" b="0">
                <a:solidFill>
                  <a:srgbClr val="0B2349"/>
                </a:solidFill>
              </a:defRPr>
            </a:lvl8pPr>
            <a:lvl9pPr>
              <a:defRPr sz="1650" b="0">
                <a:solidFill>
                  <a:srgbClr val="0B2349"/>
                </a:solidFill>
              </a:defRPr>
            </a:lvl9pPr>
          </a:lstStyle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>
                <a:solidFill>
                  <a:srgbClr val="0B2349"/>
                </a:solidFill>
              </a:rPr>
              <a:t>Máscara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C0A0F5-85C3-4249-9FE5-92BC028B6A46}"/>
              </a:ext>
            </a:extLst>
          </p:cNvPr>
          <p:cNvSpPr>
            <a:spLocks noGrp="1"/>
          </p:cNvSpPr>
          <p:nvPr/>
        </p:nvSpPr>
        <p:spPr>
          <a:xfrm>
            <a:off x="6477000" y="3057525"/>
            <a:ext cx="2047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4C2479"/>
                </a:solidFill>
              </a:defRPr>
            </a:defPPr>
            <a:lvl1pPr>
              <a:defRPr sz="1800" b="1">
                <a:solidFill>
                  <a:srgbClr val="4C2479"/>
                </a:solidFill>
              </a:defRPr>
            </a:lvl1pPr>
            <a:lvl2pPr>
              <a:defRPr sz="1800" b="1">
                <a:solidFill>
                  <a:srgbClr val="4C2479"/>
                </a:solidFill>
              </a:defRPr>
            </a:lvl2pPr>
            <a:lvl3pPr>
              <a:defRPr sz="1800" b="1">
                <a:solidFill>
                  <a:srgbClr val="4C2479"/>
                </a:solidFill>
              </a:defRPr>
            </a:lvl3pPr>
            <a:lvl4pPr>
              <a:defRPr sz="1800" b="1">
                <a:solidFill>
                  <a:srgbClr val="4C2479"/>
                </a:solidFill>
              </a:defRPr>
            </a:lvl4pPr>
            <a:lvl5pPr>
              <a:defRPr sz="1800" b="1">
                <a:solidFill>
                  <a:srgbClr val="4C2479"/>
                </a:solidFill>
              </a:defRPr>
            </a:lvl5pPr>
            <a:lvl6pPr>
              <a:defRPr sz="1800" b="1">
                <a:solidFill>
                  <a:srgbClr val="4C2479"/>
                </a:solidFill>
              </a:defRPr>
            </a:lvl6pPr>
            <a:lvl7pPr>
              <a:defRPr sz="1800" b="1">
                <a:solidFill>
                  <a:srgbClr val="4C2479"/>
                </a:solidFill>
              </a:defRPr>
            </a:lvl7pPr>
            <a:lvl8pPr>
              <a:defRPr sz="1800" b="1">
                <a:solidFill>
                  <a:srgbClr val="4C2479"/>
                </a:solidFill>
              </a:defRPr>
            </a:lvl8pPr>
            <a:lvl9pPr>
              <a:defRPr sz="1800" b="1">
                <a:solidFill>
                  <a:srgbClr val="4C2479"/>
                </a:solidFill>
              </a:defRPr>
            </a:lvl9pPr>
          </a:lstStyle>
          <a:p>
            <a:pPr>
              <a:defRPr sz="1800" b="1">
                <a:solidFill>
                  <a:srgbClr val="4C2479"/>
                </a:solidFill>
              </a:defRPr>
            </a:pPr>
            <a:r>
              <a:rPr sz="1800" b="1">
                <a:solidFill>
                  <a:srgbClr val="4C2479"/>
                </a:solidFill>
              </a:rPr>
              <a:t>q̂3 = 40 m³/s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E4D4C72-6977-44E9-B4F0-DD7DB5A00985}"/>
              </a:ext>
            </a:extLst>
          </p:cNvPr>
          <p:cNvSpPr>
            <a:spLocks noGrp="1"/>
          </p:cNvSpPr>
          <p:nvPr/>
        </p:nvSpPr>
        <p:spPr>
          <a:xfrm>
            <a:off x="4191000" y="34671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0B2349"/>
                </a:solidFill>
              </a:defRPr>
            </a:defPPr>
            <a:lvl1pPr>
              <a:defRPr sz="1650" b="0">
                <a:solidFill>
                  <a:srgbClr val="0B2349"/>
                </a:solidFill>
              </a:defRPr>
            </a:lvl1pPr>
            <a:lvl2pPr>
              <a:defRPr sz="1650" b="0">
                <a:solidFill>
                  <a:srgbClr val="0B2349"/>
                </a:solidFill>
              </a:defRPr>
            </a:lvl2pPr>
            <a:lvl3pPr>
              <a:defRPr sz="1650" b="0">
                <a:solidFill>
                  <a:srgbClr val="0B2349"/>
                </a:solidFill>
              </a:defRPr>
            </a:lvl3pPr>
            <a:lvl4pPr>
              <a:defRPr sz="1650" b="0">
                <a:solidFill>
                  <a:srgbClr val="0B2349"/>
                </a:solidFill>
              </a:defRPr>
            </a:lvl4pPr>
            <a:lvl5pPr>
              <a:defRPr sz="1650" b="0">
                <a:solidFill>
                  <a:srgbClr val="0B2349"/>
                </a:solidFill>
              </a:defRPr>
            </a:lvl5pPr>
            <a:lvl6pPr>
              <a:defRPr sz="1650" b="0">
                <a:solidFill>
                  <a:srgbClr val="0B2349"/>
                </a:solidFill>
              </a:defRPr>
            </a:lvl6pPr>
            <a:lvl7pPr>
              <a:defRPr sz="1650" b="0">
                <a:solidFill>
                  <a:srgbClr val="0B2349"/>
                </a:solidFill>
              </a:defRPr>
            </a:lvl7pPr>
            <a:lvl8pPr>
              <a:defRPr sz="1650" b="0">
                <a:solidFill>
                  <a:srgbClr val="0B2349"/>
                </a:solidFill>
              </a:defRPr>
            </a:lvl8pPr>
            <a:lvl9pPr>
              <a:defRPr sz="1650" b="0">
                <a:solidFill>
                  <a:srgbClr val="0B2349"/>
                </a:solidFill>
              </a:defRPr>
            </a:lvl9pPr>
          </a:lstStyle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>
                <a:solidFill>
                  <a:srgbClr val="0B2349"/>
                </a:solidFill>
              </a:rPr>
              <a:t>Máscara 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E3C3F9-1F01-4FF3-A739-118196F082DE}"/>
              </a:ext>
            </a:extLst>
          </p:cNvPr>
          <p:cNvSpPr>
            <a:spLocks noGrp="1"/>
          </p:cNvSpPr>
          <p:nvPr/>
        </p:nvSpPr>
        <p:spPr>
          <a:xfrm>
            <a:off x="6477000" y="3467100"/>
            <a:ext cx="2047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4C2479"/>
                </a:solidFill>
              </a:defRPr>
            </a:defPPr>
            <a:lvl1pPr>
              <a:defRPr sz="1800" b="1">
                <a:solidFill>
                  <a:srgbClr val="4C2479"/>
                </a:solidFill>
              </a:defRPr>
            </a:lvl1pPr>
            <a:lvl2pPr>
              <a:defRPr sz="1800" b="1">
                <a:solidFill>
                  <a:srgbClr val="4C2479"/>
                </a:solidFill>
              </a:defRPr>
            </a:lvl2pPr>
            <a:lvl3pPr>
              <a:defRPr sz="1800" b="1">
                <a:solidFill>
                  <a:srgbClr val="4C2479"/>
                </a:solidFill>
              </a:defRPr>
            </a:lvl3pPr>
            <a:lvl4pPr>
              <a:defRPr sz="1800" b="1">
                <a:solidFill>
                  <a:srgbClr val="4C2479"/>
                </a:solidFill>
              </a:defRPr>
            </a:lvl4pPr>
            <a:lvl5pPr>
              <a:defRPr sz="1800" b="1">
                <a:solidFill>
                  <a:srgbClr val="4C2479"/>
                </a:solidFill>
              </a:defRPr>
            </a:lvl5pPr>
            <a:lvl6pPr>
              <a:defRPr sz="1800" b="1">
                <a:solidFill>
                  <a:srgbClr val="4C2479"/>
                </a:solidFill>
              </a:defRPr>
            </a:lvl6pPr>
            <a:lvl7pPr>
              <a:defRPr sz="1800" b="1">
                <a:solidFill>
                  <a:srgbClr val="4C2479"/>
                </a:solidFill>
              </a:defRPr>
            </a:lvl7pPr>
            <a:lvl8pPr>
              <a:defRPr sz="1800" b="1">
                <a:solidFill>
                  <a:srgbClr val="4C2479"/>
                </a:solidFill>
              </a:defRPr>
            </a:lvl8pPr>
            <a:lvl9pPr>
              <a:defRPr sz="1800" b="1">
                <a:solidFill>
                  <a:srgbClr val="4C2479"/>
                </a:solidFill>
              </a:defRPr>
            </a:lvl9pPr>
          </a:lstStyle>
          <a:p>
            <a:pPr>
              <a:defRPr sz="1800" b="1">
                <a:solidFill>
                  <a:srgbClr val="4C2479"/>
                </a:solidFill>
              </a:defRPr>
            </a:pPr>
            <a:r>
              <a:rPr sz="1800" b="1">
                <a:solidFill>
                  <a:srgbClr val="4C2479"/>
                </a:solidFill>
              </a:rPr>
              <a:t>q̂4 = 45 m³/s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1ACA94-EE8E-4050-B45A-3B7204A0FE3F}"/>
              </a:ext>
            </a:extLst>
          </p:cNvPr>
          <p:cNvSpPr>
            <a:spLocks noGrp="1"/>
          </p:cNvSpPr>
          <p:nvPr/>
        </p:nvSpPr>
        <p:spPr>
          <a:xfrm>
            <a:off x="4191000" y="387667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0B2349"/>
                </a:solidFill>
              </a:defRPr>
            </a:defPPr>
            <a:lvl1pPr>
              <a:defRPr sz="1650" b="0">
                <a:solidFill>
                  <a:srgbClr val="0B2349"/>
                </a:solidFill>
              </a:defRPr>
            </a:lvl1pPr>
            <a:lvl2pPr>
              <a:defRPr sz="1650" b="0">
                <a:solidFill>
                  <a:srgbClr val="0B2349"/>
                </a:solidFill>
              </a:defRPr>
            </a:lvl2pPr>
            <a:lvl3pPr>
              <a:defRPr sz="1650" b="0">
                <a:solidFill>
                  <a:srgbClr val="0B2349"/>
                </a:solidFill>
              </a:defRPr>
            </a:lvl3pPr>
            <a:lvl4pPr>
              <a:defRPr sz="1650" b="0">
                <a:solidFill>
                  <a:srgbClr val="0B2349"/>
                </a:solidFill>
              </a:defRPr>
            </a:lvl4pPr>
            <a:lvl5pPr>
              <a:defRPr sz="1650" b="0">
                <a:solidFill>
                  <a:srgbClr val="0B2349"/>
                </a:solidFill>
              </a:defRPr>
            </a:lvl5pPr>
            <a:lvl6pPr>
              <a:defRPr sz="1650" b="0">
                <a:solidFill>
                  <a:srgbClr val="0B2349"/>
                </a:solidFill>
              </a:defRPr>
            </a:lvl6pPr>
            <a:lvl7pPr>
              <a:defRPr sz="1650" b="0">
                <a:solidFill>
                  <a:srgbClr val="0B2349"/>
                </a:solidFill>
              </a:defRPr>
            </a:lvl7pPr>
            <a:lvl8pPr>
              <a:defRPr sz="1650" b="0">
                <a:solidFill>
                  <a:srgbClr val="0B2349"/>
                </a:solidFill>
              </a:defRPr>
            </a:lvl8pPr>
            <a:lvl9pPr>
              <a:defRPr sz="1650" b="0">
                <a:solidFill>
                  <a:srgbClr val="0B2349"/>
                </a:solidFill>
              </a:defRPr>
            </a:lvl9pPr>
          </a:lstStyle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>
                <a:solidFill>
                  <a:srgbClr val="0B2349"/>
                </a:solidFill>
              </a:rPr>
              <a:t>Máscara 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1F9AA7-F71A-43F9-B8E5-6133F4B1B748}"/>
              </a:ext>
            </a:extLst>
          </p:cNvPr>
          <p:cNvSpPr>
            <a:spLocks noGrp="1"/>
          </p:cNvSpPr>
          <p:nvPr/>
        </p:nvSpPr>
        <p:spPr>
          <a:xfrm>
            <a:off x="6477000" y="3876675"/>
            <a:ext cx="2047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4C2479"/>
                </a:solidFill>
              </a:defRPr>
            </a:defPPr>
            <a:lvl1pPr>
              <a:defRPr sz="1800" b="1">
                <a:solidFill>
                  <a:srgbClr val="4C2479"/>
                </a:solidFill>
              </a:defRPr>
            </a:lvl1pPr>
            <a:lvl2pPr>
              <a:defRPr sz="1800" b="1">
                <a:solidFill>
                  <a:srgbClr val="4C2479"/>
                </a:solidFill>
              </a:defRPr>
            </a:lvl2pPr>
            <a:lvl3pPr>
              <a:defRPr sz="1800" b="1">
                <a:solidFill>
                  <a:srgbClr val="4C2479"/>
                </a:solidFill>
              </a:defRPr>
            </a:lvl3pPr>
            <a:lvl4pPr>
              <a:defRPr sz="1800" b="1">
                <a:solidFill>
                  <a:srgbClr val="4C2479"/>
                </a:solidFill>
              </a:defRPr>
            </a:lvl4pPr>
            <a:lvl5pPr>
              <a:defRPr sz="1800" b="1">
                <a:solidFill>
                  <a:srgbClr val="4C2479"/>
                </a:solidFill>
              </a:defRPr>
            </a:lvl5pPr>
            <a:lvl6pPr>
              <a:defRPr sz="1800" b="1">
                <a:solidFill>
                  <a:srgbClr val="4C2479"/>
                </a:solidFill>
              </a:defRPr>
            </a:lvl6pPr>
            <a:lvl7pPr>
              <a:defRPr sz="1800" b="1">
                <a:solidFill>
                  <a:srgbClr val="4C2479"/>
                </a:solidFill>
              </a:defRPr>
            </a:lvl7pPr>
            <a:lvl8pPr>
              <a:defRPr sz="1800" b="1">
                <a:solidFill>
                  <a:srgbClr val="4C2479"/>
                </a:solidFill>
              </a:defRPr>
            </a:lvl8pPr>
            <a:lvl9pPr>
              <a:defRPr sz="1800" b="1">
                <a:solidFill>
                  <a:srgbClr val="4C2479"/>
                </a:solidFill>
              </a:defRPr>
            </a:lvl9pPr>
          </a:lstStyle>
          <a:p>
            <a:pPr>
              <a:defRPr sz="1800" b="1">
                <a:solidFill>
                  <a:srgbClr val="4C2479"/>
                </a:solidFill>
              </a:defRPr>
            </a:pPr>
            <a:r>
              <a:rPr sz="1800" b="1">
                <a:solidFill>
                  <a:srgbClr val="4C2479"/>
                </a:solidFill>
              </a:rPr>
              <a:t>q̂5 = 50 m³/s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57C629-C654-4A0E-80D4-076F81085A9D}"/>
              </a:ext>
            </a:extLst>
          </p:cNvPr>
          <p:cNvSpPr>
            <a:spLocks noGrp="1"/>
          </p:cNvSpPr>
          <p:nvPr/>
        </p:nvSpPr>
        <p:spPr>
          <a:xfrm>
            <a:off x="8905875" y="1504950"/>
            <a:ext cx="3048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24B78"/>
                </a:solidFill>
              </a:defRPr>
            </a:defPPr>
            <a:lvl1pPr>
              <a:defRPr sz="1725" b="1">
                <a:solidFill>
                  <a:srgbClr val="124B78"/>
                </a:solidFill>
              </a:defRPr>
            </a:lvl1pPr>
            <a:lvl2pPr>
              <a:defRPr sz="1725" b="1">
                <a:solidFill>
                  <a:srgbClr val="124B78"/>
                </a:solidFill>
              </a:defRPr>
            </a:lvl2pPr>
            <a:lvl3pPr>
              <a:defRPr sz="1725" b="1">
                <a:solidFill>
                  <a:srgbClr val="124B78"/>
                </a:solidFill>
              </a:defRPr>
            </a:lvl3pPr>
            <a:lvl4pPr>
              <a:defRPr sz="1725" b="1">
                <a:solidFill>
                  <a:srgbClr val="124B78"/>
                </a:solidFill>
              </a:defRPr>
            </a:lvl4pPr>
            <a:lvl5pPr>
              <a:defRPr sz="1725" b="1">
                <a:solidFill>
                  <a:srgbClr val="124B78"/>
                </a:solidFill>
              </a:defRPr>
            </a:lvl5pPr>
            <a:lvl6pPr>
              <a:defRPr sz="1725" b="1">
                <a:solidFill>
                  <a:srgbClr val="124B78"/>
                </a:solidFill>
              </a:defRPr>
            </a:lvl6pPr>
            <a:lvl7pPr>
              <a:defRPr sz="1725" b="1">
                <a:solidFill>
                  <a:srgbClr val="124B78"/>
                </a:solidFill>
              </a:defRPr>
            </a:lvl7pPr>
            <a:lvl8pPr>
              <a:defRPr sz="1725" b="1">
                <a:solidFill>
                  <a:srgbClr val="124B78"/>
                </a:solidFill>
              </a:defRPr>
            </a:lvl8pPr>
            <a:lvl9pPr>
              <a:defRPr sz="1725" b="1">
                <a:solidFill>
                  <a:srgbClr val="124B78"/>
                </a:solidFill>
              </a:defRPr>
            </a:lvl9pPr>
          </a:lstStyle>
          <a:p>
            <a:pPr>
              <a:defRPr sz="1725" b="1">
                <a:solidFill>
                  <a:srgbClr val="124B78"/>
                </a:solidFill>
              </a:defRPr>
            </a:pPr>
            <a:r>
              <a:rPr sz="1725" b="1">
                <a:solidFill>
                  <a:srgbClr val="124B78"/>
                </a:solidFill>
              </a:rPr>
              <a:t>1  Repetir a inferência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1A51C21-4B91-4BA4-AFE7-1DAC9B3E8027}"/>
              </a:ext>
            </a:extLst>
          </p:cNvPr>
          <p:cNvSpPr>
            <a:spLocks noGrp="1"/>
          </p:cNvSpPr>
          <p:nvPr/>
        </p:nvSpPr>
        <p:spPr>
          <a:xfrm>
            <a:off x="8905875" y="1785841"/>
            <a:ext cx="304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0B2349"/>
                </a:solidFill>
              </a:defRPr>
            </a:defPPr>
            <a:lvl1pPr>
              <a:defRPr sz="1650" b="0">
                <a:solidFill>
                  <a:srgbClr val="0B2349"/>
                </a:solidFill>
              </a:defRPr>
            </a:lvl1pPr>
            <a:lvl2pPr>
              <a:defRPr sz="1650" b="0">
                <a:solidFill>
                  <a:srgbClr val="0B2349"/>
                </a:solidFill>
              </a:defRPr>
            </a:lvl2pPr>
            <a:lvl3pPr>
              <a:defRPr sz="1650" b="0">
                <a:solidFill>
                  <a:srgbClr val="0B2349"/>
                </a:solidFill>
              </a:defRPr>
            </a:lvl3pPr>
            <a:lvl4pPr>
              <a:defRPr sz="1650" b="0">
                <a:solidFill>
                  <a:srgbClr val="0B2349"/>
                </a:solidFill>
              </a:defRPr>
            </a:lvl4pPr>
            <a:lvl5pPr>
              <a:defRPr sz="1650" b="0">
                <a:solidFill>
                  <a:srgbClr val="0B2349"/>
                </a:solidFill>
              </a:defRPr>
            </a:lvl5pPr>
            <a:lvl6pPr>
              <a:defRPr sz="1650" b="0">
                <a:solidFill>
                  <a:srgbClr val="0B2349"/>
                </a:solidFill>
              </a:defRPr>
            </a:lvl6pPr>
            <a:lvl7pPr>
              <a:defRPr sz="1650" b="0">
                <a:solidFill>
                  <a:srgbClr val="0B2349"/>
                </a:solidFill>
              </a:defRPr>
            </a:lvl7pPr>
            <a:lvl8pPr>
              <a:defRPr sz="1650" b="0">
                <a:solidFill>
                  <a:srgbClr val="0B2349"/>
                </a:solidFill>
              </a:defRPr>
            </a:lvl8pPr>
            <a:lvl9pPr>
              <a:defRPr sz="1650" b="0">
                <a:solidFill>
                  <a:srgbClr val="0B2349"/>
                </a:solidFill>
              </a:defRPr>
            </a:lvl9pPr>
          </a:lstStyle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 dirty="0" err="1">
                <a:solidFill>
                  <a:srgbClr val="0B2349"/>
                </a:solidFill>
              </a:rPr>
              <a:t>Mesma</a:t>
            </a:r>
            <a:r>
              <a:rPr sz="1650" b="0" dirty="0">
                <a:solidFill>
                  <a:srgbClr val="0B2349"/>
                </a:solidFill>
              </a:rPr>
              <a:t> </a:t>
            </a:r>
            <a:r>
              <a:rPr sz="1650" b="0" dirty="0" err="1">
                <a:solidFill>
                  <a:srgbClr val="0B2349"/>
                </a:solidFill>
              </a:rPr>
              <a:t>janela</a:t>
            </a:r>
            <a:r>
              <a:rPr sz="1650" b="0" dirty="0">
                <a:solidFill>
                  <a:srgbClr val="0B2349"/>
                </a:solidFill>
              </a:rPr>
              <a:t>, </a:t>
            </a:r>
            <a:r>
              <a:rPr sz="1650" b="0" dirty="0" err="1">
                <a:solidFill>
                  <a:srgbClr val="0B2349"/>
                </a:solidFill>
              </a:rPr>
              <a:t>novas</a:t>
            </a:r>
            <a:endParaRPr sz="1650" b="0" dirty="0">
              <a:solidFill>
                <a:srgbClr val="0B2349"/>
              </a:solidFill>
            </a:endParaRPr>
          </a:p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 dirty="0" err="1">
                <a:solidFill>
                  <a:srgbClr val="0B2349"/>
                </a:solidFill>
              </a:rPr>
              <a:t>máscaras</a:t>
            </a:r>
            <a:r>
              <a:rPr sz="1650" b="0" dirty="0">
                <a:solidFill>
                  <a:srgbClr val="0B2349"/>
                </a:solidFill>
              </a:rPr>
              <a:t> de dropout.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5BD96B4-5B4B-4DDC-9929-A78441D30EE8}"/>
              </a:ext>
            </a:extLst>
          </p:cNvPr>
          <p:cNvSpPr>
            <a:spLocks noGrp="1"/>
          </p:cNvSpPr>
          <p:nvPr/>
        </p:nvSpPr>
        <p:spPr>
          <a:xfrm>
            <a:off x="8905875" y="2571750"/>
            <a:ext cx="3048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24B78"/>
                </a:solidFill>
              </a:defRPr>
            </a:defPPr>
            <a:lvl1pPr>
              <a:defRPr sz="1725" b="1">
                <a:solidFill>
                  <a:srgbClr val="124B78"/>
                </a:solidFill>
              </a:defRPr>
            </a:lvl1pPr>
            <a:lvl2pPr>
              <a:defRPr sz="1725" b="1">
                <a:solidFill>
                  <a:srgbClr val="124B78"/>
                </a:solidFill>
              </a:defRPr>
            </a:lvl2pPr>
            <a:lvl3pPr>
              <a:defRPr sz="1725" b="1">
                <a:solidFill>
                  <a:srgbClr val="124B78"/>
                </a:solidFill>
              </a:defRPr>
            </a:lvl3pPr>
            <a:lvl4pPr>
              <a:defRPr sz="1725" b="1">
                <a:solidFill>
                  <a:srgbClr val="124B78"/>
                </a:solidFill>
              </a:defRPr>
            </a:lvl4pPr>
            <a:lvl5pPr>
              <a:defRPr sz="1725" b="1">
                <a:solidFill>
                  <a:srgbClr val="124B78"/>
                </a:solidFill>
              </a:defRPr>
            </a:lvl5pPr>
            <a:lvl6pPr>
              <a:defRPr sz="1725" b="1">
                <a:solidFill>
                  <a:srgbClr val="124B78"/>
                </a:solidFill>
              </a:defRPr>
            </a:lvl6pPr>
            <a:lvl7pPr>
              <a:defRPr sz="1725" b="1">
                <a:solidFill>
                  <a:srgbClr val="124B78"/>
                </a:solidFill>
              </a:defRPr>
            </a:lvl7pPr>
            <a:lvl8pPr>
              <a:defRPr sz="1725" b="1">
                <a:solidFill>
                  <a:srgbClr val="124B78"/>
                </a:solidFill>
              </a:defRPr>
            </a:lvl8pPr>
            <a:lvl9pPr>
              <a:defRPr sz="1725" b="1">
                <a:solidFill>
                  <a:srgbClr val="124B78"/>
                </a:solidFill>
              </a:defRPr>
            </a:lvl9pPr>
          </a:lstStyle>
          <a:p>
            <a:pPr>
              <a:defRPr sz="1725" b="1">
                <a:solidFill>
                  <a:srgbClr val="124B78"/>
                </a:solidFill>
              </a:defRPr>
            </a:pPr>
            <a:r>
              <a:rPr sz="1725" b="1">
                <a:solidFill>
                  <a:srgbClr val="124B78"/>
                </a:solidFill>
              </a:rPr>
              <a:t>2  Reunir as saídas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B003D08-FF63-434A-A33A-57761E24B8AB}"/>
              </a:ext>
            </a:extLst>
          </p:cNvPr>
          <p:cNvSpPr>
            <a:spLocks noGrp="1"/>
          </p:cNvSpPr>
          <p:nvPr/>
        </p:nvSpPr>
        <p:spPr>
          <a:xfrm>
            <a:off x="8905875" y="2840367"/>
            <a:ext cx="304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0B2349"/>
                </a:solidFill>
              </a:defRPr>
            </a:defPPr>
            <a:lvl1pPr>
              <a:defRPr sz="1650" b="0">
                <a:solidFill>
                  <a:srgbClr val="0B2349"/>
                </a:solidFill>
              </a:defRPr>
            </a:lvl1pPr>
            <a:lvl2pPr>
              <a:defRPr sz="1650" b="0">
                <a:solidFill>
                  <a:srgbClr val="0B2349"/>
                </a:solidFill>
              </a:defRPr>
            </a:lvl2pPr>
            <a:lvl3pPr>
              <a:defRPr sz="1650" b="0">
                <a:solidFill>
                  <a:srgbClr val="0B2349"/>
                </a:solidFill>
              </a:defRPr>
            </a:lvl3pPr>
            <a:lvl4pPr>
              <a:defRPr sz="1650" b="0">
                <a:solidFill>
                  <a:srgbClr val="0B2349"/>
                </a:solidFill>
              </a:defRPr>
            </a:lvl4pPr>
            <a:lvl5pPr>
              <a:defRPr sz="1650" b="0">
                <a:solidFill>
                  <a:srgbClr val="0B2349"/>
                </a:solidFill>
              </a:defRPr>
            </a:lvl5pPr>
            <a:lvl6pPr>
              <a:defRPr sz="1650" b="0">
                <a:solidFill>
                  <a:srgbClr val="0B2349"/>
                </a:solidFill>
              </a:defRPr>
            </a:lvl6pPr>
            <a:lvl7pPr>
              <a:defRPr sz="1650" b="0">
                <a:solidFill>
                  <a:srgbClr val="0B2349"/>
                </a:solidFill>
              </a:defRPr>
            </a:lvl7pPr>
            <a:lvl8pPr>
              <a:defRPr sz="1650" b="0">
                <a:solidFill>
                  <a:srgbClr val="0B2349"/>
                </a:solidFill>
              </a:defRPr>
            </a:lvl8pPr>
            <a:lvl9pPr>
              <a:defRPr sz="1650" b="0">
                <a:solidFill>
                  <a:srgbClr val="0B2349"/>
                </a:solidFill>
              </a:defRPr>
            </a:lvl9pPr>
          </a:lstStyle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 dirty="0">
                <a:solidFill>
                  <a:srgbClr val="0B2349"/>
                </a:solidFill>
              </a:rPr>
              <a:t>Cada </a:t>
            </a:r>
            <a:r>
              <a:rPr sz="1650" b="0" dirty="0" err="1">
                <a:solidFill>
                  <a:srgbClr val="0B2349"/>
                </a:solidFill>
              </a:rPr>
              <a:t>passagem</a:t>
            </a:r>
            <a:r>
              <a:rPr sz="1650" b="0" dirty="0">
                <a:solidFill>
                  <a:srgbClr val="0B2349"/>
                </a:solidFill>
              </a:rPr>
              <a:t> </a:t>
            </a:r>
            <a:r>
              <a:rPr sz="1650" b="0" dirty="0" err="1">
                <a:solidFill>
                  <a:srgbClr val="0B2349"/>
                </a:solidFill>
              </a:rPr>
              <a:t>produz</a:t>
            </a:r>
            <a:endParaRPr sz="1650" b="0" dirty="0">
              <a:solidFill>
                <a:srgbClr val="0B2349"/>
              </a:solidFill>
            </a:endParaRPr>
          </a:p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 dirty="0" err="1">
                <a:solidFill>
                  <a:srgbClr val="0B2349"/>
                </a:solidFill>
              </a:rPr>
              <a:t>uma</a:t>
            </a:r>
            <a:r>
              <a:rPr sz="1650" b="0" dirty="0">
                <a:solidFill>
                  <a:srgbClr val="0B2349"/>
                </a:solidFill>
              </a:rPr>
              <a:t> </a:t>
            </a:r>
            <a:r>
              <a:rPr sz="1650" b="0" dirty="0" err="1">
                <a:solidFill>
                  <a:srgbClr val="0B2349"/>
                </a:solidFill>
              </a:rPr>
              <a:t>previsão</a:t>
            </a:r>
            <a:r>
              <a:rPr sz="1650" b="0" dirty="0">
                <a:solidFill>
                  <a:srgbClr val="0B2349"/>
                </a:solidFill>
              </a:rPr>
              <a:t> </a:t>
            </a:r>
            <a:r>
              <a:rPr sz="1650" b="0" dirty="0" err="1">
                <a:solidFill>
                  <a:srgbClr val="0B2349"/>
                </a:solidFill>
              </a:rPr>
              <a:t>pontual</a:t>
            </a:r>
            <a:r>
              <a:rPr sz="1650" b="0" dirty="0">
                <a:solidFill>
                  <a:srgbClr val="0B2349"/>
                </a:solidFill>
              </a:rPr>
              <a:t>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9C1AA20-589F-4A53-9EB6-6FE0CB04618B}"/>
              </a:ext>
            </a:extLst>
          </p:cNvPr>
          <p:cNvSpPr>
            <a:spLocks noGrp="1"/>
          </p:cNvSpPr>
          <p:nvPr/>
        </p:nvSpPr>
        <p:spPr>
          <a:xfrm>
            <a:off x="8905875" y="3638550"/>
            <a:ext cx="3048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24B78"/>
                </a:solidFill>
              </a:defRPr>
            </a:defPPr>
            <a:lvl1pPr>
              <a:defRPr sz="1725" b="1">
                <a:solidFill>
                  <a:srgbClr val="124B78"/>
                </a:solidFill>
              </a:defRPr>
            </a:lvl1pPr>
            <a:lvl2pPr>
              <a:defRPr sz="1725" b="1">
                <a:solidFill>
                  <a:srgbClr val="124B78"/>
                </a:solidFill>
              </a:defRPr>
            </a:lvl2pPr>
            <a:lvl3pPr>
              <a:defRPr sz="1725" b="1">
                <a:solidFill>
                  <a:srgbClr val="124B78"/>
                </a:solidFill>
              </a:defRPr>
            </a:lvl3pPr>
            <a:lvl4pPr>
              <a:defRPr sz="1725" b="1">
                <a:solidFill>
                  <a:srgbClr val="124B78"/>
                </a:solidFill>
              </a:defRPr>
            </a:lvl4pPr>
            <a:lvl5pPr>
              <a:defRPr sz="1725" b="1">
                <a:solidFill>
                  <a:srgbClr val="124B78"/>
                </a:solidFill>
              </a:defRPr>
            </a:lvl5pPr>
            <a:lvl6pPr>
              <a:defRPr sz="1725" b="1">
                <a:solidFill>
                  <a:srgbClr val="124B78"/>
                </a:solidFill>
              </a:defRPr>
            </a:lvl6pPr>
            <a:lvl7pPr>
              <a:defRPr sz="1725" b="1">
                <a:solidFill>
                  <a:srgbClr val="124B78"/>
                </a:solidFill>
              </a:defRPr>
            </a:lvl7pPr>
            <a:lvl8pPr>
              <a:defRPr sz="1725" b="1">
                <a:solidFill>
                  <a:srgbClr val="124B78"/>
                </a:solidFill>
              </a:defRPr>
            </a:lvl8pPr>
            <a:lvl9pPr>
              <a:defRPr sz="1725" b="1">
                <a:solidFill>
                  <a:srgbClr val="124B78"/>
                </a:solidFill>
              </a:defRPr>
            </a:lvl9pPr>
          </a:lstStyle>
          <a:p>
            <a:pPr>
              <a:defRPr sz="1725" b="1">
                <a:solidFill>
                  <a:srgbClr val="124B78"/>
                </a:solidFill>
              </a:defRPr>
            </a:pPr>
            <a:r>
              <a:rPr sz="1725" b="1">
                <a:solidFill>
                  <a:srgbClr val="124B78"/>
                </a:solidFill>
              </a:rPr>
              <a:t>3  Resumir a dispersão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3671648-2436-4BE9-848C-D70A649D5891}"/>
              </a:ext>
            </a:extLst>
          </p:cNvPr>
          <p:cNvSpPr>
            <a:spLocks noGrp="1"/>
          </p:cNvSpPr>
          <p:nvPr/>
        </p:nvSpPr>
        <p:spPr>
          <a:xfrm>
            <a:off x="8905875" y="3927017"/>
            <a:ext cx="304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0B2349"/>
                </a:solidFill>
              </a:defRPr>
            </a:defPPr>
            <a:lvl1pPr>
              <a:defRPr sz="1650" b="0">
                <a:solidFill>
                  <a:srgbClr val="0B2349"/>
                </a:solidFill>
              </a:defRPr>
            </a:lvl1pPr>
            <a:lvl2pPr>
              <a:defRPr sz="1650" b="0">
                <a:solidFill>
                  <a:srgbClr val="0B2349"/>
                </a:solidFill>
              </a:defRPr>
            </a:lvl2pPr>
            <a:lvl3pPr>
              <a:defRPr sz="1650" b="0">
                <a:solidFill>
                  <a:srgbClr val="0B2349"/>
                </a:solidFill>
              </a:defRPr>
            </a:lvl3pPr>
            <a:lvl4pPr>
              <a:defRPr sz="1650" b="0">
                <a:solidFill>
                  <a:srgbClr val="0B2349"/>
                </a:solidFill>
              </a:defRPr>
            </a:lvl4pPr>
            <a:lvl5pPr>
              <a:defRPr sz="1650" b="0">
                <a:solidFill>
                  <a:srgbClr val="0B2349"/>
                </a:solidFill>
              </a:defRPr>
            </a:lvl5pPr>
            <a:lvl6pPr>
              <a:defRPr sz="1650" b="0">
                <a:solidFill>
                  <a:srgbClr val="0B2349"/>
                </a:solidFill>
              </a:defRPr>
            </a:lvl6pPr>
            <a:lvl7pPr>
              <a:defRPr sz="1650" b="0">
                <a:solidFill>
                  <a:srgbClr val="0B2349"/>
                </a:solidFill>
              </a:defRPr>
            </a:lvl7pPr>
            <a:lvl8pPr>
              <a:defRPr sz="1650" b="0">
                <a:solidFill>
                  <a:srgbClr val="0B2349"/>
                </a:solidFill>
              </a:defRPr>
            </a:lvl8pPr>
            <a:lvl9pPr>
              <a:defRPr sz="1650" b="0">
                <a:solidFill>
                  <a:srgbClr val="0B2349"/>
                </a:solidFill>
              </a:defRPr>
            </a:lvl9pPr>
          </a:lstStyle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 dirty="0" err="1">
                <a:solidFill>
                  <a:srgbClr val="0B2349"/>
                </a:solidFill>
              </a:rPr>
              <a:t>Calcular</a:t>
            </a:r>
            <a:r>
              <a:rPr sz="1650" b="0" dirty="0">
                <a:solidFill>
                  <a:srgbClr val="0B2349"/>
                </a:solidFill>
              </a:rPr>
              <a:t> </a:t>
            </a:r>
            <a:r>
              <a:rPr sz="1650" b="0" dirty="0" err="1">
                <a:solidFill>
                  <a:srgbClr val="0B2349"/>
                </a:solidFill>
              </a:rPr>
              <a:t>média</a:t>
            </a:r>
            <a:r>
              <a:rPr sz="1650" b="0" dirty="0">
                <a:solidFill>
                  <a:srgbClr val="0B2349"/>
                </a:solidFill>
              </a:rPr>
              <a:t>, </a:t>
            </a:r>
            <a:r>
              <a:rPr sz="1650" b="0" dirty="0" err="1">
                <a:solidFill>
                  <a:srgbClr val="0B2349"/>
                </a:solidFill>
              </a:rPr>
              <a:t>desvio</a:t>
            </a:r>
            <a:endParaRPr sz="1650" b="0" dirty="0">
              <a:solidFill>
                <a:srgbClr val="0B2349"/>
              </a:solidFill>
            </a:endParaRPr>
          </a:p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 dirty="0">
                <a:solidFill>
                  <a:srgbClr val="0B2349"/>
                </a:solidFill>
              </a:rPr>
              <a:t>e </a:t>
            </a:r>
            <a:r>
              <a:rPr sz="1650" b="0" dirty="0" err="1">
                <a:solidFill>
                  <a:srgbClr val="0B2349"/>
                </a:solidFill>
              </a:rPr>
              <a:t>quantis</a:t>
            </a:r>
            <a:r>
              <a:rPr sz="1650" b="0" dirty="0">
                <a:solidFill>
                  <a:srgbClr val="0B2349"/>
                </a:solidFill>
              </a:rPr>
              <a:t> das </a:t>
            </a:r>
            <a:r>
              <a:rPr sz="1650" b="0" dirty="0" err="1">
                <a:solidFill>
                  <a:srgbClr val="0B2349"/>
                </a:solidFill>
              </a:rPr>
              <a:t>saídas</a:t>
            </a:r>
            <a:r>
              <a:rPr sz="1650" b="0" dirty="0">
                <a:solidFill>
                  <a:srgbClr val="0B2349"/>
                </a:solidFill>
              </a:rPr>
              <a:t>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983CAA1-5BAE-4373-924B-5959124FC829}"/>
              </a:ext>
            </a:extLst>
          </p:cNvPr>
          <p:cNvSpPr>
            <a:spLocks noGrp="1"/>
          </p:cNvSpPr>
          <p:nvPr/>
        </p:nvSpPr>
        <p:spPr>
          <a:xfrm>
            <a:off x="238125" y="4914900"/>
            <a:ext cx="11525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0A2C4D"/>
                </a:solidFill>
              </a:defRPr>
            </a:defPPr>
            <a:lvl1pPr>
              <a:defRPr sz="1950" b="1">
                <a:solidFill>
                  <a:srgbClr val="0A2C4D"/>
                </a:solidFill>
              </a:defRPr>
            </a:lvl1pPr>
            <a:lvl2pPr>
              <a:defRPr sz="1950" b="1">
                <a:solidFill>
                  <a:srgbClr val="0A2C4D"/>
                </a:solidFill>
              </a:defRPr>
            </a:lvl2pPr>
            <a:lvl3pPr>
              <a:defRPr sz="1950" b="1">
                <a:solidFill>
                  <a:srgbClr val="0A2C4D"/>
                </a:solidFill>
              </a:defRPr>
            </a:lvl3pPr>
            <a:lvl4pPr>
              <a:defRPr sz="1950" b="1">
                <a:solidFill>
                  <a:srgbClr val="0A2C4D"/>
                </a:solidFill>
              </a:defRPr>
            </a:lvl4pPr>
            <a:lvl5pPr>
              <a:defRPr sz="1950" b="1">
                <a:solidFill>
                  <a:srgbClr val="0A2C4D"/>
                </a:solidFill>
              </a:defRPr>
            </a:lvl5pPr>
            <a:lvl6pPr>
              <a:defRPr sz="1950" b="1">
                <a:solidFill>
                  <a:srgbClr val="0A2C4D"/>
                </a:solidFill>
              </a:defRPr>
            </a:lvl6pPr>
            <a:lvl7pPr>
              <a:defRPr sz="1950" b="1">
                <a:solidFill>
                  <a:srgbClr val="0A2C4D"/>
                </a:solidFill>
              </a:defRPr>
            </a:lvl7pPr>
            <a:lvl8pPr>
              <a:defRPr sz="1950" b="1">
                <a:solidFill>
                  <a:srgbClr val="0A2C4D"/>
                </a:solidFill>
              </a:defRPr>
            </a:lvl8pPr>
            <a:lvl9pPr>
              <a:defRPr sz="1950" b="1">
                <a:solidFill>
                  <a:srgbClr val="0A2C4D"/>
                </a:solidFill>
              </a:defRPr>
            </a:lvl9pPr>
          </a:lstStyle>
          <a:p>
            <a:pPr>
              <a:defRPr sz="1950" b="1">
                <a:solidFill>
                  <a:srgbClr val="0A2C4D"/>
                </a:solidFill>
              </a:defRPr>
            </a:pPr>
            <a:r>
              <a:rPr sz="1950" b="1">
                <a:solidFill>
                  <a:srgbClr val="0A2C4D"/>
                </a:solidFill>
              </a:rPr>
              <a:t>Exemplo numérico para uma janela e um horizonte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F434F01-83EB-40EF-9FC1-6D51501AC66A}"/>
              </a:ext>
            </a:extLst>
          </p:cNvPr>
          <p:cNvSpPr>
            <a:spLocks noGrp="1"/>
          </p:cNvSpPr>
          <p:nvPr/>
        </p:nvSpPr>
        <p:spPr>
          <a:xfrm>
            <a:off x="409575" y="53530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Cinco vazões (m³/s)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EC0EAC5-0A9A-490D-9A2A-C4CBDF29BB50}"/>
              </a:ext>
            </a:extLst>
          </p:cNvPr>
          <p:cNvSpPr>
            <a:spLocks noGrp="1"/>
          </p:cNvSpPr>
          <p:nvPr/>
        </p:nvSpPr>
        <p:spPr>
          <a:xfrm>
            <a:off x="409575" y="5762625"/>
            <a:ext cx="3048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0B2349"/>
                </a:solidFill>
              </a:defRPr>
            </a:defPPr>
            <a:lvl1pPr>
              <a:defRPr sz="2175" b="0">
                <a:solidFill>
                  <a:srgbClr val="0B2349"/>
                </a:solidFill>
              </a:defRPr>
            </a:lvl1pPr>
            <a:lvl2pPr>
              <a:defRPr sz="2175" b="0">
                <a:solidFill>
                  <a:srgbClr val="0B2349"/>
                </a:solidFill>
              </a:defRPr>
            </a:lvl2pPr>
            <a:lvl3pPr>
              <a:defRPr sz="2175" b="0">
                <a:solidFill>
                  <a:srgbClr val="0B2349"/>
                </a:solidFill>
              </a:defRPr>
            </a:lvl3pPr>
            <a:lvl4pPr>
              <a:defRPr sz="2175" b="0">
                <a:solidFill>
                  <a:srgbClr val="0B2349"/>
                </a:solidFill>
              </a:defRPr>
            </a:lvl4pPr>
            <a:lvl5pPr>
              <a:defRPr sz="2175" b="0">
                <a:solidFill>
                  <a:srgbClr val="0B2349"/>
                </a:solidFill>
              </a:defRPr>
            </a:lvl5pPr>
            <a:lvl6pPr>
              <a:defRPr sz="2175" b="0">
                <a:solidFill>
                  <a:srgbClr val="0B2349"/>
                </a:solidFill>
              </a:defRPr>
            </a:lvl6pPr>
            <a:lvl7pPr>
              <a:defRPr sz="2175" b="0">
                <a:solidFill>
                  <a:srgbClr val="0B2349"/>
                </a:solidFill>
              </a:defRPr>
            </a:lvl7pPr>
            <a:lvl8pPr>
              <a:defRPr sz="2175" b="0">
                <a:solidFill>
                  <a:srgbClr val="0B2349"/>
                </a:solidFill>
              </a:defRPr>
            </a:lvl8pPr>
            <a:lvl9pPr>
              <a:defRPr sz="2175" b="0">
                <a:solidFill>
                  <a:srgbClr val="0B2349"/>
                </a:solidFill>
              </a:defRPr>
            </a:lvl9pPr>
          </a:lstStyle>
          <a:p>
            <a:pPr>
              <a:defRPr sz="2175" b="0">
                <a:solidFill>
                  <a:srgbClr val="0B2349"/>
                </a:solidFill>
              </a:defRPr>
            </a:pPr>
            <a:r>
              <a:rPr sz="2175" b="0">
                <a:solidFill>
                  <a:srgbClr val="0B2349"/>
                </a:solidFill>
              </a:rPr>
              <a:t>30, 35, 40, 45, 50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60646EA-2833-4508-A262-6663C6542343}"/>
              </a:ext>
            </a:extLst>
          </p:cNvPr>
          <p:cNvSpPr>
            <a:spLocks noGrp="1"/>
          </p:cNvSpPr>
          <p:nvPr/>
        </p:nvSpPr>
        <p:spPr>
          <a:xfrm>
            <a:off x="3876675" y="5353050"/>
            <a:ext cx="3124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Média das passagens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08FA48F-9F8C-40AF-ACFD-37643A1A2348}"/>
              </a:ext>
            </a:extLst>
          </p:cNvPr>
          <p:cNvSpPr>
            <a:spLocks noGrp="1"/>
          </p:cNvSpPr>
          <p:nvPr/>
        </p:nvSpPr>
        <p:spPr>
          <a:xfrm>
            <a:off x="3876675" y="5762625"/>
            <a:ext cx="31242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0B2349"/>
                </a:solidFill>
              </a:defRPr>
            </a:defPPr>
            <a:lvl1pPr>
              <a:defRPr sz="2025" b="0">
                <a:solidFill>
                  <a:srgbClr val="0B2349"/>
                </a:solidFill>
              </a:defRPr>
            </a:lvl1pPr>
            <a:lvl2pPr>
              <a:defRPr sz="2025" b="0">
                <a:solidFill>
                  <a:srgbClr val="0B2349"/>
                </a:solidFill>
              </a:defRPr>
            </a:lvl2pPr>
            <a:lvl3pPr>
              <a:defRPr sz="2025" b="0">
                <a:solidFill>
                  <a:srgbClr val="0B2349"/>
                </a:solidFill>
              </a:defRPr>
            </a:lvl3pPr>
            <a:lvl4pPr>
              <a:defRPr sz="2025" b="0">
                <a:solidFill>
                  <a:srgbClr val="0B2349"/>
                </a:solidFill>
              </a:defRPr>
            </a:lvl4pPr>
            <a:lvl5pPr>
              <a:defRPr sz="2025" b="0">
                <a:solidFill>
                  <a:srgbClr val="0B2349"/>
                </a:solidFill>
              </a:defRPr>
            </a:lvl5pPr>
            <a:lvl6pPr>
              <a:defRPr sz="2025" b="0">
                <a:solidFill>
                  <a:srgbClr val="0B2349"/>
                </a:solidFill>
              </a:defRPr>
            </a:lvl6pPr>
            <a:lvl7pPr>
              <a:defRPr sz="2025" b="0">
                <a:solidFill>
                  <a:srgbClr val="0B2349"/>
                </a:solidFill>
              </a:defRPr>
            </a:lvl7pPr>
            <a:lvl8pPr>
              <a:defRPr sz="2025" b="0">
                <a:solidFill>
                  <a:srgbClr val="0B2349"/>
                </a:solidFill>
              </a:defRPr>
            </a:lvl8pPr>
            <a:lvl9pPr>
              <a:defRPr sz="2025" b="0">
                <a:solidFill>
                  <a:srgbClr val="0B2349"/>
                </a:solidFill>
              </a:defRPr>
            </a:lvl9pPr>
          </a:lstStyle>
          <a:p>
            <a:pPr>
              <a:defRPr sz="2025" b="0">
                <a:solidFill>
                  <a:srgbClr val="0B2349"/>
                </a:solidFill>
              </a:defRPr>
            </a:pPr>
            <a:r>
              <a:rPr sz="2025" b="0">
                <a:solidFill>
                  <a:srgbClr val="0B2349"/>
                </a:solidFill>
              </a:rPr>
              <a:t>q̄ = 200 / 5 = 40 m³/s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129DD0E-9121-4BA6-A6C2-0E6C161F052D}"/>
              </a:ext>
            </a:extLst>
          </p:cNvPr>
          <p:cNvSpPr>
            <a:spLocks noGrp="1"/>
          </p:cNvSpPr>
          <p:nvPr/>
        </p:nvSpPr>
        <p:spPr>
          <a:xfrm>
            <a:off x="7458075" y="5353050"/>
            <a:ext cx="426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Dispersão amostral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B3003BE-22B5-4973-8FF9-ADF4077FB5B6}"/>
              </a:ext>
            </a:extLst>
          </p:cNvPr>
          <p:cNvSpPr>
            <a:spLocks noGrp="1"/>
          </p:cNvSpPr>
          <p:nvPr/>
        </p:nvSpPr>
        <p:spPr>
          <a:xfrm>
            <a:off x="7458075" y="5631831"/>
            <a:ext cx="42672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0B2349"/>
                </a:solidFill>
              </a:defRPr>
            </a:defPPr>
            <a:lvl1pPr>
              <a:defRPr sz="1725" b="0">
                <a:solidFill>
                  <a:srgbClr val="0B2349"/>
                </a:solidFill>
              </a:defRPr>
            </a:lvl1pPr>
            <a:lvl2pPr>
              <a:defRPr sz="1725" b="0">
                <a:solidFill>
                  <a:srgbClr val="0B2349"/>
                </a:solidFill>
              </a:defRPr>
            </a:lvl2pPr>
            <a:lvl3pPr>
              <a:defRPr sz="1725" b="0">
                <a:solidFill>
                  <a:srgbClr val="0B2349"/>
                </a:solidFill>
              </a:defRPr>
            </a:lvl3pPr>
            <a:lvl4pPr>
              <a:defRPr sz="1725" b="0">
                <a:solidFill>
                  <a:srgbClr val="0B2349"/>
                </a:solidFill>
              </a:defRPr>
            </a:lvl4pPr>
            <a:lvl5pPr>
              <a:defRPr sz="1725" b="0">
                <a:solidFill>
                  <a:srgbClr val="0B2349"/>
                </a:solidFill>
              </a:defRPr>
            </a:lvl5pPr>
            <a:lvl6pPr>
              <a:defRPr sz="1725" b="0">
                <a:solidFill>
                  <a:srgbClr val="0B2349"/>
                </a:solidFill>
              </a:defRPr>
            </a:lvl6pPr>
            <a:lvl7pPr>
              <a:defRPr sz="1725" b="0">
                <a:solidFill>
                  <a:srgbClr val="0B2349"/>
                </a:solidFill>
              </a:defRPr>
            </a:lvl7pPr>
            <a:lvl8pPr>
              <a:defRPr sz="1725" b="0">
                <a:solidFill>
                  <a:srgbClr val="0B2349"/>
                </a:solidFill>
              </a:defRPr>
            </a:lvl8pPr>
            <a:lvl9pPr>
              <a:defRPr sz="1725" b="0">
                <a:solidFill>
                  <a:srgbClr val="0B2349"/>
                </a:solidFill>
              </a:defRPr>
            </a:lvl9pPr>
          </a:lstStyle>
          <a:p>
            <a:pPr>
              <a:defRPr sz="1725" b="0">
                <a:solidFill>
                  <a:srgbClr val="0B2349"/>
                </a:solidFill>
              </a:defRPr>
            </a:pPr>
            <a:r>
              <a:rPr sz="1725" b="0" dirty="0">
                <a:solidFill>
                  <a:srgbClr val="0B2349"/>
                </a:solidFill>
              </a:rPr>
              <a:t>s² = 250 / 4 = 62,5</a:t>
            </a:r>
          </a:p>
          <a:p>
            <a:pPr>
              <a:defRPr sz="1725" b="0">
                <a:solidFill>
                  <a:srgbClr val="0B2349"/>
                </a:solidFill>
              </a:defRPr>
            </a:pPr>
            <a:r>
              <a:rPr sz="1725" b="0" dirty="0">
                <a:solidFill>
                  <a:srgbClr val="0B2349"/>
                </a:solidFill>
              </a:rPr>
              <a:t>s ≈ 7,91 m³/s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265CF74-7121-465C-BAE0-C56DB9D67DC3}"/>
              </a:ext>
            </a:extLst>
          </p:cNvPr>
          <p:cNvSpPr>
            <a:spLocks noGrp="1"/>
          </p:cNvSpPr>
          <p:nvPr/>
        </p:nvSpPr>
        <p:spPr>
          <a:xfrm>
            <a:off x="238125" y="6381750"/>
            <a:ext cx="11715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456078"/>
                </a:solidFill>
              </a:defRPr>
            </a:defPPr>
            <a:lvl1pPr>
              <a:defRPr sz="1200" b="0">
                <a:solidFill>
                  <a:srgbClr val="456078"/>
                </a:solidFill>
              </a:defRPr>
            </a:lvl1pPr>
            <a:lvl2pPr>
              <a:defRPr sz="1200" b="0">
                <a:solidFill>
                  <a:srgbClr val="456078"/>
                </a:solidFill>
              </a:defRPr>
            </a:lvl2pPr>
            <a:lvl3pPr>
              <a:defRPr sz="1200" b="0">
                <a:solidFill>
                  <a:srgbClr val="456078"/>
                </a:solidFill>
              </a:defRPr>
            </a:lvl3pPr>
            <a:lvl4pPr>
              <a:defRPr sz="1200" b="0">
                <a:solidFill>
                  <a:srgbClr val="456078"/>
                </a:solidFill>
              </a:defRPr>
            </a:lvl4pPr>
            <a:lvl5pPr>
              <a:defRPr sz="1200" b="0">
                <a:solidFill>
                  <a:srgbClr val="456078"/>
                </a:solidFill>
              </a:defRPr>
            </a:lvl5pPr>
            <a:lvl6pPr>
              <a:defRPr sz="1200" b="0">
                <a:solidFill>
                  <a:srgbClr val="456078"/>
                </a:solidFill>
              </a:defRPr>
            </a:lvl6pPr>
            <a:lvl7pPr>
              <a:defRPr sz="1200" b="0">
                <a:solidFill>
                  <a:srgbClr val="456078"/>
                </a:solidFill>
              </a:defRPr>
            </a:lvl7pPr>
            <a:lvl8pPr>
              <a:defRPr sz="1200" b="0">
                <a:solidFill>
                  <a:srgbClr val="456078"/>
                </a:solidFill>
              </a:defRPr>
            </a:lvl8pPr>
            <a:lvl9pPr>
              <a:defRPr sz="1200" b="0">
                <a:solidFill>
                  <a:srgbClr val="456078"/>
                </a:solidFill>
              </a:defRPr>
            </a:lvl9pPr>
          </a:lstStyle>
          <a:p>
            <a:pPr>
              <a:defRPr sz="1200" b="0">
                <a:solidFill>
                  <a:srgbClr val="456078"/>
                </a:solidFill>
              </a:defRPr>
            </a:pPr>
            <a:r>
              <a:rPr sz="1200" b="0">
                <a:solidFill>
                  <a:srgbClr val="456078"/>
                </a:solidFill>
              </a:rPr>
              <a:t>Cinco passagens facilitam o cálculo à mão. Na aplicação, aumentar B e verificar a estabilidade das estatísticas.</a:t>
            </a:r>
          </a:p>
        </p:txBody>
      </p:sp>
    </p:spTree>
    <p:extLst>
      <p:ext uri="{BB962C8B-B14F-4D97-AF65-F5344CB8AC3E}">
        <p14:creationId xmlns:p14="http://schemas.microsoft.com/office/powerpoint/2010/main" val="1053139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6DBEFE9-9931-4974-BC79-123DA02923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oundRect">
            <a:avLst>
              <a:gd name="adj" fmla="val 10256"/>
            </a:avLst>
          </a:prstGeom>
          <a:solidFill>
            <a:srgbClr val="0A2C4D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A5C51A-7E04-48F1-A9CD-34EC4D100FF8}"/>
              </a:ext>
            </a:extLst>
          </p:cNvPr>
          <p:cNvSpPr>
            <a:spLocks noGrp="1"/>
          </p:cNvSpPr>
          <p:nvPr/>
        </p:nvSpPr>
        <p:spPr>
          <a:xfrm>
            <a:off x="285750" y="190500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55CFF4"/>
                </a:solidFill>
              </a:defRPr>
            </a:defPPr>
            <a:lvl1pPr>
              <a:defRPr sz="1950" b="1">
                <a:solidFill>
                  <a:srgbClr val="55CFF4"/>
                </a:solidFill>
              </a:defRPr>
            </a:lvl1pPr>
            <a:lvl2pPr>
              <a:defRPr sz="1950" b="1">
                <a:solidFill>
                  <a:srgbClr val="55CFF4"/>
                </a:solidFill>
              </a:defRPr>
            </a:lvl2pPr>
            <a:lvl3pPr>
              <a:defRPr sz="1950" b="1">
                <a:solidFill>
                  <a:srgbClr val="55CFF4"/>
                </a:solidFill>
              </a:defRPr>
            </a:lvl3pPr>
            <a:lvl4pPr>
              <a:defRPr sz="1950" b="1">
                <a:solidFill>
                  <a:srgbClr val="55CFF4"/>
                </a:solidFill>
              </a:defRPr>
            </a:lvl4pPr>
            <a:lvl5pPr>
              <a:defRPr sz="1950" b="1">
                <a:solidFill>
                  <a:srgbClr val="55CFF4"/>
                </a:solidFill>
              </a:defRPr>
            </a:lvl5pPr>
            <a:lvl6pPr>
              <a:defRPr sz="1950" b="1">
                <a:solidFill>
                  <a:srgbClr val="55CFF4"/>
                </a:solidFill>
              </a:defRPr>
            </a:lvl6pPr>
            <a:lvl7pPr>
              <a:defRPr sz="1950" b="1">
                <a:solidFill>
                  <a:srgbClr val="55CFF4"/>
                </a:solidFill>
              </a:defRPr>
            </a:lvl7pPr>
            <a:lvl8pPr>
              <a:defRPr sz="1950" b="1">
                <a:solidFill>
                  <a:srgbClr val="55CFF4"/>
                </a:solidFill>
              </a:defRPr>
            </a:lvl8pPr>
            <a:lvl9pPr>
              <a:defRPr sz="1950" b="1">
                <a:solidFill>
                  <a:srgbClr val="55CFF4"/>
                </a:solidFill>
              </a:defRPr>
            </a:lvl9pPr>
          </a:lstStyle>
          <a:p>
            <a:pPr>
              <a:defRPr sz="1950" b="1">
                <a:solidFill>
                  <a:srgbClr val="55CFF4"/>
                </a:solidFill>
              </a:defRPr>
            </a:pPr>
            <a:r>
              <a:rPr sz="1950" b="1">
                <a:solidFill>
                  <a:srgbClr val="55CFF4"/>
                </a:solidFill>
              </a:rPr>
              <a:t>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A3A64-A302-49EA-84E1-6E63EDB14E17}"/>
              </a:ext>
            </a:extLst>
          </p:cNvPr>
          <p:cNvSpPr>
            <a:spLocks noGrp="1"/>
          </p:cNvSpPr>
          <p:nvPr/>
        </p:nvSpPr>
        <p:spPr>
          <a:xfrm>
            <a:off x="952500" y="161925"/>
            <a:ext cx="923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FFFFFF"/>
                </a:solidFill>
              </a:defRPr>
            </a:defPPr>
            <a:lvl1pPr>
              <a:defRPr sz="2400" b="1">
                <a:solidFill>
                  <a:srgbClr val="FFFFFF"/>
                </a:solidFill>
              </a:defRPr>
            </a:lvl1pPr>
            <a:lvl2pPr>
              <a:defRPr sz="2400" b="1">
                <a:solidFill>
                  <a:srgbClr val="FFFFFF"/>
                </a:solidFill>
              </a:defRPr>
            </a:lvl2pPr>
            <a:lvl3pPr>
              <a:defRPr sz="2400" b="1">
                <a:solidFill>
                  <a:srgbClr val="FFFFFF"/>
                </a:solidFill>
              </a:defRPr>
            </a:lvl3pPr>
            <a:lvl4pPr>
              <a:defRPr sz="2400" b="1">
                <a:solidFill>
                  <a:srgbClr val="FFFFFF"/>
                </a:solidFill>
              </a:defRPr>
            </a:lvl4pPr>
            <a:lvl5pPr>
              <a:defRPr sz="2400" b="1">
                <a:solidFill>
                  <a:srgbClr val="FFFFFF"/>
                </a:solidFill>
              </a:defRPr>
            </a:lvl5pPr>
            <a:lvl6pPr>
              <a:defRPr sz="2400" b="1">
                <a:solidFill>
                  <a:srgbClr val="FFFFFF"/>
                </a:solidFill>
              </a:defRPr>
            </a:lvl6pPr>
            <a:lvl7pPr>
              <a:defRPr sz="2400" b="1">
                <a:solidFill>
                  <a:srgbClr val="FFFFFF"/>
                </a:solidFill>
              </a:defRPr>
            </a:lvl7pPr>
            <a:lvl8pPr>
              <a:defRPr sz="2400" b="1">
                <a:solidFill>
                  <a:srgbClr val="FFFFFF"/>
                </a:solidFill>
              </a:defRPr>
            </a:lvl8pPr>
            <a:lvl9pPr>
              <a:defRPr sz="2400" b="1">
                <a:solidFill>
                  <a:srgbClr val="FFFFFF"/>
                </a:solidFill>
              </a:defRPr>
            </a:lvl9pPr>
          </a:lstStyle>
          <a:p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MC Dropout: dos quantis ao hidrograma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38B50D-FD96-44B6-9B46-0B44B389CBCE}"/>
              </a:ext>
            </a:extLst>
          </p:cNvPr>
          <p:cNvSpPr>
            <a:spLocks noGrp="1"/>
          </p:cNvSpPr>
          <p:nvPr/>
        </p:nvSpPr>
        <p:spPr>
          <a:xfrm>
            <a:off x="10620375" y="161925"/>
            <a:ext cx="152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758961-0E06-46F9-99A0-7C958A3D8C11}"/>
              </a:ext>
            </a:extLst>
          </p:cNvPr>
          <p:cNvSpPr>
            <a:spLocks noGrp="1"/>
          </p:cNvSpPr>
          <p:nvPr/>
        </p:nvSpPr>
        <p:spPr>
          <a:xfrm>
            <a:off x="238125" y="66103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456078"/>
                </a:solidFill>
              </a:defRPr>
            </a:defPPr>
            <a:lvl1pPr>
              <a:defRPr sz="900" b="0">
                <a:solidFill>
                  <a:srgbClr val="456078"/>
                </a:solidFill>
              </a:defRPr>
            </a:lvl1pPr>
            <a:lvl2pPr>
              <a:defRPr sz="900" b="0">
                <a:solidFill>
                  <a:srgbClr val="456078"/>
                </a:solidFill>
              </a:defRPr>
            </a:lvl2pPr>
            <a:lvl3pPr>
              <a:defRPr sz="900" b="0">
                <a:solidFill>
                  <a:srgbClr val="456078"/>
                </a:solidFill>
              </a:defRPr>
            </a:lvl3pPr>
            <a:lvl4pPr>
              <a:defRPr sz="900" b="0">
                <a:solidFill>
                  <a:srgbClr val="456078"/>
                </a:solidFill>
              </a:defRPr>
            </a:lvl4pPr>
            <a:lvl5pPr>
              <a:defRPr sz="900" b="0">
                <a:solidFill>
                  <a:srgbClr val="456078"/>
                </a:solidFill>
              </a:defRPr>
            </a:lvl5pPr>
            <a:lvl6pPr>
              <a:defRPr sz="900" b="0">
                <a:solidFill>
                  <a:srgbClr val="456078"/>
                </a:solidFill>
              </a:defRPr>
            </a:lvl6pPr>
            <a:lvl7pPr>
              <a:defRPr sz="900" b="0">
                <a:solidFill>
                  <a:srgbClr val="456078"/>
                </a:solidFill>
              </a:defRPr>
            </a:lvl7pPr>
            <a:lvl8pPr>
              <a:defRPr sz="900" b="0">
                <a:solidFill>
                  <a:srgbClr val="456078"/>
                </a:solidFill>
              </a:defRPr>
            </a:lvl8pPr>
            <a:lvl9pPr>
              <a:defRPr sz="900" b="0">
                <a:solidFill>
                  <a:srgbClr val="456078"/>
                </a:solidFill>
              </a:defRPr>
            </a:lvl9pPr>
          </a:lstStyle>
          <a:p>
            <a:pPr>
              <a:defRPr sz="900" b="0">
                <a:solidFill>
                  <a:srgbClr val="456078"/>
                </a:solidFill>
              </a:defRPr>
            </a:pPr>
            <a:r>
              <a:rPr sz="900" b="0">
                <a:solidFill>
                  <a:srgbClr val="456078"/>
                </a:solidFill>
              </a:rPr>
              <a:t>HYDRO-UAI  •  CHUVA FUTURA E INCERTEZA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D1A137-6E4A-4DA4-B2A6-F8226A58CF9C}"/>
              </a:ext>
            </a:extLst>
          </p:cNvPr>
          <p:cNvSpPr>
            <a:spLocks noGrp="1"/>
          </p:cNvSpPr>
          <p:nvPr/>
        </p:nvSpPr>
        <p:spPr>
          <a:xfrm>
            <a:off x="95250" y="876300"/>
            <a:ext cx="3714750" cy="3819525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6B22906-C4A7-46B9-AE41-829A920726F2}"/>
              </a:ext>
            </a:extLst>
          </p:cNvPr>
          <p:cNvSpPr>
            <a:spLocks noGrp="1"/>
          </p:cNvSpPr>
          <p:nvPr/>
        </p:nvSpPr>
        <p:spPr>
          <a:xfrm>
            <a:off x="3905250" y="876300"/>
            <a:ext cx="4667250" cy="3819525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A26BF9-80A3-4BBD-BDE8-F258F47FB7D4}"/>
              </a:ext>
            </a:extLst>
          </p:cNvPr>
          <p:cNvSpPr>
            <a:spLocks noGrp="1"/>
          </p:cNvSpPr>
          <p:nvPr/>
        </p:nvSpPr>
        <p:spPr>
          <a:xfrm>
            <a:off x="8667750" y="876300"/>
            <a:ext cx="3429000" cy="3819525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F3C7D04-FACC-4E83-8170-4913F2D5AC0F}"/>
              </a:ext>
            </a:extLst>
          </p:cNvPr>
          <p:cNvSpPr>
            <a:spLocks noGrp="1"/>
          </p:cNvSpPr>
          <p:nvPr/>
        </p:nvSpPr>
        <p:spPr>
          <a:xfrm>
            <a:off x="95250" y="4810125"/>
            <a:ext cx="12001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6BBD50A-63B5-4058-9F17-7CA7D317273C}"/>
              </a:ext>
            </a:extLst>
          </p:cNvPr>
          <p:cNvSpPr>
            <a:spLocks noGrp="1"/>
          </p:cNvSpPr>
          <p:nvPr/>
        </p:nvSpPr>
        <p:spPr>
          <a:xfrm>
            <a:off x="238125" y="5286375"/>
            <a:ext cx="7143750" cy="1190625"/>
          </a:xfrm>
          <a:prstGeom prst="roundRect">
            <a:avLst>
              <a:gd name="adj" fmla="val 6400"/>
            </a:avLst>
          </a:prstGeom>
          <a:solidFill>
            <a:srgbClr val="EAF6FE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680A16-09A2-4D6E-8F59-96D1263B04F5}"/>
              </a:ext>
            </a:extLst>
          </p:cNvPr>
          <p:cNvSpPr>
            <a:spLocks noGrp="1"/>
          </p:cNvSpPr>
          <p:nvPr/>
        </p:nvSpPr>
        <p:spPr>
          <a:xfrm>
            <a:off x="7620000" y="5286375"/>
            <a:ext cx="4333875" cy="1190625"/>
          </a:xfrm>
          <a:prstGeom prst="roundRect">
            <a:avLst>
              <a:gd name="adj" fmla="val 6400"/>
            </a:avLst>
          </a:prstGeom>
          <a:solidFill>
            <a:srgbClr val="FFF3E2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ED59D8F-305D-4CB5-BF10-3EB7C50667E5}"/>
              </a:ext>
            </a:extLst>
          </p:cNvPr>
          <p:cNvSpPr>
            <a:spLocks noGrp="1"/>
          </p:cNvSpPr>
          <p:nvPr/>
        </p:nvSpPr>
        <p:spPr>
          <a:xfrm>
            <a:off x="8810625" y="14097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EAF6FE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EEC22C-7BF3-44AC-8101-B04B6A468061}"/>
              </a:ext>
            </a:extLst>
          </p:cNvPr>
          <p:cNvSpPr>
            <a:spLocks noGrp="1"/>
          </p:cNvSpPr>
          <p:nvPr/>
        </p:nvSpPr>
        <p:spPr>
          <a:xfrm>
            <a:off x="8810625" y="24765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E9F8EF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4532A90-98E2-4139-A614-F9DF59DC08FF}"/>
              </a:ext>
            </a:extLst>
          </p:cNvPr>
          <p:cNvSpPr>
            <a:spLocks noGrp="1"/>
          </p:cNvSpPr>
          <p:nvPr/>
        </p:nvSpPr>
        <p:spPr>
          <a:xfrm>
            <a:off x="8810625" y="35433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FFF3E2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787007-D6FA-435E-9C23-94E982259026}"/>
              </a:ext>
            </a:extLst>
          </p:cNvPr>
          <p:cNvSpPr>
            <a:spLocks noGrp="1"/>
          </p:cNvSpPr>
          <p:nvPr/>
        </p:nvSpPr>
        <p:spPr>
          <a:xfrm>
            <a:off x="238125" y="981075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Ideia central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AE241E-1F86-4524-9313-C3023685C449}"/>
              </a:ext>
            </a:extLst>
          </p:cNvPr>
          <p:cNvSpPr>
            <a:spLocks noGrp="1"/>
          </p:cNvSpPr>
          <p:nvPr/>
        </p:nvSpPr>
        <p:spPr>
          <a:xfrm>
            <a:off x="4048125" y="981075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Quantis para a mesma entrada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9E6CB0-F369-4F88-8FF2-4088545B7ECA}"/>
              </a:ext>
            </a:extLst>
          </p:cNvPr>
          <p:cNvSpPr>
            <a:spLocks noGrp="1"/>
          </p:cNvSpPr>
          <p:nvPr/>
        </p:nvSpPr>
        <p:spPr>
          <a:xfrm>
            <a:off x="8810625" y="98107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Leitura intuitiva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ABC855-C398-4350-9AE7-9A28721B2865}"/>
              </a:ext>
            </a:extLst>
          </p:cNvPr>
          <p:cNvSpPr>
            <a:spLocks noGrp="1"/>
          </p:cNvSpPr>
          <p:nvPr/>
        </p:nvSpPr>
        <p:spPr>
          <a:xfrm>
            <a:off x="266700" y="1457325"/>
            <a:ext cx="3381375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0B2349"/>
                </a:solidFill>
              </a:defRPr>
            </a:defPPr>
            <a:lvl1pPr>
              <a:defRPr sz="1800" b="0">
                <a:solidFill>
                  <a:srgbClr val="0B2349"/>
                </a:solidFill>
              </a:defRPr>
            </a:lvl1pPr>
            <a:lvl2pPr>
              <a:defRPr sz="1800" b="0">
                <a:solidFill>
                  <a:srgbClr val="0B2349"/>
                </a:solidFill>
              </a:defRPr>
            </a:lvl2pPr>
            <a:lvl3pPr>
              <a:defRPr sz="1800" b="0">
                <a:solidFill>
                  <a:srgbClr val="0B2349"/>
                </a:solidFill>
              </a:defRPr>
            </a:lvl3pPr>
            <a:lvl4pPr>
              <a:defRPr sz="1800" b="0">
                <a:solidFill>
                  <a:srgbClr val="0B2349"/>
                </a:solidFill>
              </a:defRPr>
            </a:lvl4pPr>
            <a:lvl5pPr>
              <a:defRPr sz="1800" b="0">
                <a:solidFill>
                  <a:srgbClr val="0B2349"/>
                </a:solidFill>
              </a:defRPr>
            </a:lvl5pPr>
            <a:lvl6pPr>
              <a:defRPr sz="1800" b="0">
                <a:solidFill>
                  <a:srgbClr val="0B2349"/>
                </a:solidFill>
              </a:defRPr>
            </a:lvl6pPr>
            <a:lvl7pPr>
              <a:defRPr sz="1800" b="0">
                <a:solidFill>
                  <a:srgbClr val="0B2349"/>
                </a:solidFill>
              </a:defRPr>
            </a:lvl7pPr>
            <a:lvl8pPr>
              <a:defRPr sz="1800" b="0">
                <a:solidFill>
                  <a:srgbClr val="0B2349"/>
                </a:solidFill>
              </a:defRPr>
            </a:lvl8pPr>
            <a:lvl9pPr>
              <a:defRPr sz="1800" b="0">
                <a:solidFill>
                  <a:srgbClr val="0B2349"/>
                </a:solidFill>
              </a:defRPr>
            </a:lvl9pPr>
          </a:lstStyle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Ordenar as saídas e extrair</a:t>
            </a:r>
          </a:p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os quantis desejados.</a:t>
            </a:r>
          </a:p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Repetir em cada previsão.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56AC40-77DD-4D16-A432-6E453DF8035E}"/>
              </a:ext>
            </a:extLst>
          </p:cNvPr>
          <p:cNvSpPr>
            <a:spLocks noGrp="1"/>
          </p:cNvSpPr>
          <p:nvPr/>
        </p:nvSpPr>
        <p:spPr>
          <a:xfrm>
            <a:off x="266700" y="2867025"/>
            <a:ext cx="3381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Saídas ordenadas (m³/s)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95ED88-DA10-423D-87BF-11E371BA7849}"/>
              </a:ext>
            </a:extLst>
          </p:cNvPr>
          <p:cNvSpPr>
            <a:spLocks noGrp="1"/>
          </p:cNvSpPr>
          <p:nvPr/>
        </p:nvSpPr>
        <p:spPr>
          <a:xfrm>
            <a:off x="266700" y="3324225"/>
            <a:ext cx="3381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0B2349"/>
                </a:solidFill>
              </a:defRPr>
            </a:defPPr>
            <a:lvl1pPr>
              <a:defRPr sz="2175" b="0">
                <a:solidFill>
                  <a:srgbClr val="0B2349"/>
                </a:solidFill>
              </a:defRPr>
            </a:lvl1pPr>
            <a:lvl2pPr>
              <a:defRPr sz="2175" b="0">
                <a:solidFill>
                  <a:srgbClr val="0B2349"/>
                </a:solidFill>
              </a:defRPr>
            </a:lvl2pPr>
            <a:lvl3pPr>
              <a:defRPr sz="2175" b="0">
                <a:solidFill>
                  <a:srgbClr val="0B2349"/>
                </a:solidFill>
              </a:defRPr>
            </a:lvl3pPr>
            <a:lvl4pPr>
              <a:defRPr sz="2175" b="0">
                <a:solidFill>
                  <a:srgbClr val="0B2349"/>
                </a:solidFill>
              </a:defRPr>
            </a:lvl4pPr>
            <a:lvl5pPr>
              <a:defRPr sz="2175" b="0">
                <a:solidFill>
                  <a:srgbClr val="0B2349"/>
                </a:solidFill>
              </a:defRPr>
            </a:lvl5pPr>
            <a:lvl6pPr>
              <a:defRPr sz="2175" b="0">
                <a:solidFill>
                  <a:srgbClr val="0B2349"/>
                </a:solidFill>
              </a:defRPr>
            </a:lvl6pPr>
            <a:lvl7pPr>
              <a:defRPr sz="2175" b="0">
                <a:solidFill>
                  <a:srgbClr val="0B2349"/>
                </a:solidFill>
              </a:defRPr>
            </a:lvl7pPr>
            <a:lvl8pPr>
              <a:defRPr sz="2175" b="0">
                <a:solidFill>
                  <a:srgbClr val="0B2349"/>
                </a:solidFill>
              </a:defRPr>
            </a:lvl8pPr>
            <a:lvl9pPr>
              <a:defRPr sz="2175" b="0">
                <a:solidFill>
                  <a:srgbClr val="0B2349"/>
                </a:solidFill>
              </a:defRPr>
            </a:lvl9pPr>
          </a:lstStyle>
          <a:p>
            <a:pPr>
              <a:defRPr sz="2175" b="0">
                <a:solidFill>
                  <a:srgbClr val="0B2349"/>
                </a:solidFill>
              </a:defRPr>
            </a:pPr>
            <a:r>
              <a:rPr sz="2175" b="0">
                <a:solidFill>
                  <a:srgbClr val="0B2349"/>
                </a:solidFill>
              </a:rPr>
              <a:t>30, 35, 40, 45, 50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EEFC58-2165-4A79-8232-AA40C74F5934}"/>
              </a:ext>
            </a:extLst>
          </p:cNvPr>
          <p:cNvSpPr>
            <a:spLocks noGrp="1"/>
          </p:cNvSpPr>
          <p:nvPr/>
        </p:nvSpPr>
        <p:spPr>
          <a:xfrm>
            <a:off x="266700" y="3981450"/>
            <a:ext cx="338137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456078"/>
                </a:solidFill>
              </a:defRPr>
            </a:defPPr>
            <a:lvl1pPr>
              <a:defRPr sz="1575" b="0">
                <a:solidFill>
                  <a:srgbClr val="456078"/>
                </a:solidFill>
              </a:defRPr>
            </a:lvl1pPr>
            <a:lvl2pPr>
              <a:defRPr sz="1575" b="0">
                <a:solidFill>
                  <a:srgbClr val="456078"/>
                </a:solidFill>
              </a:defRPr>
            </a:lvl2pPr>
            <a:lvl3pPr>
              <a:defRPr sz="1575" b="0">
                <a:solidFill>
                  <a:srgbClr val="456078"/>
                </a:solidFill>
              </a:defRPr>
            </a:lvl3pPr>
            <a:lvl4pPr>
              <a:defRPr sz="1575" b="0">
                <a:solidFill>
                  <a:srgbClr val="456078"/>
                </a:solidFill>
              </a:defRPr>
            </a:lvl4pPr>
            <a:lvl5pPr>
              <a:defRPr sz="1575" b="0">
                <a:solidFill>
                  <a:srgbClr val="456078"/>
                </a:solidFill>
              </a:defRPr>
            </a:lvl5pPr>
            <a:lvl6pPr>
              <a:defRPr sz="1575" b="0">
                <a:solidFill>
                  <a:srgbClr val="456078"/>
                </a:solidFill>
              </a:defRPr>
            </a:lvl6pPr>
            <a:lvl7pPr>
              <a:defRPr sz="1575" b="0">
                <a:solidFill>
                  <a:srgbClr val="456078"/>
                </a:solidFill>
              </a:defRPr>
            </a:lvl7pPr>
            <a:lvl8pPr>
              <a:defRPr sz="1575" b="0">
                <a:solidFill>
                  <a:srgbClr val="456078"/>
                </a:solidFill>
              </a:defRPr>
            </a:lvl8pPr>
            <a:lvl9pPr>
              <a:defRPr sz="1575" b="0">
                <a:solidFill>
                  <a:srgbClr val="456078"/>
                </a:solidFill>
              </a:defRPr>
            </a:lvl9pPr>
          </a:lstStyle>
          <a:p>
            <a:pPr>
              <a:defRPr sz="1575" b="0">
                <a:solidFill>
                  <a:srgbClr val="456078"/>
                </a:solidFill>
              </a:defRPr>
            </a:pPr>
            <a:r>
              <a:rPr sz="1575" b="0">
                <a:solidFill>
                  <a:srgbClr val="456078"/>
                </a:solidFill>
              </a:rPr>
              <a:t>Interpolação linear</a:t>
            </a:r>
          </a:p>
          <a:p>
            <a:pPr>
              <a:defRPr sz="1575" b="0">
                <a:solidFill>
                  <a:srgbClr val="456078"/>
                </a:solidFill>
              </a:defRPr>
            </a:pPr>
            <a:r>
              <a:rPr sz="1575" b="0">
                <a:solidFill>
                  <a:srgbClr val="456078"/>
                </a:solidFill>
              </a:rPr>
              <a:t>B = 5 passagens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250582-5CB7-41B9-BDDE-4E2E4266F37E}"/>
              </a:ext>
            </a:extLst>
          </p:cNvPr>
          <p:cNvSpPr>
            <a:spLocks noGrp="1"/>
          </p:cNvSpPr>
          <p:nvPr/>
        </p:nvSpPr>
        <p:spPr>
          <a:xfrm>
            <a:off x="4143375" y="1514475"/>
            <a:ext cx="447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4C2479"/>
                </a:solidFill>
              </a:defRPr>
            </a:defPPr>
            <a:lvl1pPr>
              <a:defRPr sz="2100" b="1">
                <a:solidFill>
                  <a:srgbClr val="4C2479"/>
                </a:solidFill>
              </a:defRPr>
            </a:lvl1pPr>
            <a:lvl2pPr>
              <a:defRPr sz="2100" b="1">
                <a:solidFill>
                  <a:srgbClr val="4C2479"/>
                </a:solidFill>
              </a:defRPr>
            </a:lvl2pPr>
            <a:lvl3pPr>
              <a:defRPr sz="2100" b="1">
                <a:solidFill>
                  <a:srgbClr val="4C2479"/>
                </a:solidFill>
              </a:defRPr>
            </a:lvl3pPr>
            <a:lvl4pPr>
              <a:defRPr sz="2100" b="1">
                <a:solidFill>
                  <a:srgbClr val="4C2479"/>
                </a:solidFill>
              </a:defRPr>
            </a:lvl4pPr>
            <a:lvl5pPr>
              <a:defRPr sz="2100" b="1">
                <a:solidFill>
                  <a:srgbClr val="4C2479"/>
                </a:solidFill>
              </a:defRPr>
            </a:lvl5pPr>
            <a:lvl6pPr>
              <a:defRPr sz="2100" b="1">
                <a:solidFill>
                  <a:srgbClr val="4C2479"/>
                </a:solidFill>
              </a:defRPr>
            </a:lvl6pPr>
            <a:lvl7pPr>
              <a:defRPr sz="2100" b="1">
                <a:solidFill>
                  <a:srgbClr val="4C2479"/>
                </a:solidFill>
              </a:defRPr>
            </a:lvl7pPr>
            <a:lvl8pPr>
              <a:defRPr sz="2100" b="1">
                <a:solidFill>
                  <a:srgbClr val="4C2479"/>
                </a:solidFill>
              </a:defRPr>
            </a:lvl8pPr>
            <a:lvl9pPr>
              <a:defRPr sz="2100" b="1">
                <a:solidFill>
                  <a:srgbClr val="4C2479"/>
                </a:solidFill>
              </a:defRPr>
            </a:lvl9pPr>
          </a:lstStyle>
          <a:p>
            <a:pPr>
              <a:defRPr sz="2100" b="1">
                <a:solidFill>
                  <a:srgbClr val="4C2479"/>
                </a:solidFill>
              </a:defRPr>
            </a:pPr>
            <a:r>
              <a:rPr sz="2100" b="1">
                <a:solidFill>
                  <a:srgbClr val="4C2479"/>
                </a:solidFill>
              </a:rPr>
              <a:t>Q₀,₀₅ = 31      Q₀,₉₅ = 49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ED8108-A14B-4D2B-BCD2-54C33CA05EBC}"/>
              </a:ext>
            </a:extLst>
          </p:cNvPr>
          <p:cNvSpPr>
            <a:spLocks noGrp="1"/>
          </p:cNvSpPr>
          <p:nvPr/>
        </p:nvSpPr>
        <p:spPr>
          <a:xfrm>
            <a:off x="4143375" y="2143125"/>
            <a:ext cx="4476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0B2349"/>
                </a:solidFill>
              </a:defRPr>
            </a:defPPr>
            <a:lvl1pPr>
              <a:defRPr sz="1725" b="0">
                <a:solidFill>
                  <a:srgbClr val="0B2349"/>
                </a:solidFill>
              </a:defRPr>
            </a:lvl1pPr>
            <a:lvl2pPr>
              <a:defRPr sz="1725" b="0">
                <a:solidFill>
                  <a:srgbClr val="0B2349"/>
                </a:solidFill>
              </a:defRPr>
            </a:lvl2pPr>
            <a:lvl3pPr>
              <a:defRPr sz="1725" b="0">
                <a:solidFill>
                  <a:srgbClr val="0B2349"/>
                </a:solidFill>
              </a:defRPr>
            </a:lvl3pPr>
            <a:lvl4pPr>
              <a:defRPr sz="1725" b="0">
                <a:solidFill>
                  <a:srgbClr val="0B2349"/>
                </a:solidFill>
              </a:defRPr>
            </a:lvl4pPr>
            <a:lvl5pPr>
              <a:defRPr sz="1725" b="0">
                <a:solidFill>
                  <a:srgbClr val="0B2349"/>
                </a:solidFill>
              </a:defRPr>
            </a:lvl5pPr>
            <a:lvl6pPr>
              <a:defRPr sz="1725" b="0">
                <a:solidFill>
                  <a:srgbClr val="0B2349"/>
                </a:solidFill>
              </a:defRPr>
            </a:lvl6pPr>
            <a:lvl7pPr>
              <a:defRPr sz="1725" b="0">
                <a:solidFill>
                  <a:srgbClr val="0B2349"/>
                </a:solidFill>
              </a:defRPr>
            </a:lvl7pPr>
            <a:lvl8pPr>
              <a:defRPr sz="1725" b="0">
                <a:solidFill>
                  <a:srgbClr val="0B2349"/>
                </a:solidFill>
              </a:defRPr>
            </a:lvl8pPr>
            <a:lvl9pPr>
              <a:defRPr sz="1725" b="0">
                <a:solidFill>
                  <a:srgbClr val="0B2349"/>
                </a:solidFill>
              </a:defRPr>
            </a:lvl9pPr>
          </a:lstStyle>
          <a:p>
            <a:pPr>
              <a:defRPr sz="1725" b="0">
                <a:solidFill>
                  <a:srgbClr val="0B2349"/>
                </a:solidFill>
              </a:defRPr>
            </a:pPr>
            <a:r>
              <a:rPr sz="1725" b="0">
                <a:solidFill>
                  <a:srgbClr val="0B2349"/>
                </a:solidFill>
              </a:rPr>
              <a:t>Intervalo central de 90%: [31; 49]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48ECFA-B682-475A-A277-EDAA1382F13C}"/>
              </a:ext>
            </a:extLst>
          </p:cNvPr>
          <p:cNvSpPr>
            <a:spLocks noGrp="1"/>
          </p:cNvSpPr>
          <p:nvPr/>
        </p:nvSpPr>
        <p:spPr>
          <a:xfrm>
            <a:off x="4143375" y="2867025"/>
            <a:ext cx="4476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124B78"/>
                </a:solidFill>
              </a:defRPr>
            </a:defPPr>
            <a:lvl1pPr>
              <a:defRPr sz="2100" b="1">
                <a:solidFill>
                  <a:srgbClr val="124B78"/>
                </a:solidFill>
              </a:defRPr>
            </a:lvl1pPr>
            <a:lvl2pPr>
              <a:defRPr sz="2100" b="1">
                <a:solidFill>
                  <a:srgbClr val="124B78"/>
                </a:solidFill>
              </a:defRPr>
            </a:lvl2pPr>
            <a:lvl3pPr>
              <a:defRPr sz="2100" b="1">
                <a:solidFill>
                  <a:srgbClr val="124B78"/>
                </a:solidFill>
              </a:defRPr>
            </a:lvl3pPr>
            <a:lvl4pPr>
              <a:defRPr sz="2100" b="1">
                <a:solidFill>
                  <a:srgbClr val="124B78"/>
                </a:solidFill>
              </a:defRPr>
            </a:lvl4pPr>
            <a:lvl5pPr>
              <a:defRPr sz="2100" b="1">
                <a:solidFill>
                  <a:srgbClr val="124B78"/>
                </a:solidFill>
              </a:defRPr>
            </a:lvl5pPr>
            <a:lvl6pPr>
              <a:defRPr sz="2100" b="1">
                <a:solidFill>
                  <a:srgbClr val="124B78"/>
                </a:solidFill>
              </a:defRPr>
            </a:lvl6pPr>
            <a:lvl7pPr>
              <a:defRPr sz="2100" b="1">
                <a:solidFill>
                  <a:srgbClr val="124B78"/>
                </a:solidFill>
              </a:defRPr>
            </a:lvl7pPr>
            <a:lvl8pPr>
              <a:defRPr sz="2100" b="1">
                <a:solidFill>
                  <a:srgbClr val="124B78"/>
                </a:solidFill>
              </a:defRPr>
            </a:lvl8pPr>
            <a:lvl9pPr>
              <a:defRPr sz="2100" b="1">
                <a:solidFill>
                  <a:srgbClr val="124B78"/>
                </a:solidFill>
              </a:defRPr>
            </a:lvl9pPr>
          </a:lstStyle>
          <a:p>
            <a:pPr>
              <a:defRPr sz="2100" b="1">
                <a:solidFill>
                  <a:srgbClr val="124B78"/>
                </a:solidFill>
              </a:defRPr>
            </a:pPr>
            <a:r>
              <a:rPr sz="2100" b="1">
                <a:solidFill>
                  <a:srgbClr val="124B78"/>
                </a:solidFill>
              </a:rPr>
              <a:t>Q₀,₂₅ = 35      Q₀,₇₅ = 45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D7F909-939F-4ED2-9217-7C1612084CF8}"/>
              </a:ext>
            </a:extLst>
          </p:cNvPr>
          <p:cNvSpPr>
            <a:spLocks noGrp="1"/>
          </p:cNvSpPr>
          <p:nvPr/>
        </p:nvSpPr>
        <p:spPr>
          <a:xfrm>
            <a:off x="4143375" y="3495675"/>
            <a:ext cx="4476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0B2349"/>
                </a:solidFill>
              </a:defRPr>
            </a:defPPr>
            <a:lvl1pPr>
              <a:defRPr sz="1725" b="0">
                <a:solidFill>
                  <a:srgbClr val="0B2349"/>
                </a:solidFill>
              </a:defRPr>
            </a:lvl1pPr>
            <a:lvl2pPr>
              <a:defRPr sz="1725" b="0">
                <a:solidFill>
                  <a:srgbClr val="0B2349"/>
                </a:solidFill>
              </a:defRPr>
            </a:lvl2pPr>
            <a:lvl3pPr>
              <a:defRPr sz="1725" b="0">
                <a:solidFill>
                  <a:srgbClr val="0B2349"/>
                </a:solidFill>
              </a:defRPr>
            </a:lvl3pPr>
            <a:lvl4pPr>
              <a:defRPr sz="1725" b="0">
                <a:solidFill>
                  <a:srgbClr val="0B2349"/>
                </a:solidFill>
              </a:defRPr>
            </a:lvl4pPr>
            <a:lvl5pPr>
              <a:defRPr sz="1725" b="0">
                <a:solidFill>
                  <a:srgbClr val="0B2349"/>
                </a:solidFill>
              </a:defRPr>
            </a:lvl5pPr>
            <a:lvl6pPr>
              <a:defRPr sz="1725" b="0">
                <a:solidFill>
                  <a:srgbClr val="0B2349"/>
                </a:solidFill>
              </a:defRPr>
            </a:lvl6pPr>
            <a:lvl7pPr>
              <a:defRPr sz="1725" b="0">
                <a:solidFill>
                  <a:srgbClr val="0B2349"/>
                </a:solidFill>
              </a:defRPr>
            </a:lvl7pPr>
            <a:lvl8pPr>
              <a:defRPr sz="1725" b="0">
                <a:solidFill>
                  <a:srgbClr val="0B2349"/>
                </a:solidFill>
              </a:defRPr>
            </a:lvl8pPr>
            <a:lvl9pPr>
              <a:defRPr sz="1725" b="0">
                <a:solidFill>
                  <a:srgbClr val="0B2349"/>
                </a:solidFill>
              </a:defRPr>
            </a:lvl9pPr>
          </a:lstStyle>
          <a:p>
            <a:pPr>
              <a:defRPr sz="1725" b="0">
                <a:solidFill>
                  <a:srgbClr val="0B2349"/>
                </a:solidFill>
              </a:defRPr>
            </a:pPr>
            <a:r>
              <a:rPr sz="1725" b="0">
                <a:solidFill>
                  <a:srgbClr val="0B2349"/>
                </a:solidFill>
              </a:rPr>
              <a:t>Intervalo central de 50%: [35; 45]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726F36-3582-4474-88A0-814BF576E34E}"/>
              </a:ext>
            </a:extLst>
          </p:cNvPr>
          <p:cNvSpPr>
            <a:spLocks noGrp="1"/>
          </p:cNvSpPr>
          <p:nvPr/>
        </p:nvSpPr>
        <p:spPr>
          <a:xfrm>
            <a:off x="4246743" y="4124325"/>
            <a:ext cx="4106681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124B78"/>
                </a:solidFill>
              </a:defRPr>
            </a:defPPr>
            <a:lvl1pPr>
              <a:defRPr sz="1800" b="1">
                <a:solidFill>
                  <a:srgbClr val="124B78"/>
                </a:solidFill>
              </a:defRPr>
            </a:lvl1pPr>
            <a:lvl2pPr>
              <a:defRPr sz="1800" b="1">
                <a:solidFill>
                  <a:srgbClr val="124B78"/>
                </a:solidFill>
              </a:defRPr>
            </a:lvl2pPr>
            <a:lvl3pPr>
              <a:defRPr sz="1800" b="1">
                <a:solidFill>
                  <a:srgbClr val="124B78"/>
                </a:solidFill>
              </a:defRPr>
            </a:lvl3pPr>
            <a:lvl4pPr>
              <a:defRPr sz="1800" b="1">
                <a:solidFill>
                  <a:srgbClr val="124B78"/>
                </a:solidFill>
              </a:defRPr>
            </a:lvl4pPr>
            <a:lvl5pPr>
              <a:defRPr sz="1800" b="1">
                <a:solidFill>
                  <a:srgbClr val="124B78"/>
                </a:solidFill>
              </a:defRPr>
            </a:lvl5pPr>
            <a:lvl6pPr>
              <a:defRPr sz="1800" b="1">
                <a:solidFill>
                  <a:srgbClr val="124B78"/>
                </a:solidFill>
              </a:defRPr>
            </a:lvl6pPr>
            <a:lvl7pPr>
              <a:defRPr sz="1800" b="1">
                <a:solidFill>
                  <a:srgbClr val="124B78"/>
                </a:solidFill>
              </a:defRPr>
            </a:lvl7pPr>
            <a:lvl8pPr>
              <a:defRPr sz="1800" b="1">
                <a:solidFill>
                  <a:srgbClr val="124B78"/>
                </a:solidFill>
              </a:defRPr>
            </a:lvl8pPr>
            <a:lvl9pPr>
              <a:defRPr sz="1800" b="1">
                <a:solidFill>
                  <a:srgbClr val="124B78"/>
                </a:solidFill>
              </a:defRPr>
            </a:lvl9pPr>
          </a:lstStyle>
          <a:p>
            <a:pPr>
              <a:defRPr sz="1800" b="1">
                <a:solidFill>
                  <a:srgbClr val="124B78"/>
                </a:solidFill>
              </a:defRPr>
            </a:pPr>
            <a:r>
              <a:rPr sz="1800" b="1" dirty="0">
                <a:solidFill>
                  <a:srgbClr val="124B78"/>
                </a:solidFill>
              </a:rPr>
              <a:t>Mediana: 40 m³/s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F157B1-DDFB-4273-8678-D98FF91CEDDB}"/>
              </a:ext>
            </a:extLst>
          </p:cNvPr>
          <p:cNvSpPr>
            <a:spLocks noGrp="1"/>
          </p:cNvSpPr>
          <p:nvPr/>
        </p:nvSpPr>
        <p:spPr>
          <a:xfrm>
            <a:off x="8905875" y="1504950"/>
            <a:ext cx="3048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24B78"/>
                </a:solidFill>
              </a:defRPr>
            </a:defPPr>
            <a:lvl1pPr>
              <a:defRPr sz="1725" b="1">
                <a:solidFill>
                  <a:srgbClr val="124B78"/>
                </a:solidFill>
              </a:defRPr>
            </a:lvl1pPr>
            <a:lvl2pPr>
              <a:defRPr sz="1725" b="1">
                <a:solidFill>
                  <a:srgbClr val="124B78"/>
                </a:solidFill>
              </a:defRPr>
            </a:lvl2pPr>
            <a:lvl3pPr>
              <a:defRPr sz="1725" b="1">
                <a:solidFill>
                  <a:srgbClr val="124B78"/>
                </a:solidFill>
              </a:defRPr>
            </a:lvl3pPr>
            <a:lvl4pPr>
              <a:defRPr sz="1725" b="1">
                <a:solidFill>
                  <a:srgbClr val="124B78"/>
                </a:solidFill>
              </a:defRPr>
            </a:lvl4pPr>
            <a:lvl5pPr>
              <a:defRPr sz="1725" b="1">
                <a:solidFill>
                  <a:srgbClr val="124B78"/>
                </a:solidFill>
              </a:defRPr>
            </a:lvl5pPr>
            <a:lvl6pPr>
              <a:defRPr sz="1725" b="1">
                <a:solidFill>
                  <a:srgbClr val="124B78"/>
                </a:solidFill>
              </a:defRPr>
            </a:lvl6pPr>
            <a:lvl7pPr>
              <a:defRPr sz="1725" b="1">
                <a:solidFill>
                  <a:srgbClr val="124B78"/>
                </a:solidFill>
              </a:defRPr>
            </a:lvl7pPr>
            <a:lvl8pPr>
              <a:defRPr sz="1725" b="1">
                <a:solidFill>
                  <a:srgbClr val="124B78"/>
                </a:solidFill>
              </a:defRPr>
            </a:lvl8pPr>
            <a:lvl9pPr>
              <a:defRPr sz="1725" b="1">
                <a:solidFill>
                  <a:srgbClr val="124B78"/>
                </a:solidFill>
              </a:defRPr>
            </a:lvl9pPr>
          </a:lstStyle>
          <a:p>
            <a:pPr>
              <a:defRPr sz="1725" b="1">
                <a:solidFill>
                  <a:srgbClr val="124B78"/>
                </a:solidFill>
              </a:defRPr>
            </a:pPr>
            <a:r>
              <a:rPr sz="1725" b="1">
                <a:solidFill>
                  <a:srgbClr val="124B78"/>
                </a:solidFill>
              </a:rPr>
              <a:t>1  Faixa variável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1E523E-364B-484B-A4CD-B6EEB2755F37}"/>
              </a:ext>
            </a:extLst>
          </p:cNvPr>
          <p:cNvSpPr>
            <a:spLocks noGrp="1"/>
          </p:cNvSpPr>
          <p:nvPr/>
        </p:nvSpPr>
        <p:spPr>
          <a:xfrm>
            <a:off x="8905875" y="1793256"/>
            <a:ext cx="304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0B2349"/>
                </a:solidFill>
              </a:defRPr>
            </a:defPPr>
            <a:lvl1pPr>
              <a:defRPr sz="1650" b="0">
                <a:solidFill>
                  <a:srgbClr val="0B2349"/>
                </a:solidFill>
              </a:defRPr>
            </a:lvl1pPr>
            <a:lvl2pPr>
              <a:defRPr sz="1650" b="0">
                <a:solidFill>
                  <a:srgbClr val="0B2349"/>
                </a:solidFill>
              </a:defRPr>
            </a:lvl2pPr>
            <a:lvl3pPr>
              <a:defRPr sz="1650" b="0">
                <a:solidFill>
                  <a:srgbClr val="0B2349"/>
                </a:solidFill>
              </a:defRPr>
            </a:lvl3pPr>
            <a:lvl4pPr>
              <a:defRPr sz="1650" b="0">
                <a:solidFill>
                  <a:srgbClr val="0B2349"/>
                </a:solidFill>
              </a:defRPr>
            </a:lvl4pPr>
            <a:lvl5pPr>
              <a:defRPr sz="1650" b="0">
                <a:solidFill>
                  <a:srgbClr val="0B2349"/>
                </a:solidFill>
              </a:defRPr>
            </a:lvl5pPr>
            <a:lvl6pPr>
              <a:defRPr sz="1650" b="0">
                <a:solidFill>
                  <a:srgbClr val="0B2349"/>
                </a:solidFill>
              </a:defRPr>
            </a:lvl6pPr>
            <a:lvl7pPr>
              <a:defRPr sz="1650" b="0">
                <a:solidFill>
                  <a:srgbClr val="0B2349"/>
                </a:solidFill>
              </a:defRPr>
            </a:lvl7pPr>
            <a:lvl8pPr>
              <a:defRPr sz="1650" b="0">
                <a:solidFill>
                  <a:srgbClr val="0B2349"/>
                </a:solidFill>
              </a:defRPr>
            </a:lvl8pPr>
            <a:lvl9pPr>
              <a:defRPr sz="1650" b="0">
                <a:solidFill>
                  <a:srgbClr val="0B2349"/>
                </a:solidFill>
              </a:defRPr>
            </a:lvl9pPr>
          </a:lstStyle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 dirty="0">
                <a:solidFill>
                  <a:srgbClr val="0B2349"/>
                </a:solidFill>
              </a:rPr>
              <a:t>A </a:t>
            </a:r>
            <a:r>
              <a:rPr sz="1650" b="0" dirty="0" err="1">
                <a:solidFill>
                  <a:srgbClr val="0B2349"/>
                </a:solidFill>
              </a:rPr>
              <a:t>dispersão</a:t>
            </a:r>
            <a:r>
              <a:rPr sz="1650" b="0" dirty="0">
                <a:solidFill>
                  <a:srgbClr val="0B2349"/>
                </a:solidFill>
              </a:rPr>
              <a:t> </a:t>
            </a:r>
            <a:r>
              <a:rPr sz="1650" b="0" dirty="0" err="1">
                <a:solidFill>
                  <a:srgbClr val="0B2349"/>
                </a:solidFill>
              </a:rPr>
              <a:t>pode</a:t>
            </a:r>
            <a:r>
              <a:rPr sz="1650" b="0" dirty="0">
                <a:solidFill>
                  <a:srgbClr val="0B2349"/>
                </a:solidFill>
              </a:rPr>
              <a:t> mudar</a:t>
            </a:r>
          </a:p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 dirty="0" err="1">
                <a:solidFill>
                  <a:srgbClr val="0B2349"/>
                </a:solidFill>
              </a:rPr>
              <a:t>ao</a:t>
            </a:r>
            <a:r>
              <a:rPr sz="1650" b="0" dirty="0">
                <a:solidFill>
                  <a:srgbClr val="0B2349"/>
                </a:solidFill>
              </a:rPr>
              <a:t> </a:t>
            </a:r>
            <a:r>
              <a:rPr sz="1650" b="0" dirty="0" err="1">
                <a:solidFill>
                  <a:srgbClr val="0B2349"/>
                </a:solidFill>
              </a:rPr>
              <a:t>longo</a:t>
            </a:r>
            <a:r>
              <a:rPr sz="1650" b="0" dirty="0">
                <a:solidFill>
                  <a:srgbClr val="0B2349"/>
                </a:solidFill>
              </a:rPr>
              <a:t> do </a:t>
            </a:r>
            <a:r>
              <a:rPr sz="1650" b="0" dirty="0" err="1">
                <a:solidFill>
                  <a:srgbClr val="0B2349"/>
                </a:solidFill>
              </a:rPr>
              <a:t>evento</a:t>
            </a:r>
            <a:r>
              <a:rPr sz="1650" b="0" dirty="0">
                <a:solidFill>
                  <a:srgbClr val="0B2349"/>
                </a:solidFill>
              </a:rPr>
              <a:t>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BA22ED-D23B-4B19-9D47-D348008C8E94}"/>
              </a:ext>
            </a:extLst>
          </p:cNvPr>
          <p:cNvSpPr>
            <a:spLocks noGrp="1"/>
          </p:cNvSpPr>
          <p:nvPr/>
        </p:nvSpPr>
        <p:spPr>
          <a:xfrm>
            <a:off x="8905875" y="2571750"/>
            <a:ext cx="3048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24B78"/>
                </a:solidFill>
              </a:defRPr>
            </a:defPPr>
            <a:lvl1pPr>
              <a:defRPr sz="1725" b="1">
                <a:solidFill>
                  <a:srgbClr val="124B78"/>
                </a:solidFill>
              </a:defRPr>
            </a:lvl1pPr>
            <a:lvl2pPr>
              <a:defRPr sz="1725" b="1">
                <a:solidFill>
                  <a:srgbClr val="124B78"/>
                </a:solidFill>
              </a:defRPr>
            </a:lvl2pPr>
            <a:lvl3pPr>
              <a:defRPr sz="1725" b="1">
                <a:solidFill>
                  <a:srgbClr val="124B78"/>
                </a:solidFill>
              </a:defRPr>
            </a:lvl3pPr>
            <a:lvl4pPr>
              <a:defRPr sz="1725" b="1">
                <a:solidFill>
                  <a:srgbClr val="124B78"/>
                </a:solidFill>
              </a:defRPr>
            </a:lvl4pPr>
            <a:lvl5pPr>
              <a:defRPr sz="1725" b="1">
                <a:solidFill>
                  <a:srgbClr val="124B78"/>
                </a:solidFill>
              </a:defRPr>
            </a:lvl5pPr>
            <a:lvl6pPr>
              <a:defRPr sz="1725" b="1">
                <a:solidFill>
                  <a:srgbClr val="124B78"/>
                </a:solidFill>
              </a:defRPr>
            </a:lvl6pPr>
            <a:lvl7pPr>
              <a:defRPr sz="1725" b="1">
                <a:solidFill>
                  <a:srgbClr val="124B78"/>
                </a:solidFill>
              </a:defRPr>
            </a:lvl7pPr>
            <a:lvl8pPr>
              <a:defRPr sz="1725" b="1">
                <a:solidFill>
                  <a:srgbClr val="124B78"/>
                </a:solidFill>
              </a:defRPr>
            </a:lvl8pPr>
            <a:lvl9pPr>
              <a:defRPr sz="1725" b="1">
                <a:solidFill>
                  <a:srgbClr val="124B78"/>
                </a:solidFill>
              </a:defRPr>
            </a:lvl9pPr>
          </a:lstStyle>
          <a:p>
            <a:pPr>
              <a:defRPr sz="1725" b="1">
                <a:solidFill>
                  <a:srgbClr val="124B78"/>
                </a:solidFill>
              </a:defRPr>
            </a:pPr>
            <a:r>
              <a:rPr sz="1725" b="1">
                <a:solidFill>
                  <a:srgbClr val="124B78"/>
                </a:solidFill>
              </a:rPr>
              <a:t>2  Cobertura no teste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EFDCE0-22E8-44EB-A7FB-FB39CAEA6172}"/>
              </a:ext>
            </a:extLst>
          </p:cNvPr>
          <p:cNvSpPr>
            <a:spLocks noGrp="1"/>
          </p:cNvSpPr>
          <p:nvPr/>
        </p:nvSpPr>
        <p:spPr>
          <a:xfrm>
            <a:off x="8905875" y="2846504"/>
            <a:ext cx="304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0B2349"/>
                </a:solidFill>
              </a:defRPr>
            </a:defPPr>
            <a:lvl1pPr>
              <a:defRPr sz="1650" b="0">
                <a:solidFill>
                  <a:srgbClr val="0B2349"/>
                </a:solidFill>
              </a:defRPr>
            </a:lvl1pPr>
            <a:lvl2pPr>
              <a:defRPr sz="1650" b="0">
                <a:solidFill>
                  <a:srgbClr val="0B2349"/>
                </a:solidFill>
              </a:defRPr>
            </a:lvl2pPr>
            <a:lvl3pPr>
              <a:defRPr sz="1650" b="0">
                <a:solidFill>
                  <a:srgbClr val="0B2349"/>
                </a:solidFill>
              </a:defRPr>
            </a:lvl3pPr>
            <a:lvl4pPr>
              <a:defRPr sz="1650" b="0">
                <a:solidFill>
                  <a:srgbClr val="0B2349"/>
                </a:solidFill>
              </a:defRPr>
            </a:lvl4pPr>
            <a:lvl5pPr>
              <a:defRPr sz="1650" b="0">
                <a:solidFill>
                  <a:srgbClr val="0B2349"/>
                </a:solidFill>
              </a:defRPr>
            </a:lvl5pPr>
            <a:lvl6pPr>
              <a:defRPr sz="1650" b="0">
                <a:solidFill>
                  <a:srgbClr val="0B2349"/>
                </a:solidFill>
              </a:defRPr>
            </a:lvl6pPr>
            <a:lvl7pPr>
              <a:defRPr sz="1650" b="0">
                <a:solidFill>
                  <a:srgbClr val="0B2349"/>
                </a:solidFill>
              </a:defRPr>
            </a:lvl7pPr>
            <a:lvl8pPr>
              <a:defRPr sz="1650" b="0">
                <a:solidFill>
                  <a:srgbClr val="0B2349"/>
                </a:solidFill>
              </a:defRPr>
            </a:lvl8pPr>
            <a:lvl9pPr>
              <a:defRPr sz="1650" b="0">
                <a:solidFill>
                  <a:srgbClr val="0B2349"/>
                </a:solidFill>
              </a:defRPr>
            </a:lvl9pPr>
          </a:lstStyle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 dirty="0">
                <a:solidFill>
                  <a:srgbClr val="0B2349"/>
                </a:solidFill>
              </a:rPr>
              <a:t>O </a:t>
            </a:r>
            <a:r>
              <a:rPr sz="1650" b="0" dirty="0" err="1">
                <a:solidFill>
                  <a:srgbClr val="0B2349"/>
                </a:solidFill>
              </a:rPr>
              <a:t>intervalo</a:t>
            </a:r>
            <a:r>
              <a:rPr sz="1650" b="0" dirty="0">
                <a:solidFill>
                  <a:srgbClr val="0B2349"/>
                </a:solidFill>
              </a:rPr>
              <a:t> nominal de 90%</a:t>
            </a:r>
          </a:p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 dirty="0" err="1">
                <a:solidFill>
                  <a:srgbClr val="0B2349"/>
                </a:solidFill>
              </a:rPr>
              <a:t>exige</a:t>
            </a:r>
            <a:r>
              <a:rPr sz="1650" b="0" dirty="0">
                <a:solidFill>
                  <a:srgbClr val="0B2349"/>
                </a:solidFill>
              </a:rPr>
              <a:t> </a:t>
            </a:r>
            <a:r>
              <a:rPr sz="1650" b="0" dirty="0" err="1">
                <a:solidFill>
                  <a:srgbClr val="0B2349"/>
                </a:solidFill>
              </a:rPr>
              <a:t>avaliação</a:t>
            </a:r>
            <a:r>
              <a:rPr sz="1650" b="0" dirty="0">
                <a:solidFill>
                  <a:srgbClr val="0B2349"/>
                </a:solidFill>
              </a:rPr>
              <a:t> </a:t>
            </a:r>
            <a:r>
              <a:rPr sz="1650" b="0" dirty="0" err="1">
                <a:solidFill>
                  <a:srgbClr val="0B2349"/>
                </a:solidFill>
              </a:rPr>
              <a:t>empírica</a:t>
            </a:r>
            <a:r>
              <a:rPr sz="1650" b="0" dirty="0">
                <a:solidFill>
                  <a:srgbClr val="0B2349"/>
                </a:solidFill>
              </a:rPr>
              <a:t>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E15CB07-345B-4E64-9B01-37FE8A968D23}"/>
              </a:ext>
            </a:extLst>
          </p:cNvPr>
          <p:cNvSpPr>
            <a:spLocks noGrp="1"/>
          </p:cNvSpPr>
          <p:nvPr/>
        </p:nvSpPr>
        <p:spPr>
          <a:xfrm>
            <a:off x="8905875" y="3638550"/>
            <a:ext cx="3048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24B78"/>
                </a:solidFill>
              </a:defRPr>
            </a:defPPr>
            <a:lvl1pPr>
              <a:defRPr sz="1725" b="1">
                <a:solidFill>
                  <a:srgbClr val="124B78"/>
                </a:solidFill>
              </a:defRPr>
            </a:lvl1pPr>
            <a:lvl2pPr>
              <a:defRPr sz="1725" b="1">
                <a:solidFill>
                  <a:srgbClr val="124B78"/>
                </a:solidFill>
              </a:defRPr>
            </a:lvl2pPr>
            <a:lvl3pPr>
              <a:defRPr sz="1725" b="1">
                <a:solidFill>
                  <a:srgbClr val="124B78"/>
                </a:solidFill>
              </a:defRPr>
            </a:lvl3pPr>
            <a:lvl4pPr>
              <a:defRPr sz="1725" b="1">
                <a:solidFill>
                  <a:srgbClr val="124B78"/>
                </a:solidFill>
              </a:defRPr>
            </a:lvl4pPr>
            <a:lvl5pPr>
              <a:defRPr sz="1725" b="1">
                <a:solidFill>
                  <a:srgbClr val="124B78"/>
                </a:solidFill>
              </a:defRPr>
            </a:lvl5pPr>
            <a:lvl6pPr>
              <a:defRPr sz="1725" b="1">
                <a:solidFill>
                  <a:srgbClr val="124B78"/>
                </a:solidFill>
              </a:defRPr>
            </a:lvl6pPr>
            <a:lvl7pPr>
              <a:defRPr sz="1725" b="1">
                <a:solidFill>
                  <a:srgbClr val="124B78"/>
                </a:solidFill>
              </a:defRPr>
            </a:lvl7pPr>
            <a:lvl8pPr>
              <a:defRPr sz="1725" b="1">
                <a:solidFill>
                  <a:srgbClr val="124B78"/>
                </a:solidFill>
              </a:defRPr>
            </a:lvl8pPr>
            <a:lvl9pPr>
              <a:defRPr sz="1725" b="1">
                <a:solidFill>
                  <a:srgbClr val="124B78"/>
                </a:solidFill>
              </a:defRPr>
            </a:lvl9pPr>
          </a:lstStyle>
          <a:p>
            <a:pPr>
              <a:defRPr sz="1725" b="1">
                <a:solidFill>
                  <a:srgbClr val="124B78"/>
                </a:solidFill>
              </a:defRPr>
            </a:pPr>
            <a:r>
              <a:rPr sz="1725" b="1">
                <a:solidFill>
                  <a:srgbClr val="124B78"/>
                </a:solidFill>
              </a:rPr>
              <a:t>3  Outras incertezas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5BC691-EEA4-4ACF-823D-4F550BDA4E1A}"/>
              </a:ext>
            </a:extLst>
          </p:cNvPr>
          <p:cNvSpPr>
            <a:spLocks noGrp="1"/>
          </p:cNvSpPr>
          <p:nvPr/>
        </p:nvSpPr>
        <p:spPr>
          <a:xfrm>
            <a:off x="8905875" y="3919441"/>
            <a:ext cx="304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0B2349"/>
                </a:solidFill>
              </a:defRPr>
            </a:defPPr>
            <a:lvl1pPr>
              <a:defRPr sz="1500" b="0">
                <a:solidFill>
                  <a:srgbClr val="0B2349"/>
                </a:solidFill>
              </a:defRPr>
            </a:lvl1pPr>
            <a:lvl2pPr>
              <a:defRPr sz="1500" b="0">
                <a:solidFill>
                  <a:srgbClr val="0B2349"/>
                </a:solidFill>
              </a:defRPr>
            </a:lvl2pPr>
            <a:lvl3pPr>
              <a:defRPr sz="1500" b="0">
                <a:solidFill>
                  <a:srgbClr val="0B2349"/>
                </a:solidFill>
              </a:defRPr>
            </a:lvl3pPr>
            <a:lvl4pPr>
              <a:defRPr sz="1500" b="0">
                <a:solidFill>
                  <a:srgbClr val="0B2349"/>
                </a:solidFill>
              </a:defRPr>
            </a:lvl4pPr>
            <a:lvl5pPr>
              <a:defRPr sz="1500" b="0">
                <a:solidFill>
                  <a:srgbClr val="0B2349"/>
                </a:solidFill>
              </a:defRPr>
            </a:lvl5pPr>
            <a:lvl6pPr>
              <a:defRPr sz="1500" b="0">
                <a:solidFill>
                  <a:srgbClr val="0B2349"/>
                </a:solidFill>
              </a:defRPr>
            </a:lvl6pPr>
            <a:lvl7pPr>
              <a:defRPr sz="1500" b="0">
                <a:solidFill>
                  <a:srgbClr val="0B2349"/>
                </a:solidFill>
              </a:defRPr>
            </a:lvl7pPr>
            <a:lvl8pPr>
              <a:defRPr sz="1500" b="0">
                <a:solidFill>
                  <a:srgbClr val="0B2349"/>
                </a:solidFill>
              </a:defRPr>
            </a:lvl8pPr>
            <a:lvl9pPr>
              <a:defRPr sz="1500" b="0">
                <a:solidFill>
                  <a:srgbClr val="0B2349"/>
                </a:solidFill>
              </a:defRPr>
            </a:lvl9pPr>
          </a:lstStyle>
          <a:p>
            <a:pPr>
              <a:defRPr sz="1500" b="0">
                <a:solidFill>
                  <a:srgbClr val="0B2349"/>
                </a:solidFill>
              </a:defRPr>
            </a:pPr>
            <a:r>
              <a:rPr sz="1500" b="0" dirty="0" err="1">
                <a:solidFill>
                  <a:srgbClr val="0B2349"/>
                </a:solidFill>
              </a:rPr>
              <a:t>Chuva</a:t>
            </a:r>
            <a:r>
              <a:rPr sz="1500" b="0" dirty="0">
                <a:solidFill>
                  <a:srgbClr val="0B2349"/>
                </a:solidFill>
              </a:rPr>
              <a:t> ensemble e </a:t>
            </a:r>
            <a:r>
              <a:rPr sz="1500" b="0" dirty="0" err="1">
                <a:solidFill>
                  <a:srgbClr val="0B2349"/>
                </a:solidFill>
              </a:rPr>
              <a:t>resíduos</a:t>
            </a:r>
            <a:endParaRPr sz="1500" b="0" dirty="0">
              <a:solidFill>
                <a:srgbClr val="0B2349"/>
              </a:solidFill>
            </a:endParaRPr>
          </a:p>
          <a:p>
            <a:pPr>
              <a:defRPr sz="1500" b="0">
                <a:solidFill>
                  <a:srgbClr val="0B2349"/>
                </a:solidFill>
              </a:defRPr>
            </a:pPr>
            <a:r>
              <a:rPr sz="1500" b="0" dirty="0" err="1">
                <a:solidFill>
                  <a:srgbClr val="0B2349"/>
                </a:solidFill>
              </a:rPr>
              <a:t>exigem</a:t>
            </a:r>
            <a:r>
              <a:rPr sz="1500" b="0" dirty="0">
                <a:solidFill>
                  <a:srgbClr val="0B2349"/>
                </a:solidFill>
              </a:rPr>
              <a:t> </a:t>
            </a:r>
            <a:r>
              <a:rPr sz="1500" b="0" dirty="0" err="1">
                <a:solidFill>
                  <a:srgbClr val="0B2349"/>
                </a:solidFill>
              </a:rPr>
              <a:t>tratamento</a:t>
            </a:r>
            <a:r>
              <a:rPr sz="1500" b="0" dirty="0">
                <a:solidFill>
                  <a:srgbClr val="0B2349"/>
                </a:solidFill>
              </a:rPr>
              <a:t> </a:t>
            </a:r>
            <a:r>
              <a:rPr sz="1500" b="0" dirty="0" err="1">
                <a:solidFill>
                  <a:srgbClr val="0B2349"/>
                </a:solidFill>
              </a:rPr>
              <a:t>próprio</a:t>
            </a:r>
            <a:r>
              <a:rPr sz="1500" b="0" dirty="0">
                <a:solidFill>
                  <a:srgbClr val="0B2349"/>
                </a:solidFill>
              </a:rPr>
              <a:t>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5D28FB-0738-4168-9FC2-795557B24CCA}"/>
              </a:ext>
            </a:extLst>
          </p:cNvPr>
          <p:cNvSpPr>
            <a:spLocks noGrp="1"/>
          </p:cNvSpPr>
          <p:nvPr/>
        </p:nvSpPr>
        <p:spPr>
          <a:xfrm>
            <a:off x="238125" y="4914900"/>
            <a:ext cx="11525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 dirty="0" err="1">
                <a:solidFill>
                  <a:srgbClr val="0A2C4D"/>
                </a:solidFill>
              </a:rPr>
              <a:t>Exemplo</a:t>
            </a:r>
            <a:r>
              <a:rPr sz="1875" b="1" dirty="0">
                <a:solidFill>
                  <a:srgbClr val="0A2C4D"/>
                </a:solidFill>
              </a:rPr>
              <a:t> </a:t>
            </a:r>
            <a:r>
              <a:rPr sz="1875" b="1" dirty="0" err="1">
                <a:solidFill>
                  <a:srgbClr val="0A2C4D"/>
                </a:solidFill>
              </a:rPr>
              <a:t>ao</a:t>
            </a:r>
            <a:r>
              <a:rPr sz="1875" b="1" dirty="0">
                <a:solidFill>
                  <a:srgbClr val="0A2C4D"/>
                </a:solidFill>
              </a:rPr>
              <a:t> </a:t>
            </a:r>
            <a:r>
              <a:rPr sz="1875" b="1" dirty="0" err="1">
                <a:solidFill>
                  <a:srgbClr val="0A2C4D"/>
                </a:solidFill>
              </a:rPr>
              <a:t>longo</a:t>
            </a:r>
            <a:r>
              <a:rPr sz="1875" b="1" dirty="0">
                <a:solidFill>
                  <a:srgbClr val="0A2C4D"/>
                </a:solidFill>
              </a:rPr>
              <a:t> do </a:t>
            </a:r>
            <a:r>
              <a:rPr sz="1875" b="1" dirty="0" err="1">
                <a:solidFill>
                  <a:srgbClr val="0A2C4D"/>
                </a:solidFill>
              </a:rPr>
              <a:t>evento</a:t>
            </a:r>
            <a:r>
              <a:rPr sz="1875" b="1" dirty="0">
                <a:solidFill>
                  <a:srgbClr val="0A2C4D"/>
                </a:solidFill>
              </a:rPr>
              <a:t>: </a:t>
            </a:r>
            <a:r>
              <a:rPr sz="1875" b="1" dirty="0" err="1">
                <a:solidFill>
                  <a:srgbClr val="0A2C4D"/>
                </a:solidFill>
              </a:rPr>
              <a:t>quantis</a:t>
            </a:r>
            <a:r>
              <a:rPr sz="1875" b="1" dirty="0">
                <a:solidFill>
                  <a:srgbClr val="0A2C4D"/>
                </a:solidFill>
              </a:rPr>
              <a:t> </a:t>
            </a:r>
            <a:r>
              <a:rPr sz="1875" b="1" dirty="0" err="1">
                <a:solidFill>
                  <a:srgbClr val="0A2C4D"/>
                </a:solidFill>
              </a:rPr>
              <a:t>em</a:t>
            </a:r>
            <a:r>
              <a:rPr sz="1875" b="1" dirty="0">
                <a:solidFill>
                  <a:srgbClr val="0A2C4D"/>
                </a:solidFill>
              </a:rPr>
              <a:t> </a:t>
            </a:r>
            <a:r>
              <a:rPr sz="1875" b="1" dirty="0" err="1">
                <a:solidFill>
                  <a:srgbClr val="0A2C4D"/>
                </a:solidFill>
              </a:rPr>
              <a:t>cada</a:t>
            </a:r>
            <a:r>
              <a:rPr sz="1875" b="1" dirty="0">
                <a:solidFill>
                  <a:srgbClr val="0A2C4D"/>
                </a:solidFill>
              </a:rPr>
              <a:t> </a:t>
            </a:r>
            <a:r>
              <a:rPr sz="1875" b="1" dirty="0" err="1">
                <a:solidFill>
                  <a:srgbClr val="0A2C4D"/>
                </a:solidFill>
              </a:rPr>
              <a:t>horizonte</a:t>
            </a:r>
            <a:endParaRPr sz="1875" b="1" dirty="0">
              <a:solidFill>
                <a:srgbClr val="0A2C4D"/>
              </a:solidFill>
            </a:endParaRPr>
          </a:p>
        </p:txBody>
      </p:sp>
      <p:graphicFrame>
        <p:nvGraphicFramePr>
          <p:cNvPr id="34" name="Chart">
            <a:extLst>
              <a:ext uri="{FF2B5EF4-FFF2-40B4-BE49-F238E27FC236}">
                <a16:creationId xmlns:a16="http://schemas.microsoft.com/office/drawing/2014/main" id="{7CB7177E-345B-4C03-81E7-3D3A3DD96B35}"/>
              </a:ext>
            </a:extLst>
          </p:cNvPr>
          <p:cNvGraphicFramePr/>
          <p:nvPr/>
        </p:nvGraphicFramePr>
        <p:xfrm>
          <a:off x="285750" y="5305425"/>
          <a:ext cx="7048500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8E35807D-1CB8-4F21-AACB-A3269BBA77C5}"/>
              </a:ext>
            </a:extLst>
          </p:cNvPr>
          <p:cNvSpPr>
            <a:spLocks noGrp="1"/>
          </p:cNvSpPr>
          <p:nvPr/>
        </p:nvSpPr>
        <p:spPr>
          <a:xfrm>
            <a:off x="7715250" y="5381625"/>
            <a:ext cx="4095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4C2479"/>
                </a:solidFill>
              </a:defRPr>
            </a:defPPr>
            <a:lvl1pPr>
              <a:defRPr sz="1725" b="1">
                <a:solidFill>
                  <a:srgbClr val="4C2479"/>
                </a:solidFill>
              </a:defRPr>
            </a:lvl1pPr>
            <a:lvl2pPr>
              <a:defRPr sz="1725" b="1">
                <a:solidFill>
                  <a:srgbClr val="4C2479"/>
                </a:solidFill>
              </a:defRPr>
            </a:lvl2pPr>
            <a:lvl3pPr>
              <a:defRPr sz="1725" b="1">
                <a:solidFill>
                  <a:srgbClr val="4C2479"/>
                </a:solidFill>
              </a:defRPr>
            </a:lvl3pPr>
            <a:lvl4pPr>
              <a:defRPr sz="1725" b="1">
                <a:solidFill>
                  <a:srgbClr val="4C2479"/>
                </a:solidFill>
              </a:defRPr>
            </a:lvl4pPr>
            <a:lvl5pPr>
              <a:defRPr sz="1725" b="1">
                <a:solidFill>
                  <a:srgbClr val="4C2479"/>
                </a:solidFill>
              </a:defRPr>
            </a:lvl5pPr>
            <a:lvl6pPr>
              <a:defRPr sz="1725" b="1">
                <a:solidFill>
                  <a:srgbClr val="4C2479"/>
                </a:solidFill>
              </a:defRPr>
            </a:lvl6pPr>
            <a:lvl7pPr>
              <a:defRPr sz="1725" b="1">
                <a:solidFill>
                  <a:srgbClr val="4C2479"/>
                </a:solidFill>
              </a:defRPr>
            </a:lvl7pPr>
            <a:lvl8pPr>
              <a:defRPr sz="1725" b="1">
                <a:solidFill>
                  <a:srgbClr val="4C2479"/>
                </a:solidFill>
              </a:defRPr>
            </a:lvl8pPr>
            <a:lvl9pPr>
              <a:defRPr sz="1725" b="1">
                <a:solidFill>
                  <a:srgbClr val="4C2479"/>
                </a:solidFill>
              </a:defRPr>
            </a:lvl9pPr>
          </a:lstStyle>
          <a:p>
            <a:pPr>
              <a:defRPr sz="1725" b="1">
                <a:solidFill>
                  <a:srgbClr val="4C2479"/>
                </a:solidFill>
              </a:defRPr>
            </a:pPr>
            <a:r>
              <a:rPr sz="1725" b="1">
                <a:solidFill>
                  <a:srgbClr val="4C2479"/>
                </a:solidFill>
              </a:rPr>
              <a:t>Em +3 h: mediana = 40 m³/s</a:t>
            </a:r>
          </a:p>
          <a:p>
            <a:pPr>
              <a:defRPr sz="1725" b="1">
                <a:solidFill>
                  <a:srgbClr val="4C2479"/>
                </a:solidFill>
              </a:defRPr>
            </a:pPr>
            <a:r>
              <a:rPr sz="1725" b="1">
                <a:solidFill>
                  <a:srgbClr val="4C2479"/>
                </a:solidFill>
              </a:rPr>
              <a:t>Faixa 5–95% = 31–49 m³/s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698F779-3E6D-4697-AE03-28FFAB7CFC96}"/>
              </a:ext>
            </a:extLst>
          </p:cNvPr>
          <p:cNvSpPr>
            <a:spLocks noGrp="1"/>
          </p:cNvSpPr>
          <p:nvPr/>
        </p:nvSpPr>
        <p:spPr>
          <a:xfrm>
            <a:off x="7715250" y="5981700"/>
            <a:ext cx="409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456078"/>
                </a:solidFill>
              </a:defRPr>
            </a:defPPr>
            <a:lvl1pPr>
              <a:defRPr sz="1275" b="0">
                <a:solidFill>
                  <a:srgbClr val="456078"/>
                </a:solidFill>
              </a:defRPr>
            </a:lvl1pPr>
            <a:lvl2pPr>
              <a:defRPr sz="1275" b="0">
                <a:solidFill>
                  <a:srgbClr val="456078"/>
                </a:solidFill>
              </a:defRPr>
            </a:lvl2pPr>
            <a:lvl3pPr>
              <a:defRPr sz="1275" b="0">
                <a:solidFill>
                  <a:srgbClr val="456078"/>
                </a:solidFill>
              </a:defRPr>
            </a:lvl3pPr>
            <a:lvl4pPr>
              <a:defRPr sz="1275" b="0">
                <a:solidFill>
                  <a:srgbClr val="456078"/>
                </a:solidFill>
              </a:defRPr>
            </a:lvl4pPr>
            <a:lvl5pPr>
              <a:defRPr sz="1275" b="0">
                <a:solidFill>
                  <a:srgbClr val="456078"/>
                </a:solidFill>
              </a:defRPr>
            </a:lvl5pPr>
            <a:lvl6pPr>
              <a:defRPr sz="1275" b="0">
                <a:solidFill>
                  <a:srgbClr val="456078"/>
                </a:solidFill>
              </a:defRPr>
            </a:lvl6pPr>
            <a:lvl7pPr>
              <a:defRPr sz="1275" b="0">
                <a:solidFill>
                  <a:srgbClr val="456078"/>
                </a:solidFill>
              </a:defRPr>
            </a:lvl7pPr>
            <a:lvl8pPr>
              <a:defRPr sz="1275" b="0">
                <a:solidFill>
                  <a:srgbClr val="456078"/>
                </a:solidFill>
              </a:defRPr>
            </a:lvl8pPr>
            <a:lvl9pPr>
              <a:defRPr sz="1275" b="0">
                <a:solidFill>
                  <a:srgbClr val="456078"/>
                </a:solidFill>
              </a:defRPr>
            </a:lvl9pPr>
          </a:lstStyle>
          <a:p>
            <a:pPr>
              <a:defRPr sz="1275" b="0">
                <a:solidFill>
                  <a:srgbClr val="456078"/>
                </a:solidFill>
              </a:defRPr>
            </a:pPr>
            <a:r>
              <a:rPr sz="1275" b="0" dirty="0" err="1">
                <a:solidFill>
                  <a:srgbClr val="456078"/>
                </a:solidFill>
              </a:rPr>
              <a:t>Linhas</a:t>
            </a:r>
            <a:r>
              <a:rPr sz="1275" b="0" dirty="0">
                <a:solidFill>
                  <a:srgbClr val="456078"/>
                </a:solidFill>
              </a:rPr>
              <a:t> dos </a:t>
            </a:r>
            <a:r>
              <a:rPr sz="1275" b="0" dirty="0" err="1">
                <a:solidFill>
                  <a:srgbClr val="456078"/>
                </a:solidFill>
              </a:rPr>
              <a:t>quantis</a:t>
            </a:r>
            <a:r>
              <a:rPr sz="1275" b="0" dirty="0">
                <a:solidFill>
                  <a:srgbClr val="456078"/>
                </a:solidFill>
              </a:rPr>
              <a:t>, </a:t>
            </a:r>
            <a:r>
              <a:rPr sz="1275" b="0" dirty="0" err="1">
                <a:solidFill>
                  <a:srgbClr val="456078"/>
                </a:solidFill>
              </a:rPr>
              <a:t>exemplo</a:t>
            </a:r>
            <a:r>
              <a:rPr sz="1275" b="0" dirty="0">
                <a:solidFill>
                  <a:srgbClr val="456078"/>
                </a:solidFill>
              </a:rPr>
              <a:t> </a:t>
            </a:r>
            <a:r>
              <a:rPr sz="1275" b="0" dirty="0" err="1">
                <a:solidFill>
                  <a:srgbClr val="456078"/>
                </a:solidFill>
              </a:rPr>
              <a:t>sintético</a:t>
            </a:r>
            <a:r>
              <a:rPr sz="1275" b="0" dirty="0">
                <a:solidFill>
                  <a:srgbClr val="456078"/>
                </a:solidFill>
              </a:rPr>
              <a:t>.</a:t>
            </a:r>
          </a:p>
          <a:p>
            <a:pPr>
              <a:defRPr sz="1275" b="0">
                <a:solidFill>
                  <a:srgbClr val="456078"/>
                </a:solidFill>
              </a:defRPr>
            </a:pPr>
            <a:r>
              <a:rPr sz="1275" b="0" dirty="0" err="1">
                <a:solidFill>
                  <a:srgbClr val="456078"/>
                </a:solidFill>
              </a:rPr>
              <a:t>Não</a:t>
            </a:r>
            <a:r>
              <a:rPr sz="1275" b="0" dirty="0">
                <a:solidFill>
                  <a:srgbClr val="456078"/>
                </a:solidFill>
              </a:rPr>
              <a:t> </a:t>
            </a:r>
            <a:r>
              <a:rPr sz="1275" b="0" dirty="0" err="1">
                <a:solidFill>
                  <a:srgbClr val="456078"/>
                </a:solidFill>
              </a:rPr>
              <a:t>representam</a:t>
            </a:r>
            <a:r>
              <a:rPr sz="1275" b="0" dirty="0">
                <a:solidFill>
                  <a:srgbClr val="456078"/>
                </a:solidFill>
              </a:rPr>
              <a:t> </a:t>
            </a:r>
            <a:r>
              <a:rPr sz="1275" b="0" dirty="0" err="1">
                <a:solidFill>
                  <a:srgbClr val="456078"/>
                </a:solidFill>
              </a:rPr>
              <a:t>garantia</a:t>
            </a:r>
            <a:r>
              <a:rPr sz="1275" b="0" dirty="0">
                <a:solidFill>
                  <a:srgbClr val="456078"/>
                </a:solidFill>
              </a:rPr>
              <a:t> de </a:t>
            </a:r>
            <a:r>
              <a:rPr sz="1275" b="0" dirty="0" err="1">
                <a:solidFill>
                  <a:srgbClr val="456078"/>
                </a:solidFill>
              </a:rPr>
              <a:t>cobertura</a:t>
            </a:r>
            <a:r>
              <a:rPr sz="1275" b="0" dirty="0">
                <a:solidFill>
                  <a:srgbClr val="456078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296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A1BA778-2F47-4ACD-82E6-ABCB5F840D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0A2C4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B42166-C54C-4B0B-8737-147FFEC386D0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55CFF4"/>
                </a:solidFill>
              </a:defRPr>
            </a:defPPr>
            <a:lvl1pPr>
              <a:defRPr sz="1875" b="1">
                <a:solidFill>
                  <a:srgbClr val="55CFF4"/>
                </a:solidFill>
              </a:defRPr>
            </a:lvl1pPr>
            <a:lvl2pPr>
              <a:defRPr sz="1875" b="1">
                <a:solidFill>
                  <a:srgbClr val="55CFF4"/>
                </a:solidFill>
              </a:defRPr>
            </a:lvl2pPr>
            <a:lvl3pPr>
              <a:defRPr sz="1875" b="1">
                <a:solidFill>
                  <a:srgbClr val="55CFF4"/>
                </a:solidFill>
              </a:defRPr>
            </a:lvl3pPr>
            <a:lvl4pPr>
              <a:defRPr sz="1875" b="1">
                <a:solidFill>
                  <a:srgbClr val="55CFF4"/>
                </a:solidFill>
              </a:defRPr>
            </a:lvl4pPr>
            <a:lvl5pPr>
              <a:defRPr sz="1875" b="1">
                <a:solidFill>
                  <a:srgbClr val="55CFF4"/>
                </a:solidFill>
              </a:defRPr>
            </a:lvl5pPr>
            <a:lvl6pPr>
              <a:defRPr sz="1875" b="1">
                <a:solidFill>
                  <a:srgbClr val="55CFF4"/>
                </a:solidFill>
              </a:defRPr>
            </a:lvl6pPr>
            <a:lvl7pPr>
              <a:defRPr sz="1875" b="1">
                <a:solidFill>
                  <a:srgbClr val="55CFF4"/>
                </a:solidFill>
              </a:defRPr>
            </a:lvl7pPr>
            <a:lvl8pPr>
              <a:defRPr sz="1875" b="1">
                <a:solidFill>
                  <a:srgbClr val="55CFF4"/>
                </a:solidFill>
              </a:defRPr>
            </a:lvl8pPr>
            <a:lvl9pPr>
              <a:defRPr sz="1875" b="1">
                <a:solidFill>
                  <a:srgbClr val="55CFF4"/>
                </a:solidFill>
              </a:defRPr>
            </a:lvl9pPr>
          </a:lstStyle>
          <a:p>
            <a:pPr>
              <a:defRPr sz="1875" b="1">
                <a:solidFill>
                  <a:srgbClr val="55CFF4"/>
                </a:solidFill>
              </a:defRPr>
            </a:pPr>
            <a:r>
              <a:rPr sz="1875" b="1" dirty="0">
                <a:solidFill>
                  <a:srgbClr val="55CFF4"/>
                </a:solidFill>
              </a:rPr>
              <a:t>1</a:t>
            </a:r>
            <a:r>
              <a:rPr lang="en-US" sz="1875" b="1" dirty="0">
                <a:solidFill>
                  <a:srgbClr val="55CFF4"/>
                </a:solidFill>
              </a:rPr>
              <a:t>3</a:t>
            </a:r>
            <a:endParaRPr sz="1875" b="1" dirty="0">
              <a:solidFill>
                <a:srgbClr val="55CFF4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ABFD49-63B8-4A01-801E-D4FD434DF142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5726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FFFFFF"/>
                </a:solidFill>
              </a:defRPr>
            </a:defPPr>
            <a:lvl1pPr>
              <a:defRPr sz="2325" b="1">
                <a:solidFill>
                  <a:srgbClr val="FFFFFF"/>
                </a:solidFill>
              </a:defRPr>
            </a:lvl1pPr>
            <a:lvl2pPr>
              <a:defRPr sz="2325" b="1">
                <a:solidFill>
                  <a:srgbClr val="FFFFFF"/>
                </a:solidFill>
              </a:defRPr>
            </a:lvl2pPr>
            <a:lvl3pPr>
              <a:defRPr sz="2325" b="1">
                <a:solidFill>
                  <a:srgbClr val="FFFFFF"/>
                </a:solidFill>
              </a:defRPr>
            </a:lvl3pPr>
            <a:lvl4pPr>
              <a:defRPr sz="2325" b="1">
                <a:solidFill>
                  <a:srgbClr val="FFFFFF"/>
                </a:solidFill>
              </a:defRPr>
            </a:lvl4pPr>
            <a:lvl5pPr>
              <a:defRPr sz="2325" b="1">
                <a:solidFill>
                  <a:srgbClr val="FFFFFF"/>
                </a:solidFill>
              </a:defRPr>
            </a:lvl5pPr>
            <a:lvl6pPr>
              <a:defRPr sz="2325" b="1">
                <a:solidFill>
                  <a:srgbClr val="FFFFFF"/>
                </a:solidFill>
              </a:defRPr>
            </a:lvl6pPr>
            <a:lvl7pPr>
              <a:defRPr sz="2325" b="1">
                <a:solidFill>
                  <a:srgbClr val="FFFFFF"/>
                </a:solidFill>
              </a:defRPr>
            </a:lvl7pPr>
            <a:lvl8pPr>
              <a:defRPr sz="2325" b="1">
                <a:solidFill>
                  <a:srgbClr val="FFFFFF"/>
                </a:solidFill>
              </a:defRPr>
            </a:lvl8pPr>
            <a:lvl9pPr>
              <a:defRPr sz="2325" b="1">
                <a:solidFill>
                  <a:srgbClr val="FFFFFF"/>
                </a:solidFill>
              </a:defRPr>
            </a:lvl9pPr>
          </a:lstStyle>
          <a:p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A única incerteza está dentro do modelo?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475D13-8DE0-4322-A968-9091A8D1C5DF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5A1F14-68EA-4D5D-8045-9F2CC6862EA6}"/>
              </a:ext>
            </a:extLst>
          </p:cNvPr>
          <p:cNvSpPr>
            <a:spLocks noGrp="1"/>
          </p:cNvSpPr>
          <p:nvPr/>
        </p:nvSpPr>
        <p:spPr>
          <a:xfrm>
            <a:off x="142875" y="952500"/>
            <a:ext cx="2952750" cy="1609725"/>
          </a:xfrm>
          <a:prstGeom prst="roundRect">
            <a:avLst>
              <a:gd name="adj" fmla="val 4734"/>
            </a:avLst>
          </a:prstGeom>
          <a:solidFill>
            <a:srgbClr val="EAF6FE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CA5A69-8BAC-4CED-9C84-19B8E27DF8D9}"/>
              </a:ext>
            </a:extLst>
          </p:cNvPr>
          <p:cNvSpPr>
            <a:spLocks noGrp="1"/>
          </p:cNvSpPr>
          <p:nvPr/>
        </p:nvSpPr>
        <p:spPr>
          <a:xfrm>
            <a:off x="257175" y="1047750"/>
            <a:ext cx="2724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A provocação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AE6749-BC03-45C9-A5C5-774D3422F4C8}"/>
              </a:ext>
            </a:extLst>
          </p:cNvPr>
          <p:cNvSpPr>
            <a:spLocks noGrp="1"/>
          </p:cNvSpPr>
          <p:nvPr/>
        </p:nvSpPr>
        <p:spPr>
          <a:xfrm>
            <a:off x="257175" y="1504950"/>
            <a:ext cx="27241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0B2349"/>
                </a:solidFill>
              </a:defRPr>
            </a:defPPr>
            <a:lvl1pPr>
              <a:defRPr sz="1500" b="0">
                <a:solidFill>
                  <a:srgbClr val="0B2349"/>
                </a:solidFill>
              </a:defRPr>
            </a:lvl1pPr>
            <a:lvl2pPr>
              <a:defRPr sz="1500" b="0">
                <a:solidFill>
                  <a:srgbClr val="0B2349"/>
                </a:solidFill>
              </a:defRPr>
            </a:lvl2pPr>
            <a:lvl3pPr>
              <a:defRPr sz="1500" b="0">
                <a:solidFill>
                  <a:srgbClr val="0B2349"/>
                </a:solidFill>
              </a:defRPr>
            </a:lvl3pPr>
            <a:lvl4pPr>
              <a:defRPr sz="1500" b="0">
                <a:solidFill>
                  <a:srgbClr val="0B2349"/>
                </a:solidFill>
              </a:defRPr>
            </a:lvl4pPr>
            <a:lvl5pPr>
              <a:defRPr sz="1500" b="0">
                <a:solidFill>
                  <a:srgbClr val="0B2349"/>
                </a:solidFill>
              </a:defRPr>
            </a:lvl5pPr>
            <a:lvl6pPr>
              <a:defRPr sz="1500" b="0">
                <a:solidFill>
                  <a:srgbClr val="0B2349"/>
                </a:solidFill>
              </a:defRPr>
            </a:lvl6pPr>
            <a:lvl7pPr>
              <a:defRPr sz="1500" b="0">
                <a:solidFill>
                  <a:srgbClr val="0B2349"/>
                </a:solidFill>
              </a:defRPr>
            </a:lvl7pPr>
            <a:lvl8pPr>
              <a:defRPr sz="1500" b="0">
                <a:solidFill>
                  <a:srgbClr val="0B2349"/>
                </a:solidFill>
              </a:defRPr>
            </a:lvl8pPr>
            <a:lvl9pPr>
              <a:defRPr sz="1500" b="0">
                <a:solidFill>
                  <a:srgbClr val="0B2349"/>
                </a:solidFill>
              </a:defRPr>
            </a:lvl9pPr>
          </a:lstStyle>
          <a:p>
            <a:pPr>
              <a:defRPr sz="1500" b="0">
                <a:solidFill>
                  <a:srgbClr val="0B2349"/>
                </a:solidFill>
              </a:defRPr>
            </a:pPr>
            <a:r>
              <a:rPr sz="1500" b="0">
                <a:solidFill>
                  <a:srgbClr val="0B2349"/>
                </a:solidFill>
              </a:rPr>
              <a:t>Entradas semelhantes podem acompanhar vazões diferentes.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6137E0-D473-4D1D-9A6A-671F1112D2E2}"/>
              </a:ext>
            </a:extLst>
          </p:cNvPr>
          <p:cNvSpPr>
            <a:spLocks noGrp="1"/>
          </p:cNvSpPr>
          <p:nvPr/>
        </p:nvSpPr>
        <p:spPr>
          <a:xfrm>
            <a:off x="142875" y="2705100"/>
            <a:ext cx="2952750" cy="1752600"/>
          </a:xfrm>
          <a:prstGeom prst="roundRect">
            <a:avLst>
              <a:gd name="adj" fmla="val 4348"/>
            </a:avLst>
          </a:prstGeom>
          <a:solidFill>
            <a:srgbClr val="E9F8E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26B255-480D-47E7-8F36-D58D1C8A3E4F}"/>
              </a:ext>
            </a:extLst>
          </p:cNvPr>
          <p:cNvSpPr>
            <a:spLocks noGrp="1"/>
          </p:cNvSpPr>
          <p:nvPr/>
        </p:nvSpPr>
        <p:spPr>
          <a:xfrm>
            <a:off x="257175" y="2800350"/>
            <a:ext cx="2724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O que varia?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91052F-B55C-49FF-9B75-55DE006BC05D}"/>
              </a:ext>
            </a:extLst>
          </p:cNvPr>
          <p:cNvSpPr>
            <a:spLocks noGrp="1"/>
          </p:cNvSpPr>
          <p:nvPr/>
        </p:nvSpPr>
        <p:spPr>
          <a:xfrm>
            <a:off x="257175" y="3257550"/>
            <a:ext cx="272415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0B2349"/>
                </a:solidFill>
              </a:defRPr>
            </a:defPPr>
            <a:lvl1pPr>
              <a:defRPr sz="1500" b="0">
                <a:solidFill>
                  <a:srgbClr val="0B2349"/>
                </a:solidFill>
              </a:defRPr>
            </a:lvl1pPr>
            <a:lvl2pPr>
              <a:defRPr sz="1500" b="0">
                <a:solidFill>
                  <a:srgbClr val="0B2349"/>
                </a:solidFill>
              </a:defRPr>
            </a:lvl2pPr>
            <a:lvl3pPr>
              <a:defRPr sz="1500" b="0">
                <a:solidFill>
                  <a:srgbClr val="0B2349"/>
                </a:solidFill>
              </a:defRPr>
            </a:lvl3pPr>
            <a:lvl4pPr>
              <a:defRPr sz="1500" b="0">
                <a:solidFill>
                  <a:srgbClr val="0B2349"/>
                </a:solidFill>
              </a:defRPr>
            </a:lvl4pPr>
            <a:lvl5pPr>
              <a:defRPr sz="1500" b="0">
                <a:solidFill>
                  <a:srgbClr val="0B2349"/>
                </a:solidFill>
              </a:defRPr>
            </a:lvl5pPr>
            <a:lvl6pPr>
              <a:defRPr sz="1500" b="0">
                <a:solidFill>
                  <a:srgbClr val="0B2349"/>
                </a:solidFill>
              </a:defRPr>
            </a:lvl6pPr>
            <a:lvl7pPr>
              <a:defRPr sz="1500" b="0">
                <a:solidFill>
                  <a:srgbClr val="0B2349"/>
                </a:solidFill>
              </a:defRPr>
            </a:lvl7pPr>
            <a:lvl8pPr>
              <a:defRPr sz="1500" b="0">
                <a:solidFill>
                  <a:srgbClr val="0B2349"/>
                </a:solidFill>
              </a:defRPr>
            </a:lvl8pPr>
            <a:lvl9pPr>
              <a:defRPr sz="1500" b="0">
                <a:solidFill>
                  <a:srgbClr val="0B2349"/>
                </a:solidFill>
              </a:defRPr>
            </a:lvl9pPr>
          </a:lstStyle>
          <a:p>
            <a:pPr>
              <a:defRPr sz="1500" b="0">
                <a:solidFill>
                  <a:srgbClr val="0B2349"/>
                </a:solidFill>
              </a:defRPr>
            </a:pPr>
            <a:r>
              <a:rPr sz="1500" b="0">
                <a:solidFill>
                  <a:srgbClr val="0B2349"/>
                </a:solidFill>
              </a:rPr>
              <a:t>Fatores não observados, erros de medição e a representação parcial do processo.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30BD02-C77F-4D01-8DDA-B366D6648DE5}"/>
              </a:ext>
            </a:extLst>
          </p:cNvPr>
          <p:cNvSpPr>
            <a:spLocks noGrp="1"/>
          </p:cNvSpPr>
          <p:nvPr/>
        </p:nvSpPr>
        <p:spPr>
          <a:xfrm>
            <a:off x="142875" y="4600575"/>
            <a:ext cx="2952750" cy="2057400"/>
          </a:xfrm>
          <a:prstGeom prst="roundRect">
            <a:avLst>
              <a:gd name="adj" fmla="val 3704"/>
            </a:avLst>
          </a:prstGeom>
          <a:solidFill>
            <a:srgbClr val="FFF3E2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3F7D2A-C8E5-4B97-ACE8-2B0467A7D7E7}"/>
              </a:ext>
            </a:extLst>
          </p:cNvPr>
          <p:cNvSpPr>
            <a:spLocks noGrp="1"/>
          </p:cNvSpPr>
          <p:nvPr/>
        </p:nvSpPr>
        <p:spPr>
          <a:xfrm>
            <a:off x="257175" y="4695825"/>
            <a:ext cx="2724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Como a rede aprende?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936677-BB4F-43EB-BE10-88B33984AD98}"/>
              </a:ext>
            </a:extLst>
          </p:cNvPr>
          <p:cNvSpPr>
            <a:spLocks noGrp="1"/>
          </p:cNvSpPr>
          <p:nvPr/>
        </p:nvSpPr>
        <p:spPr>
          <a:xfrm>
            <a:off x="257175" y="5153025"/>
            <a:ext cx="2724150" cy="1438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0B2349"/>
                </a:solidFill>
              </a:defRPr>
            </a:defPPr>
            <a:lvl1pPr>
              <a:defRPr sz="1500" b="0">
                <a:solidFill>
                  <a:srgbClr val="0B2349"/>
                </a:solidFill>
              </a:defRPr>
            </a:lvl1pPr>
            <a:lvl2pPr>
              <a:defRPr sz="1500" b="0">
                <a:solidFill>
                  <a:srgbClr val="0B2349"/>
                </a:solidFill>
              </a:defRPr>
            </a:lvl2pPr>
            <a:lvl3pPr>
              <a:defRPr sz="1500" b="0">
                <a:solidFill>
                  <a:srgbClr val="0B2349"/>
                </a:solidFill>
              </a:defRPr>
            </a:lvl3pPr>
            <a:lvl4pPr>
              <a:defRPr sz="1500" b="0">
                <a:solidFill>
                  <a:srgbClr val="0B2349"/>
                </a:solidFill>
              </a:defRPr>
            </a:lvl4pPr>
            <a:lvl5pPr>
              <a:defRPr sz="1500" b="0">
                <a:solidFill>
                  <a:srgbClr val="0B2349"/>
                </a:solidFill>
              </a:defRPr>
            </a:lvl5pPr>
            <a:lvl6pPr>
              <a:defRPr sz="1500" b="0">
                <a:solidFill>
                  <a:srgbClr val="0B2349"/>
                </a:solidFill>
              </a:defRPr>
            </a:lvl6pPr>
            <a:lvl7pPr>
              <a:defRPr sz="1500" b="0">
                <a:solidFill>
                  <a:srgbClr val="0B2349"/>
                </a:solidFill>
              </a:defRPr>
            </a:lvl7pPr>
            <a:lvl8pPr>
              <a:defRPr sz="1500" b="0">
                <a:solidFill>
                  <a:srgbClr val="0B2349"/>
                </a:solidFill>
              </a:defRPr>
            </a:lvl8pPr>
            <a:lvl9pPr>
              <a:defRPr sz="1500" b="0">
                <a:solidFill>
                  <a:srgbClr val="0B2349"/>
                </a:solidFill>
              </a:defRPr>
            </a:lvl9pPr>
          </a:lstStyle>
          <a:p>
            <a:pPr>
              <a:defRPr sz="1500" b="0">
                <a:solidFill>
                  <a:srgbClr val="0B2349"/>
                </a:solidFill>
              </a:defRPr>
            </a:pPr>
            <a:r>
              <a:rPr sz="1500" b="0">
                <a:solidFill>
                  <a:srgbClr val="0B2349"/>
                </a:solidFill>
              </a:rPr>
              <a:t>Cada par de entrada e vazão observada contribui para a perda. A rede compartilha o aprendizado entre situações semelhantes.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111F6C-7DB2-4235-A996-ABD307135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238500" y="857250"/>
            <a:ext cx="885825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80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2E9D7FD6-A565-43AD-8538-EAA1662CCC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B2D52"/>
          </a:solidFill>
          <a:ln w="9525">
            <a:solidFill>
              <a:srgbClr val="0B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E9CB56-E0BD-4321-84E1-F719DDBD109C}"/>
              </a:ext>
            </a:extLst>
          </p:cNvPr>
          <p:cNvSpPr>
            <a:spLocks noGrp="1"/>
          </p:cNvSpPr>
          <p:nvPr/>
        </p:nvSpPr>
        <p:spPr>
          <a:xfrm>
            <a:off x="0" y="752475"/>
            <a:ext cx="12192000" cy="19050"/>
          </a:xfrm>
          <a:prstGeom prst="rect">
            <a:avLst/>
          </a:prstGeom>
          <a:solidFill>
            <a:srgbClr val="49CDF4"/>
          </a:solidFill>
          <a:ln w="9525">
            <a:solidFill>
              <a:srgbClr val="49CD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8531140-357A-4190-A25A-974CA748144D}"/>
              </a:ext>
            </a:extLst>
          </p:cNvPr>
          <p:cNvSpPr>
            <a:spLocks noGrp="1"/>
          </p:cNvSpPr>
          <p:nvPr/>
        </p:nvSpPr>
        <p:spPr>
          <a:xfrm>
            <a:off x="228600" y="133350"/>
            <a:ext cx="476250" cy="476250"/>
          </a:xfrm>
          <a:prstGeom prst="ellipse">
            <a:avLst/>
          </a:prstGeom>
          <a:solidFill>
            <a:srgbClr val="0B2D52"/>
          </a:solidFill>
          <a:ln w="28575">
            <a:solidFill>
              <a:srgbClr val="49CD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55DF9892-1C6E-4E9B-BBE3-5D487AAEAF5C}"/>
              </a:ext>
            </a:extLst>
          </p:cNvPr>
          <p:cNvSpPr>
            <a:spLocks noGrp="1"/>
          </p:cNvSpPr>
          <p:nvPr/>
        </p:nvSpPr>
        <p:spPr>
          <a:xfrm>
            <a:off x="276225" y="219075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lang="en-US" dirty="0"/>
              <a:t>14</a:t>
            </a:r>
            <a:endParaRPr sz="2200" b="1" dirty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" name="txt-4">
            <a:extLst>
              <a:ext uri="{FF2B5EF4-FFF2-40B4-BE49-F238E27FC236}">
                <a16:creationId xmlns:a16="http://schemas.microsoft.com/office/drawing/2014/main" id="{372551BB-AFB6-49AB-98B1-E63A6FC32030}"/>
              </a:ext>
            </a:extLst>
          </p:cNvPr>
          <p:cNvSpPr>
            <a:spLocks noGrp="1"/>
          </p:cNvSpPr>
          <p:nvPr/>
        </p:nvSpPr>
        <p:spPr>
          <a:xfrm>
            <a:off x="942975" y="190500"/>
            <a:ext cx="923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MDN-GMM: a rede prevê uma distribuição</a:t>
            </a:r>
          </a:p>
        </p:txBody>
      </p:sp>
      <p:sp>
        <p:nvSpPr>
          <p:cNvPr id="6" name="txt-5">
            <a:extLst>
              <a:ext uri="{FF2B5EF4-FFF2-40B4-BE49-F238E27FC236}">
                <a16:creationId xmlns:a16="http://schemas.microsoft.com/office/drawing/2014/main" id="{B528D790-44C2-4192-9E2C-CE52A31C7463}"/>
              </a:ext>
            </a:extLst>
          </p:cNvPr>
          <p:cNvSpPr>
            <a:spLocks noGrp="1"/>
          </p:cNvSpPr>
          <p:nvPr/>
        </p:nvSpPr>
        <p:spPr>
          <a:xfrm>
            <a:off x="10410825" y="152400"/>
            <a:ext cx="15525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defPPr>
            <a:lvl1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1pPr>
            <a:lvl2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2pPr>
            <a:lvl3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3pPr>
            <a:lvl4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4pPr>
            <a:lvl5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5pPr>
            <a:lvl6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6pPr>
            <a:lvl7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7pPr>
            <a:lvl8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8pPr>
            <a:lvl9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pPr>
            <a:r>
              <a:rPr sz="1000" b="0">
                <a:solidFill>
                  <a:srgbClr val="D6E8F7"/>
                </a:solidFill>
                <a:latin typeface="Inter"/>
                <a:ea typeface="Inter"/>
                <a:cs typeface="Inter"/>
              </a:rPr>
              <a:t>Curso Epagri 2026
Aula 05</a:t>
            </a:r>
          </a:p>
          <a:p>
            <a: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pPr>
            <a:endParaRPr sz="1000" b="0">
              <a:solidFill>
                <a:srgbClr val="D6E8F7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4E53DF3-F218-490D-AA4A-092FE7C36D65}"/>
              </a:ext>
            </a:extLst>
          </p:cNvPr>
          <p:cNvSpPr>
            <a:spLocks noGrp="1"/>
          </p:cNvSpPr>
          <p:nvPr/>
        </p:nvSpPr>
        <p:spPr>
          <a:xfrm>
            <a:off x="266700" y="990600"/>
            <a:ext cx="5735279" cy="4569142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xt-15">
            <a:extLst>
              <a:ext uri="{FF2B5EF4-FFF2-40B4-BE49-F238E27FC236}">
                <a16:creationId xmlns:a16="http://schemas.microsoft.com/office/drawing/2014/main" id="{6879E093-3E96-4708-B542-598529D27D9C}"/>
              </a:ext>
            </a:extLst>
          </p:cNvPr>
          <p:cNvSpPr>
            <a:spLocks noGrp="1"/>
          </p:cNvSpPr>
          <p:nvPr/>
        </p:nvSpPr>
        <p:spPr>
          <a:xfrm>
            <a:off x="501752" y="1119188"/>
            <a:ext cx="5265174" cy="480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Saída pontual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15564E3-911A-44C1-8147-518ADBCD1F79}"/>
              </a:ext>
            </a:extLst>
          </p:cNvPr>
          <p:cNvSpPr>
            <a:spLocks noGrp="1"/>
          </p:cNvSpPr>
          <p:nvPr/>
        </p:nvSpPr>
        <p:spPr>
          <a:xfrm>
            <a:off x="6190021" y="990600"/>
            <a:ext cx="5735279" cy="4569142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xt-17">
            <a:extLst>
              <a:ext uri="{FF2B5EF4-FFF2-40B4-BE49-F238E27FC236}">
                <a16:creationId xmlns:a16="http://schemas.microsoft.com/office/drawing/2014/main" id="{D1421492-15E3-47B0-83AA-244D9B58FBC6}"/>
              </a:ext>
            </a:extLst>
          </p:cNvPr>
          <p:cNvSpPr>
            <a:spLocks noGrp="1"/>
          </p:cNvSpPr>
          <p:nvPr/>
        </p:nvSpPr>
        <p:spPr>
          <a:xfrm>
            <a:off x="6425073" y="1119188"/>
            <a:ext cx="5265174" cy="480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Cabeça MDN-GMM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87145F7-27DD-475E-9F10-6952ACF8732E}"/>
              </a:ext>
            </a:extLst>
          </p:cNvPr>
          <p:cNvSpPr>
            <a:spLocks noGrp="1"/>
          </p:cNvSpPr>
          <p:nvPr/>
        </p:nvSpPr>
        <p:spPr>
          <a:xfrm>
            <a:off x="470412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xt-34">
            <a:extLst>
              <a:ext uri="{FF2B5EF4-FFF2-40B4-BE49-F238E27FC236}">
                <a16:creationId xmlns:a16="http://schemas.microsoft.com/office/drawing/2014/main" id="{538A2561-00E7-40E9-9F7C-DBE0D77CA00B}"/>
              </a:ext>
            </a:extLst>
          </p:cNvPr>
          <p:cNvSpPr>
            <a:spLocks noGrp="1"/>
          </p:cNvSpPr>
          <p:nvPr/>
        </p:nvSpPr>
        <p:spPr>
          <a:xfrm>
            <a:off x="595773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t−6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AFDB6A5-FA3F-439E-9380-6EC6BF573456}"/>
              </a:ext>
            </a:extLst>
          </p:cNvPr>
          <p:cNvSpPr>
            <a:spLocks noGrp="1"/>
          </p:cNvSpPr>
          <p:nvPr/>
        </p:nvSpPr>
        <p:spPr>
          <a:xfrm>
            <a:off x="1238250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xt-36">
            <a:extLst>
              <a:ext uri="{FF2B5EF4-FFF2-40B4-BE49-F238E27FC236}">
                <a16:creationId xmlns:a16="http://schemas.microsoft.com/office/drawing/2014/main" id="{734A0428-1909-4F10-9026-970CCDD2E1EE}"/>
              </a:ext>
            </a:extLst>
          </p:cNvPr>
          <p:cNvSpPr>
            <a:spLocks noGrp="1"/>
          </p:cNvSpPr>
          <p:nvPr/>
        </p:nvSpPr>
        <p:spPr>
          <a:xfrm>
            <a:off x="1363611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t−5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7D65F4C-3528-49DC-AABA-BC7ABC50B953}"/>
              </a:ext>
            </a:extLst>
          </p:cNvPr>
          <p:cNvSpPr>
            <a:spLocks noGrp="1"/>
          </p:cNvSpPr>
          <p:nvPr/>
        </p:nvSpPr>
        <p:spPr>
          <a:xfrm>
            <a:off x="2006088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xt-38">
            <a:extLst>
              <a:ext uri="{FF2B5EF4-FFF2-40B4-BE49-F238E27FC236}">
                <a16:creationId xmlns:a16="http://schemas.microsoft.com/office/drawing/2014/main" id="{C083D845-4635-40A9-85B9-E9E11C04ECD8}"/>
              </a:ext>
            </a:extLst>
          </p:cNvPr>
          <p:cNvSpPr>
            <a:spLocks noGrp="1"/>
          </p:cNvSpPr>
          <p:nvPr/>
        </p:nvSpPr>
        <p:spPr>
          <a:xfrm>
            <a:off x="2131449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t−4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9C950AE-91D8-4536-9F08-5AECE008F62D}"/>
              </a:ext>
            </a:extLst>
          </p:cNvPr>
          <p:cNvSpPr>
            <a:spLocks noGrp="1"/>
          </p:cNvSpPr>
          <p:nvPr/>
        </p:nvSpPr>
        <p:spPr>
          <a:xfrm>
            <a:off x="2773926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xt-40">
            <a:extLst>
              <a:ext uri="{FF2B5EF4-FFF2-40B4-BE49-F238E27FC236}">
                <a16:creationId xmlns:a16="http://schemas.microsoft.com/office/drawing/2014/main" id="{20224575-B59B-49C1-A8BB-E7F6EBA1DDCB}"/>
              </a:ext>
            </a:extLst>
          </p:cNvPr>
          <p:cNvSpPr>
            <a:spLocks noGrp="1"/>
          </p:cNvSpPr>
          <p:nvPr/>
        </p:nvSpPr>
        <p:spPr>
          <a:xfrm>
            <a:off x="2899287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t−3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5D6E392-D21B-4884-BF62-8A233E7C7D34}"/>
              </a:ext>
            </a:extLst>
          </p:cNvPr>
          <p:cNvSpPr>
            <a:spLocks noGrp="1"/>
          </p:cNvSpPr>
          <p:nvPr/>
        </p:nvSpPr>
        <p:spPr>
          <a:xfrm>
            <a:off x="3541764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xt-42">
            <a:extLst>
              <a:ext uri="{FF2B5EF4-FFF2-40B4-BE49-F238E27FC236}">
                <a16:creationId xmlns:a16="http://schemas.microsoft.com/office/drawing/2014/main" id="{3F2D8A82-4FF6-41D4-B2B8-92404138452B}"/>
              </a:ext>
            </a:extLst>
          </p:cNvPr>
          <p:cNvSpPr>
            <a:spLocks noGrp="1"/>
          </p:cNvSpPr>
          <p:nvPr/>
        </p:nvSpPr>
        <p:spPr>
          <a:xfrm>
            <a:off x="3667125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t−2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5E8B3EC-2C7E-4EA6-ACDC-F63ADDD60D1C}"/>
              </a:ext>
            </a:extLst>
          </p:cNvPr>
          <p:cNvSpPr>
            <a:spLocks noGrp="1"/>
          </p:cNvSpPr>
          <p:nvPr/>
        </p:nvSpPr>
        <p:spPr>
          <a:xfrm>
            <a:off x="4309602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xt-44">
            <a:extLst>
              <a:ext uri="{FF2B5EF4-FFF2-40B4-BE49-F238E27FC236}">
                <a16:creationId xmlns:a16="http://schemas.microsoft.com/office/drawing/2014/main" id="{845C53DD-BD69-469B-B8A9-6BCDB927189C}"/>
              </a:ext>
            </a:extLst>
          </p:cNvPr>
          <p:cNvSpPr>
            <a:spLocks noGrp="1"/>
          </p:cNvSpPr>
          <p:nvPr/>
        </p:nvSpPr>
        <p:spPr>
          <a:xfrm>
            <a:off x="4434963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t−1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8B22281-9B7E-41E9-8B36-CC9492ABC8EF}"/>
              </a:ext>
            </a:extLst>
          </p:cNvPr>
          <p:cNvSpPr>
            <a:spLocks noGrp="1"/>
          </p:cNvSpPr>
          <p:nvPr/>
        </p:nvSpPr>
        <p:spPr>
          <a:xfrm>
            <a:off x="5077440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xt-46">
            <a:extLst>
              <a:ext uri="{FF2B5EF4-FFF2-40B4-BE49-F238E27FC236}">
                <a16:creationId xmlns:a16="http://schemas.microsoft.com/office/drawing/2014/main" id="{91788066-0531-4270-84AA-60A08C333314}"/>
              </a:ext>
            </a:extLst>
          </p:cNvPr>
          <p:cNvSpPr>
            <a:spLocks noGrp="1"/>
          </p:cNvSpPr>
          <p:nvPr/>
        </p:nvSpPr>
        <p:spPr>
          <a:xfrm>
            <a:off x="5202801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829F74E-CB8D-4BF2-982F-F0FE4E2F4510}"/>
              </a:ext>
            </a:extLst>
          </p:cNvPr>
          <p:cNvSpPr>
            <a:spLocks noGrp="1"/>
          </p:cNvSpPr>
          <p:nvPr/>
        </p:nvSpPr>
        <p:spPr>
          <a:xfrm>
            <a:off x="580103" y="2242185"/>
            <a:ext cx="5092802" cy="497205"/>
          </a:xfrm>
          <a:prstGeom prst="roundRect">
            <a:avLst>
              <a:gd name="adj" fmla="val 17241"/>
            </a:avLst>
          </a:prstGeom>
          <a:solidFill>
            <a:srgbClr val="0B2D52"/>
          </a:solidFill>
          <a:ln w="9525">
            <a:solidFill>
              <a:srgbClr val="0B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xt-48">
            <a:extLst>
              <a:ext uri="{FF2B5EF4-FFF2-40B4-BE49-F238E27FC236}">
                <a16:creationId xmlns:a16="http://schemas.microsoft.com/office/drawing/2014/main" id="{7DD1F5A6-E5A2-48E5-96B4-41FE939E13D4}"/>
              </a:ext>
            </a:extLst>
          </p:cNvPr>
          <p:cNvSpPr>
            <a:spLocks noGrp="1"/>
          </p:cNvSpPr>
          <p:nvPr/>
        </p:nvSpPr>
        <p:spPr>
          <a:xfrm>
            <a:off x="705465" y="2345055"/>
            <a:ext cx="4842080" cy="3600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LSTM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1DFAF4B-5EE2-41EE-ACEC-8BB019087BC8}"/>
              </a:ext>
            </a:extLst>
          </p:cNvPr>
          <p:cNvCxnSpPr/>
          <p:nvPr/>
        </p:nvCxnSpPr>
        <p:spPr>
          <a:xfrm>
            <a:off x="815156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C02B78D-8446-4118-AE88-673C73D1D788}"/>
              </a:ext>
            </a:extLst>
          </p:cNvPr>
          <p:cNvCxnSpPr/>
          <p:nvPr/>
        </p:nvCxnSpPr>
        <p:spPr>
          <a:xfrm>
            <a:off x="1582994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8C450E3-435E-4EA9-9D8B-696825429DE0}"/>
              </a:ext>
            </a:extLst>
          </p:cNvPr>
          <p:cNvCxnSpPr/>
          <p:nvPr/>
        </p:nvCxnSpPr>
        <p:spPr>
          <a:xfrm>
            <a:off x="2350831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CFD16F1-B325-4904-8D9B-164C904FD3E9}"/>
              </a:ext>
            </a:extLst>
          </p:cNvPr>
          <p:cNvCxnSpPr/>
          <p:nvPr/>
        </p:nvCxnSpPr>
        <p:spPr>
          <a:xfrm>
            <a:off x="3118669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8A76188-1774-443A-8679-2D9805D8FC68}"/>
              </a:ext>
            </a:extLst>
          </p:cNvPr>
          <p:cNvCxnSpPr/>
          <p:nvPr/>
        </p:nvCxnSpPr>
        <p:spPr>
          <a:xfrm>
            <a:off x="3886507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EBFF1D8-0A69-4668-A319-74C78F59BBAE}"/>
              </a:ext>
            </a:extLst>
          </p:cNvPr>
          <p:cNvCxnSpPr/>
          <p:nvPr/>
        </p:nvCxnSpPr>
        <p:spPr>
          <a:xfrm>
            <a:off x="4654345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95A731E-96DE-4D81-8D3E-1967A062E69B}"/>
              </a:ext>
            </a:extLst>
          </p:cNvPr>
          <p:cNvCxnSpPr/>
          <p:nvPr/>
        </p:nvCxnSpPr>
        <p:spPr>
          <a:xfrm>
            <a:off x="5422183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41C010AB-EAA0-4FB6-9D3F-4A9A0B0A5D86}"/>
              </a:ext>
            </a:extLst>
          </p:cNvPr>
          <p:cNvSpPr>
            <a:spLocks noGrp="1"/>
          </p:cNvSpPr>
          <p:nvPr/>
        </p:nvSpPr>
        <p:spPr>
          <a:xfrm>
            <a:off x="6393733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xt-57">
            <a:extLst>
              <a:ext uri="{FF2B5EF4-FFF2-40B4-BE49-F238E27FC236}">
                <a16:creationId xmlns:a16="http://schemas.microsoft.com/office/drawing/2014/main" id="{8FA3FEE4-1E7D-480A-BBE5-9218118C22AA}"/>
              </a:ext>
            </a:extLst>
          </p:cNvPr>
          <p:cNvSpPr>
            <a:spLocks noGrp="1"/>
          </p:cNvSpPr>
          <p:nvPr/>
        </p:nvSpPr>
        <p:spPr>
          <a:xfrm>
            <a:off x="6519094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t−6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5D86DB51-8A0B-40A4-8ACE-C4CCBB2F1716}"/>
              </a:ext>
            </a:extLst>
          </p:cNvPr>
          <p:cNvSpPr>
            <a:spLocks noGrp="1"/>
          </p:cNvSpPr>
          <p:nvPr/>
        </p:nvSpPr>
        <p:spPr>
          <a:xfrm>
            <a:off x="7161571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xt-59">
            <a:extLst>
              <a:ext uri="{FF2B5EF4-FFF2-40B4-BE49-F238E27FC236}">
                <a16:creationId xmlns:a16="http://schemas.microsoft.com/office/drawing/2014/main" id="{FC2076F6-B249-4C37-8252-B4C771600E33}"/>
              </a:ext>
            </a:extLst>
          </p:cNvPr>
          <p:cNvSpPr>
            <a:spLocks noGrp="1"/>
          </p:cNvSpPr>
          <p:nvPr/>
        </p:nvSpPr>
        <p:spPr>
          <a:xfrm>
            <a:off x="7286932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t−5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49D50F8F-0DC6-4595-A90A-4DBA5E3077A3}"/>
              </a:ext>
            </a:extLst>
          </p:cNvPr>
          <p:cNvSpPr>
            <a:spLocks noGrp="1"/>
          </p:cNvSpPr>
          <p:nvPr/>
        </p:nvSpPr>
        <p:spPr>
          <a:xfrm>
            <a:off x="7929409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xt-61">
            <a:extLst>
              <a:ext uri="{FF2B5EF4-FFF2-40B4-BE49-F238E27FC236}">
                <a16:creationId xmlns:a16="http://schemas.microsoft.com/office/drawing/2014/main" id="{2989A631-01E4-47F4-BB53-60CA766FF21A}"/>
              </a:ext>
            </a:extLst>
          </p:cNvPr>
          <p:cNvSpPr>
            <a:spLocks noGrp="1"/>
          </p:cNvSpPr>
          <p:nvPr/>
        </p:nvSpPr>
        <p:spPr>
          <a:xfrm>
            <a:off x="8054770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0E3C4EFB-0C05-4E1A-9E35-36E83CF9707C}"/>
              </a:ext>
            </a:extLst>
          </p:cNvPr>
          <p:cNvSpPr>
            <a:spLocks noGrp="1"/>
          </p:cNvSpPr>
          <p:nvPr/>
        </p:nvSpPr>
        <p:spPr>
          <a:xfrm>
            <a:off x="8697247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xt-63">
            <a:extLst>
              <a:ext uri="{FF2B5EF4-FFF2-40B4-BE49-F238E27FC236}">
                <a16:creationId xmlns:a16="http://schemas.microsoft.com/office/drawing/2014/main" id="{E809F1F8-F945-4E94-BE55-15535CA626E7}"/>
              </a:ext>
            </a:extLst>
          </p:cNvPr>
          <p:cNvSpPr>
            <a:spLocks noGrp="1"/>
          </p:cNvSpPr>
          <p:nvPr/>
        </p:nvSpPr>
        <p:spPr>
          <a:xfrm>
            <a:off x="8822608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t−3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28AD1AD-783A-4A30-8A7D-EE3686F4A7BE}"/>
              </a:ext>
            </a:extLst>
          </p:cNvPr>
          <p:cNvSpPr>
            <a:spLocks noGrp="1"/>
          </p:cNvSpPr>
          <p:nvPr/>
        </p:nvSpPr>
        <p:spPr>
          <a:xfrm>
            <a:off x="9465085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xt-65">
            <a:extLst>
              <a:ext uri="{FF2B5EF4-FFF2-40B4-BE49-F238E27FC236}">
                <a16:creationId xmlns:a16="http://schemas.microsoft.com/office/drawing/2014/main" id="{CC4F29DA-266C-4AF6-B684-EFBC714F3B85}"/>
              </a:ext>
            </a:extLst>
          </p:cNvPr>
          <p:cNvSpPr>
            <a:spLocks noGrp="1"/>
          </p:cNvSpPr>
          <p:nvPr/>
        </p:nvSpPr>
        <p:spPr>
          <a:xfrm>
            <a:off x="9590446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t−2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1AF69104-1B1B-40DC-BAB6-C4D6D38140B4}"/>
              </a:ext>
            </a:extLst>
          </p:cNvPr>
          <p:cNvSpPr>
            <a:spLocks noGrp="1"/>
          </p:cNvSpPr>
          <p:nvPr/>
        </p:nvSpPr>
        <p:spPr>
          <a:xfrm>
            <a:off x="10232923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xt-67">
            <a:extLst>
              <a:ext uri="{FF2B5EF4-FFF2-40B4-BE49-F238E27FC236}">
                <a16:creationId xmlns:a16="http://schemas.microsoft.com/office/drawing/2014/main" id="{EC111E03-C6B4-4147-8348-C2C7CE38944C}"/>
              </a:ext>
            </a:extLst>
          </p:cNvPr>
          <p:cNvSpPr>
            <a:spLocks noGrp="1"/>
          </p:cNvSpPr>
          <p:nvPr/>
        </p:nvSpPr>
        <p:spPr>
          <a:xfrm>
            <a:off x="10358284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t−1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9E73F887-E75A-4990-8CE0-5C56659A0702}"/>
              </a:ext>
            </a:extLst>
          </p:cNvPr>
          <p:cNvSpPr>
            <a:spLocks noGrp="1"/>
          </p:cNvSpPr>
          <p:nvPr/>
        </p:nvSpPr>
        <p:spPr>
          <a:xfrm>
            <a:off x="11000760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xt-69">
            <a:extLst>
              <a:ext uri="{FF2B5EF4-FFF2-40B4-BE49-F238E27FC236}">
                <a16:creationId xmlns:a16="http://schemas.microsoft.com/office/drawing/2014/main" id="{F6B7A371-026C-4683-AFAD-A754300123C3}"/>
              </a:ext>
            </a:extLst>
          </p:cNvPr>
          <p:cNvSpPr>
            <a:spLocks noGrp="1"/>
          </p:cNvSpPr>
          <p:nvPr/>
        </p:nvSpPr>
        <p:spPr>
          <a:xfrm>
            <a:off x="11126122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07DF176A-CF87-4DE8-80C6-F6D24000981C}"/>
              </a:ext>
            </a:extLst>
          </p:cNvPr>
          <p:cNvSpPr>
            <a:spLocks noGrp="1"/>
          </p:cNvSpPr>
          <p:nvPr/>
        </p:nvSpPr>
        <p:spPr>
          <a:xfrm>
            <a:off x="6503424" y="2242185"/>
            <a:ext cx="5092802" cy="497205"/>
          </a:xfrm>
          <a:prstGeom prst="roundRect">
            <a:avLst>
              <a:gd name="adj" fmla="val 17241"/>
            </a:avLst>
          </a:prstGeom>
          <a:solidFill>
            <a:srgbClr val="0B2D52"/>
          </a:solidFill>
          <a:ln w="9525">
            <a:solidFill>
              <a:srgbClr val="0B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xt-71">
            <a:extLst>
              <a:ext uri="{FF2B5EF4-FFF2-40B4-BE49-F238E27FC236}">
                <a16:creationId xmlns:a16="http://schemas.microsoft.com/office/drawing/2014/main" id="{FF46826C-9BFA-4BE4-9153-D94B45C06512}"/>
              </a:ext>
            </a:extLst>
          </p:cNvPr>
          <p:cNvSpPr>
            <a:spLocks noGrp="1"/>
          </p:cNvSpPr>
          <p:nvPr/>
        </p:nvSpPr>
        <p:spPr>
          <a:xfrm>
            <a:off x="6628785" y="2345055"/>
            <a:ext cx="4842080" cy="3600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LSTM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FD71D86-98AA-4F33-8FAD-2D5B0C686DE7}"/>
              </a:ext>
            </a:extLst>
          </p:cNvPr>
          <p:cNvCxnSpPr/>
          <p:nvPr/>
        </p:nvCxnSpPr>
        <p:spPr>
          <a:xfrm>
            <a:off x="6738477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93A12B2-CD05-4443-AC0B-946EA359C1BE}"/>
              </a:ext>
            </a:extLst>
          </p:cNvPr>
          <p:cNvCxnSpPr/>
          <p:nvPr/>
        </p:nvCxnSpPr>
        <p:spPr>
          <a:xfrm>
            <a:off x="7506315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E8D8A06-BA40-4506-9895-C52A9EA3ABDD}"/>
              </a:ext>
            </a:extLst>
          </p:cNvPr>
          <p:cNvCxnSpPr/>
          <p:nvPr/>
        </p:nvCxnSpPr>
        <p:spPr>
          <a:xfrm>
            <a:off x="8274152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B86A444-2DBA-4BBE-8B39-84175E29B001}"/>
              </a:ext>
            </a:extLst>
          </p:cNvPr>
          <p:cNvCxnSpPr/>
          <p:nvPr/>
        </p:nvCxnSpPr>
        <p:spPr>
          <a:xfrm>
            <a:off x="9041990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3E53FA0-05D8-4E23-BA48-1C4C0C77C167}"/>
              </a:ext>
            </a:extLst>
          </p:cNvPr>
          <p:cNvCxnSpPr/>
          <p:nvPr/>
        </p:nvCxnSpPr>
        <p:spPr>
          <a:xfrm>
            <a:off x="9809828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04D37F7D-0F79-405B-B40E-56C4ABB89666}"/>
              </a:ext>
            </a:extLst>
          </p:cNvPr>
          <p:cNvCxnSpPr/>
          <p:nvPr/>
        </p:nvCxnSpPr>
        <p:spPr>
          <a:xfrm>
            <a:off x="10577666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7EB5976F-9455-4A91-A32C-B98F6CAA581E}"/>
              </a:ext>
            </a:extLst>
          </p:cNvPr>
          <p:cNvCxnSpPr/>
          <p:nvPr/>
        </p:nvCxnSpPr>
        <p:spPr>
          <a:xfrm>
            <a:off x="11345504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A8970DB7-91CC-4678-A438-B8B856BF6576}"/>
              </a:ext>
            </a:extLst>
          </p:cNvPr>
          <p:cNvSpPr>
            <a:spLocks noGrp="1"/>
          </p:cNvSpPr>
          <p:nvPr/>
        </p:nvSpPr>
        <p:spPr>
          <a:xfrm>
            <a:off x="1363611" y="3056572"/>
            <a:ext cx="3604137" cy="411480"/>
          </a:xfrm>
          <a:prstGeom prst="roundRect">
            <a:avLst>
              <a:gd name="adj" fmla="val 20833"/>
            </a:avLst>
          </a:prstGeom>
          <a:solidFill>
            <a:srgbClr val="FFF2E4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txt-80">
            <a:extLst>
              <a:ext uri="{FF2B5EF4-FFF2-40B4-BE49-F238E27FC236}">
                <a16:creationId xmlns:a16="http://schemas.microsoft.com/office/drawing/2014/main" id="{3D5C1E68-5278-4D4B-9DE1-E295E97119A1}"/>
              </a:ext>
            </a:extLst>
          </p:cNvPr>
          <p:cNvSpPr>
            <a:spLocks noGrp="1"/>
          </p:cNvSpPr>
          <p:nvPr/>
        </p:nvSpPr>
        <p:spPr>
          <a:xfrm>
            <a:off x="1488973" y="3159443"/>
            <a:ext cx="3353415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650" b="1">
                <a:solidFill>
                  <a:srgbClr val="F48C1C"/>
                </a:solidFill>
                <a:latin typeface="Inter"/>
                <a:ea typeface="Inter"/>
                <a:cs typeface="Inter"/>
              </a:defRPr>
            </a:defPPr>
            <a:lvl1pPr algn="ctr">
              <a:defRPr sz="1650" b="1">
                <a:solidFill>
                  <a:srgbClr val="F48C1C"/>
                </a:solidFill>
                <a:latin typeface="Inter"/>
                <a:ea typeface="Inter"/>
                <a:cs typeface="Inter"/>
              </a:defRPr>
            </a:lvl1pPr>
            <a:lvl2pPr algn="ctr">
              <a:defRPr sz="1650" b="1">
                <a:solidFill>
                  <a:srgbClr val="F48C1C"/>
                </a:solidFill>
                <a:latin typeface="Inter"/>
                <a:ea typeface="Inter"/>
                <a:cs typeface="Inter"/>
              </a:defRPr>
            </a:lvl2pPr>
            <a:lvl3pPr algn="ctr">
              <a:defRPr sz="1650" b="1">
                <a:solidFill>
                  <a:srgbClr val="F48C1C"/>
                </a:solidFill>
                <a:latin typeface="Inter"/>
                <a:ea typeface="Inter"/>
                <a:cs typeface="Inter"/>
              </a:defRPr>
            </a:lvl3pPr>
            <a:lvl4pPr algn="ctr">
              <a:defRPr sz="1650" b="1">
                <a:solidFill>
                  <a:srgbClr val="F48C1C"/>
                </a:solidFill>
                <a:latin typeface="Inter"/>
                <a:ea typeface="Inter"/>
                <a:cs typeface="Inter"/>
              </a:defRPr>
            </a:lvl4pPr>
            <a:lvl5pPr algn="ctr">
              <a:defRPr sz="1650" b="1">
                <a:solidFill>
                  <a:srgbClr val="F48C1C"/>
                </a:solidFill>
                <a:latin typeface="Inter"/>
                <a:ea typeface="Inter"/>
                <a:cs typeface="Inter"/>
              </a:defRPr>
            </a:lvl5pPr>
            <a:lvl6pPr algn="ctr">
              <a:defRPr sz="1650" b="1">
                <a:solidFill>
                  <a:srgbClr val="F48C1C"/>
                </a:solidFill>
                <a:latin typeface="Inter"/>
                <a:ea typeface="Inter"/>
                <a:cs typeface="Inter"/>
              </a:defRPr>
            </a:lvl6pPr>
            <a:lvl7pPr algn="ctr">
              <a:defRPr sz="1650" b="1">
                <a:solidFill>
                  <a:srgbClr val="F48C1C"/>
                </a:solidFill>
                <a:latin typeface="Inter"/>
                <a:ea typeface="Inter"/>
                <a:cs typeface="Inter"/>
              </a:defRPr>
            </a:lvl7pPr>
            <a:lvl8pPr algn="ctr">
              <a:defRPr sz="1650" b="1">
                <a:solidFill>
                  <a:srgbClr val="F48C1C"/>
                </a:solidFill>
                <a:latin typeface="Inter"/>
                <a:ea typeface="Inter"/>
                <a:cs typeface="Inter"/>
              </a:defRPr>
            </a:lvl8pPr>
            <a:lvl9pPr algn="ctr">
              <a:defRPr sz="1650" b="1">
                <a:solidFill>
                  <a:srgbClr val="F48C1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650" b="1">
                <a:solidFill>
                  <a:srgbClr val="F48C1C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48C1C"/>
                </a:solidFill>
                <a:latin typeface="Inter"/>
                <a:ea typeface="Inter"/>
                <a:cs typeface="Inter"/>
              </a:rPr>
              <a:t>Camada densa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169983F-187B-42E5-B3BF-2BAEF35D28D2}"/>
              </a:ext>
            </a:extLst>
          </p:cNvPr>
          <p:cNvCxnSpPr>
            <a:stCxn id="51" idx="2"/>
            <a:endCxn id="83" idx="0"/>
          </p:cNvCxnSpPr>
          <p:nvPr/>
        </p:nvCxnSpPr>
        <p:spPr>
          <a:xfrm>
            <a:off x="3126505" y="2739390"/>
            <a:ext cx="39176" cy="317183"/>
          </a:xfrm>
          <a:prstGeom prst="straightConnector1">
            <a:avLst/>
          </a:prstGeom>
          <a:ln w="19050">
            <a:solidFill>
              <a:srgbClr val="0789DA"/>
            </a:solidFill>
            <a:prstDash val="solid"/>
            <a:tailEnd type="triangle" w="sm" len="sm"/>
          </a:ln>
        </p:spPr>
      </p:cxn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99A58EBE-3F0A-46EA-B7B2-C7AD6EBB4BD6}"/>
              </a:ext>
            </a:extLst>
          </p:cNvPr>
          <p:cNvSpPr>
            <a:spLocks noGrp="1"/>
          </p:cNvSpPr>
          <p:nvPr/>
        </p:nvSpPr>
        <p:spPr>
          <a:xfrm>
            <a:off x="1488973" y="3776662"/>
            <a:ext cx="3290734" cy="514350"/>
          </a:xfrm>
          <a:prstGeom prst="roundRect">
            <a:avLst>
              <a:gd name="adj" fmla="val 16667"/>
            </a:avLst>
          </a:prstGeom>
          <a:solidFill>
            <a:srgbClr val="E4F8E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2AC51964-A63D-4260-971C-B4BE9239E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5685" y="3840956"/>
            <a:ext cx="1337310" cy="385763"/>
          </a:xfrm>
          <a:prstGeom prst="rect">
            <a:avLst/>
          </a:prstGeom>
        </p:spPr>
      </p:pic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B816C404-640A-449D-A4B3-9432B549D725}"/>
              </a:ext>
            </a:extLst>
          </p:cNvPr>
          <p:cNvCxnSpPr>
            <a:stCxn id="83" idx="2"/>
            <a:endCxn id="86" idx="0"/>
          </p:cNvCxnSpPr>
          <p:nvPr/>
        </p:nvCxnSpPr>
        <p:spPr>
          <a:xfrm flipH="1">
            <a:off x="3134340" y="3468052"/>
            <a:ext cx="31340" cy="308610"/>
          </a:xfrm>
          <a:prstGeom prst="straightConnector1">
            <a:avLst/>
          </a:prstGeom>
          <a:ln w="19050">
            <a:solidFill>
              <a:srgbClr val="F48C1C"/>
            </a:solidFill>
            <a:prstDash val="solid"/>
            <a:tailEnd type="triangle" w="sm" len="sm"/>
          </a:ln>
        </p:spPr>
      </p:cxnSp>
      <p:graphicFrame>
        <p:nvGraphicFramePr>
          <p:cNvPr id="89" name="Chart">
            <a:extLst>
              <a:ext uri="{FF2B5EF4-FFF2-40B4-BE49-F238E27FC236}">
                <a16:creationId xmlns:a16="http://schemas.microsoft.com/office/drawing/2014/main" id="{2F749C9C-4EB9-410A-9AD7-1B1B69F26A98}"/>
              </a:ext>
            </a:extLst>
          </p:cNvPr>
          <p:cNvGraphicFramePr/>
          <p:nvPr/>
        </p:nvGraphicFramePr>
        <p:xfrm>
          <a:off x="376391" y="4522470"/>
          <a:ext cx="5468886" cy="9686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BFD48CC4-724A-48CC-9FF8-5C42F001B767}"/>
              </a:ext>
            </a:extLst>
          </p:cNvPr>
          <p:cNvSpPr>
            <a:spLocks noGrp="1"/>
          </p:cNvSpPr>
          <p:nvPr/>
        </p:nvSpPr>
        <p:spPr>
          <a:xfrm>
            <a:off x="6440744" y="3065145"/>
            <a:ext cx="1661037" cy="522922"/>
          </a:xfrm>
          <a:prstGeom prst="roundRect">
            <a:avLst>
              <a:gd name="adj" fmla="val 16393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09F56A6E-2228-4BE7-A28F-B60CC128A4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39208" y="3235395"/>
            <a:ext cx="864108" cy="182423"/>
          </a:xfrm>
          <a:prstGeom prst="rect">
            <a:avLst/>
          </a:prstGeom>
        </p:spPr>
      </p:pic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861B05D-8BF7-4210-B268-F5DE21F236E3}"/>
              </a:ext>
            </a:extLst>
          </p:cNvPr>
          <p:cNvCxnSpPr>
            <a:stCxn id="74" idx="2"/>
            <a:endCxn id="90" idx="0"/>
          </p:cNvCxnSpPr>
          <p:nvPr/>
        </p:nvCxnSpPr>
        <p:spPr>
          <a:xfrm flipH="1">
            <a:off x="7271262" y="2739390"/>
            <a:ext cx="1778564" cy="325755"/>
          </a:xfrm>
          <a:prstGeom prst="straightConnector1">
            <a:avLst/>
          </a:prstGeom>
          <a:ln w="19050">
            <a:solidFill>
              <a:srgbClr val="0789DA"/>
            </a:solidFill>
            <a:prstDash val="solid"/>
            <a:tailEnd type="triangle" w="sm" len="sm"/>
          </a:ln>
        </p:spPr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6174E65D-96E2-4B24-A07E-875EB6A91A31}"/>
              </a:ext>
            </a:extLst>
          </p:cNvPr>
          <p:cNvSpPr>
            <a:spLocks noGrp="1"/>
          </p:cNvSpPr>
          <p:nvPr/>
        </p:nvSpPr>
        <p:spPr>
          <a:xfrm>
            <a:off x="8258482" y="3065145"/>
            <a:ext cx="1661037" cy="522922"/>
          </a:xfrm>
          <a:prstGeom prst="roundRect">
            <a:avLst>
              <a:gd name="adj" fmla="val 16393"/>
            </a:avLst>
          </a:prstGeom>
          <a:solidFill>
            <a:srgbClr val="E4F8E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09CE1376-5BB5-48F1-B783-130E00E82D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656947" y="3232340"/>
            <a:ext cx="864108" cy="188532"/>
          </a:xfrm>
          <a:prstGeom prst="rect">
            <a:avLst/>
          </a:prstGeom>
        </p:spPr>
      </p:pic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998357E-9A87-4FA5-9BE6-B6BD4E9B1800}"/>
              </a:ext>
            </a:extLst>
          </p:cNvPr>
          <p:cNvCxnSpPr>
            <a:stCxn id="74" idx="2"/>
            <a:endCxn id="93" idx="0"/>
          </p:cNvCxnSpPr>
          <p:nvPr/>
        </p:nvCxnSpPr>
        <p:spPr>
          <a:xfrm>
            <a:off x="9049826" y="2739390"/>
            <a:ext cx="39176" cy="325755"/>
          </a:xfrm>
          <a:prstGeom prst="straightConnector1">
            <a:avLst/>
          </a:prstGeom>
          <a:ln w="19050">
            <a:solidFill>
              <a:srgbClr val="10AD87"/>
            </a:solidFill>
            <a:prstDash val="solid"/>
            <a:tailEnd type="triangle" w="sm" len="sm"/>
          </a:ln>
        </p:spPr>
      </p:cxn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121130B0-5D3C-460E-AC4D-528729AF1194}"/>
              </a:ext>
            </a:extLst>
          </p:cNvPr>
          <p:cNvSpPr>
            <a:spLocks noGrp="1"/>
          </p:cNvSpPr>
          <p:nvPr/>
        </p:nvSpPr>
        <p:spPr>
          <a:xfrm>
            <a:off x="10076221" y="3065145"/>
            <a:ext cx="1661037" cy="522922"/>
          </a:xfrm>
          <a:prstGeom prst="roundRect">
            <a:avLst>
              <a:gd name="adj" fmla="val 16393"/>
            </a:avLst>
          </a:prstGeom>
          <a:solidFill>
            <a:srgbClr val="FFF2E4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91BDB90A-93F6-40E7-B8C9-9D6DB5EBCC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0474686" y="3235395"/>
            <a:ext cx="864108" cy="182423"/>
          </a:xfrm>
          <a:prstGeom prst="rect">
            <a:avLst/>
          </a:prstGeom>
        </p:spPr>
      </p:pic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34D217B-0955-49E8-A8AE-206467D4A549}"/>
              </a:ext>
            </a:extLst>
          </p:cNvPr>
          <p:cNvCxnSpPr>
            <a:stCxn id="74" idx="2"/>
            <a:endCxn id="96" idx="0"/>
          </p:cNvCxnSpPr>
          <p:nvPr/>
        </p:nvCxnSpPr>
        <p:spPr>
          <a:xfrm>
            <a:off x="9049826" y="2739390"/>
            <a:ext cx="1856915" cy="325755"/>
          </a:xfrm>
          <a:prstGeom prst="straightConnector1">
            <a:avLst/>
          </a:prstGeom>
          <a:ln w="19050">
            <a:solidFill>
              <a:srgbClr val="F48C1C"/>
            </a:solidFill>
            <a:prstDash val="solid"/>
            <a:tailEnd type="triangle" w="sm" len="sm"/>
          </a:ln>
        </p:spPr>
      </p:cxnSp>
      <p:pic>
        <p:nvPicPr>
          <p:cNvPr id="99" name="Picture 98">
            <a:extLst>
              <a:ext uri="{FF2B5EF4-FFF2-40B4-BE49-F238E27FC236}">
                <a16:creationId xmlns:a16="http://schemas.microsoft.com/office/drawing/2014/main" id="{7928BF27-2ECA-4FEC-BF4D-E994A4F721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606798" y="3956685"/>
            <a:ext cx="964407" cy="308610"/>
          </a:xfrm>
          <a:prstGeom prst="rect">
            <a:avLst/>
          </a:prstGeom>
        </p:spPr>
      </p:pic>
      <p:graphicFrame>
        <p:nvGraphicFramePr>
          <p:cNvPr id="100" name="Chart">
            <a:extLst>
              <a:ext uri="{FF2B5EF4-FFF2-40B4-BE49-F238E27FC236}">
                <a16:creationId xmlns:a16="http://schemas.microsoft.com/office/drawing/2014/main" id="{53FD566E-0F81-4DAA-B738-CB495B427766}"/>
              </a:ext>
            </a:extLst>
          </p:cNvPr>
          <p:cNvGraphicFramePr/>
          <p:nvPr/>
        </p:nvGraphicFramePr>
        <p:xfrm>
          <a:off x="6299712" y="4445318"/>
          <a:ext cx="5421876" cy="1062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02" name="Adaptado 102"/>
          <p:cNvSpPr txBox="1"/>
          <p:nvPr/>
        </p:nvSpPr>
        <p:spPr>
          <a:xfrm>
            <a:off x="266700" y="5629275"/>
            <a:ext cx="11658600" cy="9525"/>
          </a:xfrm>
          <a:prstGeom prst="rect">
            <a:avLst/>
          </a:prstGeom>
          <a:solidFill>
            <a:srgbClr val="D6E6F0"/>
          </a:solidFill>
          <a:ln>
            <a:noFill/>
          </a:ln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03" name="Adaptado 103"/>
          <p:cNvSpPr txBox="1"/>
          <p:nvPr/>
        </p:nvSpPr>
        <p:spPr>
          <a:xfrm>
            <a:off x="342900" y="579120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400" b="1">
                <a:solidFill>
                  <a:srgbClr val="009DCD"/>
                </a:solidFill>
                <a:latin typeface="Inter"/>
              </a:rPr>
              <a:t>01</a:t>
            </a:r>
          </a:p>
        </p:txBody>
      </p:sp>
      <p:sp>
        <p:nvSpPr>
          <p:cNvPr id="104" name="Adaptado 104"/>
          <p:cNvSpPr txBox="1"/>
          <p:nvPr/>
        </p:nvSpPr>
        <p:spPr>
          <a:xfrm>
            <a:off x="723900" y="5772150"/>
            <a:ext cx="33147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540" b="0">
                <a:solidFill>
                  <a:srgbClr val="163B5C"/>
                </a:solidFill>
                <a:latin typeface="Inter"/>
              </a:rPr>
              <a:t>A LSTM extrai a memória.</a:t>
            </a:r>
          </a:p>
        </p:txBody>
      </p:sp>
      <p:sp>
        <p:nvSpPr>
          <p:cNvPr id="105" name="Adaptado 105"/>
          <p:cNvSpPr txBox="1"/>
          <p:nvPr/>
        </p:nvSpPr>
        <p:spPr>
          <a:xfrm>
            <a:off x="4248150" y="579120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400" b="1">
                <a:solidFill>
                  <a:srgbClr val="0DAE96"/>
                </a:solidFill>
                <a:latin typeface="Inter"/>
              </a:rPr>
              <a:t>02</a:t>
            </a:r>
          </a:p>
        </p:txBody>
      </p:sp>
      <p:sp>
        <p:nvSpPr>
          <p:cNvPr id="106" name="Adaptado 106"/>
          <p:cNvSpPr txBox="1"/>
          <p:nvPr/>
        </p:nvSpPr>
        <p:spPr>
          <a:xfrm>
            <a:off x="4629150" y="5772150"/>
            <a:ext cx="33147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540" b="0">
                <a:solidFill>
                  <a:srgbClr val="163B5C"/>
                </a:solidFill>
                <a:latin typeface="Inter"/>
              </a:rPr>
              <a:t>A cabeça produz parâmetros condicionais.</a:t>
            </a:r>
          </a:p>
        </p:txBody>
      </p:sp>
      <p:sp>
        <p:nvSpPr>
          <p:cNvPr id="107" name="Adaptado 107"/>
          <p:cNvSpPr txBox="1"/>
          <p:nvPr/>
        </p:nvSpPr>
        <p:spPr>
          <a:xfrm>
            <a:off x="8153400" y="579120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400" b="1">
                <a:solidFill>
                  <a:srgbClr val="E89C23"/>
                </a:solidFill>
                <a:latin typeface="Inter"/>
              </a:rPr>
              <a:t>03</a:t>
            </a:r>
          </a:p>
        </p:txBody>
      </p:sp>
      <p:sp>
        <p:nvSpPr>
          <p:cNvPr id="108" name="Adaptado 108"/>
          <p:cNvSpPr txBox="1"/>
          <p:nvPr/>
        </p:nvSpPr>
        <p:spPr>
          <a:xfrm>
            <a:off x="8534400" y="5772150"/>
            <a:ext cx="33147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540" b="0">
                <a:solidFill>
                  <a:srgbClr val="163B5C"/>
                </a:solidFill>
                <a:latin typeface="Inter"/>
              </a:rPr>
              <a:t>Treinar pela densidade no observado.</a:t>
            </a:r>
          </a:p>
        </p:txBody>
      </p:sp>
      <p:sp>
        <p:nvSpPr>
          <p:cNvPr id="109" name="Adaptado 109"/>
          <p:cNvSpPr txBox="1"/>
          <p:nvPr/>
        </p:nvSpPr>
        <p:spPr>
          <a:xfrm>
            <a:off x="409575" y="6381750"/>
            <a:ext cx="11372850" cy="342900"/>
          </a:xfrm>
          <a:prstGeom prst="rect">
            <a:avLst/>
          </a:prstGeom>
          <a:solidFill>
            <a:srgbClr val="EAF5FC"/>
          </a:solidFill>
          <a:ln>
            <a:noFill/>
          </a:ln>
        </p:spPr>
        <p:txBody>
          <a:bodyPr wrap="square" lIns="0" tIns="0" rIns="0" bIns="0"/>
          <a:lstStyle/>
          <a:p>
            <a:r>
              <a:rPr lang="pt-BR" sz="1640" b="0">
                <a:solidFill>
                  <a:srgbClr val="143958"/>
                </a:solidFill>
                <a:latin typeface="Inter"/>
              </a:rPr>
              <a:t>A LSTM aprende a memória. A cabeça MDN transforma essa memória em parâmetros da distribuição.</a:t>
            </a:r>
          </a:p>
        </p:txBody>
      </p:sp>
      <p:sp>
        <p:nvSpPr>
          <p:cNvPr id="110" name="Adaptado 110"/>
          <p:cNvSpPr txBox="1"/>
          <p:nvPr/>
        </p:nvSpPr>
        <p:spPr>
          <a:xfrm>
            <a:off x="266700" y="6753225"/>
            <a:ext cx="10287000" cy="95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750" b="0">
                <a:solidFill>
                  <a:srgbClr val="52738C"/>
                </a:solidFill>
                <a:latin typeface="Inter"/>
              </a:rPr>
              <a:t>HYDRO-UAI  •  CHUVA FUTURA E INCERTEZA</a:t>
            </a:r>
          </a:p>
        </p:txBody>
      </p:sp>
      <p:sp>
        <p:nvSpPr>
          <p:cNvPr id="111" name="Adaptado 111"/>
          <p:cNvSpPr txBox="1"/>
          <p:nvPr/>
        </p:nvSpPr>
        <p:spPr>
          <a:xfrm>
            <a:off x="11334750" y="6753225"/>
            <a:ext cx="666750" cy="95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750" b="0">
                <a:solidFill>
                  <a:srgbClr val="52738C"/>
                </a:solidFill>
                <a:latin typeface="Inter"/>
              </a:rPr>
              <a:t>27 / 45</a:t>
            </a:r>
          </a:p>
        </p:txBody>
      </p:sp>
    </p:spTree>
    <p:extLst>
      <p:ext uri="{BB962C8B-B14F-4D97-AF65-F5344CB8AC3E}">
        <p14:creationId xmlns:p14="http://schemas.microsoft.com/office/powerpoint/2010/main" val="608063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73B1E29-72AF-4206-A16D-81188F570F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oundRect">
            <a:avLst>
              <a:gd name="adj" fmla="val 10256"/>
            </a:avLst>
          </a:prstGeom>
          <a:solidFill>
            <a:srgbClr val="0A2C4D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F7C79D-FC47-4915-AEA5-904C1CF8CC80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4E535E-8BAA-4D29-8DE8-E75FD848FB77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620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FFFFFF"/>
                </a:solidFill>
              </a:defRPr>
            </a:defPPr>
            <a:lvl1pPr>
              <a:defRPr sz="2400" b="1">
                <a:solidFill>
                  <a:srgbClr val="FFFFFF"/>
                </a:solidFill>
              </a:defRPr>
            </a:lvl1pPr>
            <a:lvl2pPr>
              <a:defRPr sz="2400" b="1">
                <a:solidFill>
                  <a:srgbClr val="FFFFFF"/>
                </a:solidFill>
              </a:defRPr>
            </a:lvl2pPr>
            <a:lvl3pPr>
              <a:defRPr sz="2400" b="1">
                <a:solidFill>
                  <a:srgbClr val="FFFFFF"/>
                </a:solidFill>
              </a:defRPr>
            </a:lvl3pPr>
            <a:lvl4pPr>
              <a:defRPr sz="2400" b="1">
                <a:solidFill>
                  <a:srgbClr val="FFFFFF"/>
                </a:solidFill>
              </a:defRPr>
            </a:lvl4pPr>
            <a:lvl5pPr>
              <a:defRPr sz="2400" b="1">
                <a:solidFill>
                  <a:srgbClr val="FFFFFF"/>
                </a:solidFill>
              </a:defRPr>
            </a:lvl5pPr>
            <a:lvl6pPr>
              <a:defRPr sz="2400" b="1">
                <a:solidFill>
                  <a:srgbClr val="FFFFFF"/>
                </a:solidFill>
              </a:defRPr>
            </a:lvl6pPr>
            <a:lvl7pPr>
              <a:defRPr sz="2400" b="1">
                <a:solidFill>
                  <a:srgbClr val="FFFFFF"/>
                </a:solidFill>
              </a:defRPr>
            </a:lvl7pPr>
            <a:lvl8pPr>
              <a:defRPr sz="2400" b="1">
                <a:solidFill>
                  <a:srgbClr val="FFFFFF"/>
                </a:solidFill>
              </a:defRPr>
            </a:lvl8pPr>
            <a:lvl9pPr>
              <a:defRPr sz="2400" b="1">
                <a:solidFill>
                  <a:srgbClr val="FFFFFF"/>
                </a:solidFill>
              </a:defRPr>
            </a:lvl9pPr>
          </a:lstStyle>
          <a:p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A mistura de três gaussianas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FE921B-8170-4262-BE0A-9118A8F958F9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0565D7-C9A7-4054-AEEF-6B3DA1B77277}"/>
              </a:ext>
            </a:extLst>
          </p:cNvPr>
          <p:cNvSpPr>
            <a:spLocks noGrp="1"/>
          </p:cNvSpPr>
          <p:nvPr/>
        </p:nvSpPr>
        <p:spPr>
          <a:xfrm>
            <a:off x="0" y="733425"/>
            <a:ext cx="12192000" cy="28575"/>
          </a:xfrm>
          <a:prstGeom prst="roundRect">
            <a:avLst>
              <a:gd name="adj" fmla="val 50000"/>
            </a:avLst>
          </a:prstGeom>
          <a:solidFill>
            <a:srgbClr val="55CFF4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D4516D-5C05-405A-BA45-AC095BB27420}"/>
              </a:ext>
            </a:extLst>
          </p:cNvPr>
          <p:cNvSpPr>
            <a:spLocks noGrp="1"/>
          </p:cNvSpPr>
          <p:nvPr/>
        </p:nvSpPr>
        <p:spPr>
          <a:xfrm>
            <a:off x="95250" y="876300"/>
            <a:ext cx="3714750" cy="3819525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A3E6B4C-1CB5-4BA5-85C6-F75AE59B2ADF}"/>
              </a:ext>
            </a:extLst>
          </p:cNvPr>
          <p:cNvSpPr>
            <a:spLocks noGrp="1"/>
          </p:cNvSpPr>
          <p:nvPr/>
        </p:nvSpPr>
        <p:spPr>
          <a:xfrm>
            <a:off x="3905250" y="876300"/>
            <a:ext cx="4667250" cy="3819525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C39336-BF3D-4918-ACDB-2D8A133BDE78}"/>
              </a:ext>
            </a:extLst>
          </p:cNvPr>
          <p:cNvSpPr>
            <a:spLocks noGrp="1"/>
          </p:cNvSpPr>
          <p:nvPr/>
        </p:nvSpPr>
        <p:spPr>
          <a:xfrm>
            <a:off x="8667750" y="876300"/>
            <a:ext cx="3429000" cy="3819525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9B2A91-41E0-4AE8-8906-B3A5C90BF7E9}"/>
              </a:ext>
            </a:extLst>
          </p:cNvPr>
          <p:cNvSpPr>
            <a:spLocks noGrp="1"/>
          </p:cNvSpPr>
          <p:nvPr/>
        </p:nvSpPr>
        <p:spPr>
          <a:xfrm>
            <a:off x="238125" y="981075"/>
            <a:ext cx="34290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Ideia central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631D26-7F10-45C0-AE03-9790DC6E00C9}"/>
              </a:ext>
            </a:extLst>
          </p:cNvPr>
          <p:cNvSpPr>
            <a:spLocks noGrp="1"/>
          </p:cNvSpPr>
          <p:nvPr/>
        </p:nvSpPr>
        <p:spPr>
          <a:xfrm>
            <a:off x="4048125" y="981075"/>
            <a:ext cx="4381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Densidades ponderadas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7EFD5B-06B9-45F6-AEC1-36DEFDA6612A}"/>
              </a:ext>
            </a:extLst>
          </p:cNvPr>
          <p:cNvSpPr>
            <a:spLocks noGrp="1"/>
          </p:cNvSpPr>
          <p:nvPr/>
        </p:nvSpPr>
        <p:spPr>
          <a:xfrm>
            <a:off x="8810625" y="981075"/>
            <a:ext cx="3143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Leitura intuitiva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74AA35-C516-46F8-9282-4782537E2C1C}"/>
              </a:ext>
            </a:extLst>
          </p:cNvPr>
          <p:cNvSpPr>
            <a:spLocks noGrp="1"/>
          </p:cNvSpPr>
          <p:nvPr/>
        </p:nvSpPr>
        <p:spPr>
          <a:xfrm>
            <a:off x="95250" y="4810125"/>
            <a:ext cx="1200150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780A3E-A2F3-45C2-95A2-9D625F1A153D}"/>
              </a:ext>
            </a:extLst>
          </p:cNvPr>
          <p:cNvSpPr>
            <a:spLocks noGrp="1"/>
          </p:cNvSpPr>
          <p:nvPr/>
        </p:nvSpPr>
        <p:spPr>
          <a:xfrm>
            <a:off x="238125" y="4914900"/>
            <a:ext cx="11715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Exemplo de parâmetros para uma janela de entrada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465D38E-C066-4F67-A962-44FFC54745FC}"/>
              </a:ext>
            </a:extLst>
          </p:cNvPr>
          <p:cNvSpPr>
            <a:spLocks noGrp="1"/>
          </p:cNvSpPr>
          <p:nvPr/>
        </p:nvSpPr>
        <p:spPr>
          <a:xfrm>
            <a:off x="257175" y="5267325"/>
            <a:ext cx="3314700" cy="933450"/>
          </a:xfrm>
          <a:prstGeom prst="roundRect">
            <a:avLst>
              <a:gd name="adj" fmla="val 8163"/>
            </a:avLst>
          </a:prstGeom>
          <a:solidFill>
            <a:srgbClr val="EAF6FE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89DD873-FDE1-4220-84A3-3FDEA17AC1F8}"/>
              </a:ext>
            </a:extLst>
          </p:cNvPr>
          <p:cNvSpPr>
            <a:spLocks noGrp="1"/>
          </p:cNvSpPr>
          <p:nvPr/>
        </p:nvSpPr>
        <p:spPr>
          <a:xfrm>
            <a:off x="3714750" y="5267325"/>
            <a:ext cx="3429000" cy="933450"/>
          </a:xfrm>
          <a:prstGeom prst="roundRect">
            <a:avLst>
              <a:gd name="adj" fmla="val 8163"/>
            </a:avLst>
          </a:prstGeom>
          <a:solidFill>
            <a:srgbClr val="E9F8E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EC6E69-A19E-4204-AF49-0B8ADE04E9CC}"/>
              </a:ext>
            </a:extLst>
          </p:cNvPr>
          <p:cNvSpPr>
            <a:spLocks noGrp="1"/>
          </p:cNvSpPr>
          <p:nvPr/>
        </p:nvSpPr>
        <p:spPr>
          <a:xfrm>
            <a:off x="7286625" y="5267325"/>
            <a:ext cx="4648200" cy="933450"/>
          </a:xfrm>
          <a:prstGeom prst="roundRect">
            <a:avLst>
              <a:gd name="adj" fmla="val 8163"/>
            </a:avLst>
          </a:prstGeom>
          <a:solidFill>
            <a:srgbClr val="FFF3E2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778DE3-741B-40F6-A66F-B775740C22E9}"/>
              </a:ext>
            </a:extLst>
          </p:cNvPr>
          <p:cNvSpPr>
            <a:spLocks noGrp="1"/>
          </p:cNvSpPr>
          <p:nvPr/>
        </p:nvSpPr>
        <p:spPr>
          <a:xfrm>
            <a:off x="266700" y="1419225"/>
            <a:ext cx="33813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0B2349"/>
                </a:solidFill>
              </a:defRPr>
            </a:defPPr>
            <a:lvl1pPr>
              <a:defRPr sz="1800" b="0">
                <a:solidFill>
                  <a:srgbClr val="0B2349"/>
                </a:solidFill>
              </a:defRPr>
            </a:lvl1pPr>
            <a:lvl2pPr>
              <a:defRPr sz="1800" b="0">
                <a:solidFill>
                  <a:srgbClr val="0B2349"/>
                </a:solidFill>
              </a:defRPr>
            </a:lvl2pPr>
            <a:lvl3pPr>
              <a:defRPr sz="1800" b="0">
                <a:solidFill>
                  <a:srgbClr val="0B2349"/>
                </a:solidFill>
              </a:defRPr>
            </a:lvl3pPr>
            <a:lvl4pPr>
              <a:defRPr sz="1800" b="0">
                <a:solidFill>
                  <a:srgbClr val="0B2349"/>
                </a:solidFill>
              </a:defRPr>
            </a:lvl4pPr>
            <a:lvl5pPr>
              <a:defRPr sz="1800" b="0">
                <a:solidFill>
                  <a:srgbClr val="0B2349"/>
                </a:solidFill>
              </a:defRPr>
            </a:lvl5pPr>
            <a:lvl6pPr>
              <a:defRPr sz="1800" b="0">
                <a:solidFill>
                  <a:srgbClr val="0B2349"/>
                </a:solidFill>
              </a:defRPr>
            </a:lvl6pPr>
            <a:lvl7pPr>
              <a:defRPr sz="1800" b="0">
                <a:solidFill>
                  <a:srgbClr val="0B2349"/>
                </a:solidFill>
              </a:defRPr>
            </a:lvl7pPr>
            <a:lvl8pPr>
              <a:defRPr sz="1800" b="0">
                <a:solidFill>
                  <a:srgbClr val="0B2349"/>
                </a:solidFill>
              </a:defRPr>
            </a:lvl8pPr>
            <a:lvl9pPr>
              <a:defRPr sz="1800" b="0">
                <a:solidFill>
                  <a:srgbClr val="0B2349"/>
                </a:solidFill>
              </a:defRPr>
            </a:lvl9pPr>
          </a:lstStyle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A distribuição condicional soma</a:t>
            </a:r>
          </a:p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K gaussianas ponderadas.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D4E8DC-CD33-4BCF-94FE-017B5287B6A0}"/>
              </a:ext>
            </a:extLst>
          </p:cNvPr>
          <p:cNvSpPr>
            <a:spLocks noGrp="1"/>
          </p:cNvSpPr>
          <p:nvPr/>
        </p:nvSpPr>
        <p:spPr>
          <a:xfrm>
            <a:off x="266700" y="2409825"/>
            <a:ext cx="33813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p(q | zₜ) = Σₖ πₖ N(q; μₖ, σₖ²)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34C49A-BB47-481C-93B1-0BB337D7CAD5}"/>
              </a:ext>
            </a:extLst>
          </p:cNvPr>
          <p:cNvSpPr>
            <a:spLocks noGrp="1"/>
          </p:cNvSpPr>
          <p:nvPr/>
        </p:nvSpPr>
        <p:spPr>
          <a:xfrm>
            <a:off x="266700" y="3286125"/>
            <a:ext cx="33813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0B2349"/>
                </a:solidFill>
              </a:defRPr>
            </a:defPPr>
            <a:lvl1pPr>
              <a:defRPr sz="1875" b="0">
                <a:solidFill>
                  <a:srgbClr val="0B2349"/>
                </a:solidFill>
              </a:defRPr>
            </a:lvl1pPr>
            <a:lvl2pPr>
              <a:defRPr sz="1875" b="0">
                <a:solidFill>
                  <a:srgbClr val="0B2349"/>
                </a:solidFill>
              </a:defRPr>
            </a:lvl2pPr>
            <a:lvl3pPr>
              <a:defRPr sz="1875" b="0">
                <a:solidFill>
                  <a:srgbClr val="0B2349"/>
                </a:solidFill>
              </a:defRPr>
            </a:lvl3pPr>
            <a:lvl4pPr>
              <a:defRPr sz="1875" b="0">
                <a:solidFill>
                  <a:srgbClr val="0B2349"/>
                </a:solidFill>
              </a:defRPr>
            </a:lvl4pPr>
            <a:lvl5pPr>
              <a:defRPr sz="1875" b="0">
                <a:solidFill>
                  <a:srgbClr val="0B2349"/>
                </a:solidFill>
              </a:defRPr>
            </a:lvl5pPr>
            <a:lvl6pPr>
              <a:defRPr sz="1875" b="0">
                <a:solidFill>
                  <a:srgbClr val="0B2349"/>
                </a:solidFill>
              </a:defRPr>
            </a:lvl6pPr>
            <a:lvl7pPr>
              <a:defRPr sz="1875" b="0">
                <a:solidFill>
                  <a:srgbClr val="0B2349"/>
                </a:solidFill>
              </a:defRPr>
            </a:lvl7pPr>
            <a:lvl8pPr>
              <a:defRPr sz="1875" b="0">
                <a:solidFill>
                  <a:srgbClr val="0B2349"/>
                </a:solidFill>
              </a:defRPr>
            </a:lvl8pPr>
            <a:lvl9pPr>
              <a:defRPr sz="1875" b="0">
                <a:solidFill>
                  <a:srgbClr val="0B2349"/>
                </a:solidFill>
              </a:defRPr>
            </a:lvl9pPr>
          </a:lstStyle>
          <a:p>
            <a:pPr>
              <a:defRPr sz="1875" b="0">
                <a:solidFill>
                  <a:srgbClr val="0B2349"/>
                </a:solidFill>
              </a:defRPr>
            </a:pPr>
            <a:r>
              <a:rPr sz="1875" b="0">
                <a:solidFill>
                  <a:srgbClr val="0B2349"/>
                </a:solidFill>
              </a:rPr>
              <a:t>πₖ ≥ 0       Σₖ πₖ = 1</a:t>
            </a:r>
          </a:p>
          <a:p>
            <a:pPr>
              <a:defRPr sz="1875" b="0">
                <a:solidFill>
                  <a:srgbClr val="0B2349"/>
                </a:solidFill>
              </a:defRPr>
            </a:pPr>
            <a:r>
              <a:rPr sz="1875" b="0">
                <a:solidFill>
                  <a:srgbClr val="0B2349"/>
                </a:solidFill>
              </a:rPr>
              <a:t>σₖ &gt; 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F9DC9A-C6D1-48C2-B64C-D772C0F51250}"/>
              </a:ext>
            </a:extLst>
          </p:cNvPr>
          <p:cNvSpPr>
            <a:spLocks noGrp="1"/>
          </p:cNvSpPr>
          <p:nvPr/>
        </p:nvSpPr>
        <p:spPr>
          <a:xfrm>
            <a:off x="266700" y="4276725"/>
            <a:ext cx="338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456078"/>
                </a:solidFill>
              </a:defRPr>
            </a:defPPr>
            <a:lvl1pPr>
              <a:defRPr sz="1500" b="0">
                <a:solidFill>
                  <a:srgbClr val="456078"/>
                </a:solidFill>
              </a:defRPr>
            </a:lvl1pPr>
            <a:lvl2pPr>
              <a:defRPr sz="1500" b="0">
                <a:solidFill>
                  <a:srgbClr val="456078"/>
                </a:solidFill>
              </a:defRPr>
            </a:lvl2pPr>
            <a:lvl3pPr>
              <a:defRPr sz="1500" b="0">
                <a:solidFill>
                  <a:srgbClr val="456078"/>
                </a:solidFill>
              </a:defRPr>
            </a:lvl3pPr>
            <a:lvl4pPr>
              <a:defRPr sz="1500" b="0">
                <a:solidFill>
                  <a:srgbClr val="456078"/>
                </a:solidFill>
              </a:defRPr>
            </a:lvl4pPr>
            <a:lvl5pPr>
              <a:defRPr sz="1500" b="0">
                <a:solidFill>
                  <a:srgbClr val="456078"/>
                </a:solidFill>
              </a:defRPr>
            </a:lvl5pPr>
            <a:lvl6pPr>
              <a:defRPr sz="1500" b="0">
                <a:solidFill>
                  <a:srgbClr val="456078"/>
                </a:solidFill>
              </a:defRPr>
            </a:lvl6pPr>
            <a:lvl7pPr>
              <a:defRPr sz="1500" b="0">
                <a:solidFill>
                  <a:srgbClr val="456078"/>
                </a:solidFill>
              </a:defRPr>
            </a:lvl7pPr>
            <a:lvl8pPr>
              <a:defRPr sz="1500" b="0">
                <a:solidFill>
                  <a:srgbClr val="456078"/>
                </a:solidFill>
              </a:defRPr>
            </a:lvl8pPr>
            <a:lvl9pPr>
              <a:defRPr sz="1500" b="0">
                <a:solidFill>
                  <a:srgbClr val="456078"/>
                </a:solidFill>
              </a:defRPr>
            </a:lvl9pPr>
          </a:lstStyle>
          <a:p>
            <a:pPr>
              <a:defRPr sz="1500" b="0">
                <a:solidFill>
                  <a:srgbClr val="456078"/>
                </a:solidFill>
              </a:defRPr>
            </a:pPr>
            <a:r>
              <a:rPr sz="1500" b="0">
                <a:solidFill>
                  <a:srgbClr val="456078"/>
                </a:solidFill>
              </a:rPr>
              <a:t>K = 3 neste exemplo.</a:t>
            </a:r>
          </a:p>
        </p:txBody>
      </p:sp>
      <p:graphicFrame>
        <p:nvGraphicFramePr>
          <p:cNvPr id="21" name="Chart">
            <a:extLst>
              <a:ext uri="{FF2B5EF4-FFF2-40B4-BE49-F238E27FC236}">
                <a16:creationId xmlns:a16="http://schemas.microsoft.com/office/drawing/2014/main" id="{AEA06B6A-1B52-45DA-BC92-04F2CA610C6D}"/>
              </a:ext>
            </a:extLst>
          </p:cNvPr>
          <p:cNvGraphicFramePr/>
          <p:nvPr/>
        </p:nvGraphicFramePr>
        <p:xfrm>
          <a:off x="4000500" y="1495425"/>
          <a:ext cx="447675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A0D824A-024C-43BD-9D21-64FD41FF9ABA}"/>
              </a:ext>
            </a:extLst>
          </p:cNvPr>
          <p:cNvSpPr>
            <a:spLocks noGrp="1"/>
          </p:cNvSpPr>
          <p:nvPr/>
        </p:nvSpPr>
        <p:spPr>
          <a:xfrm>
            <a:off x="8810625" y="14097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EAF6FE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06401E-4045-4C2C-A16C-165666404895}"/>
              </a:ext>
            </a:extLst>
          </p:cNvPr>
          <p:cNvSpPr>
            <a:spLocks noGrp="1"/>
          </p:cNvSpPr>
          <p:nvPr/>
        </p:nvSpPr>
        <p:spPr>
          <a:xfrm>
            <a:off x="8924925" y="15049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7ED865-8089-4D30-B39B-68BF79D90FD1}"/>
              </a:ext>
            </a:extLst>
          </p:cNvPr>
          <p:cNvSpPr>
            <a:spLocks noGrp="1"/>
          </p:cNvSpPr>
          <p:nvPr/>
        </p:nvSpPr>
        <p:spPr>
          <a:xfrm>
            <a:off x="9305925" y="15049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B2349"/>
                </a:solidFill>
              </a:defRPr>
            </a:defPPr>
            <a:lvl1pPr>
              <a:defRPr sz="1650" b="1">
                <a:solidFill>
                  <a:srgbClr val="0B2349"/>
                </a:solidFill>
              </a:defRPr>
            </a:lvl1pPr>
            <a:lvl2pPr>
              <a:defRPr sz="1650" b="1">
                <a:solidFill>
                  <a:srgbClr val="0B2349"/>
                </a:solidFill>
              </a:defRPr>
            </a:lvl2pPr>
            <a:lvl3pPr>
              <a:defRPr sz="1650" b="1">
                <a:solidFill>
                  <a:srgbClr val="0B2349"/>
                </a:solidFill>
              </a:defRPr>
            </a:lvl3pPr>
            <a:lvl4pPr>
              <a:defRPr sz="1650" b="1">
                <a:solidFill>
                  <a:srgbClr val="0B2349"/>
                </a:solidFill>
              </a:defRPr>
            </a:lvl4pPr>
            <a:lvl5pPr>
              <a:defRPr sz="1650" b="1">
                <a:solidFill>
                  <a:srgbClr val="0B2349"/>
                </a:solidFill>
              </a:defRPr>
            </a:lvl5pPr>
            <a:lvl6pPr>
              <a:defRPr sz="1650" b="1">
                <a:solidFill>
                  <a:srgbClr val="0B2349"/>
                </a:solidFill>
              </a:defRPr>
            </a:lvl6pPr>
            <a:lvl7pPr>
              <a:defRPr sz="1650" b="1">
                <a:solidFill>
                  <a:srgbClr val="0B2349"/>
                </a:solidFill>
              </a:defRPr>
            </a:lvl7pPr>
            <a:lvl8pPr>
              <a:defRPr sz="1650" b="1">
                <a:solidFill>
                  <a:srgbClr val="0B2349"/>
                </a:solidFill>
              </a:defRPr>
            </a:lvl8pPr>
            <a:lvl9pPr>
              <a:defRPr sz="1650" b="1">
                <a:solidFill>
                  <a:srgbClr val="0B2349"/>
                </a:solidFill>
              </a:defRPr>
            </a:lvl9pPr>
          </a:lstStyle>
          <a:p>
            <a:pPr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Sobreposição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DCF33A-429F-4E65-AB50-56277A66C45E}"/>
              </a:ext>
            </a:extLst>
          </p:cNvPr>
          <p:cNvSpPr>
            <a:spLocks noGrp="1"/>
          </p:cNvSpPr>
          <p:nvPr/>
        </p:nvSpPr>
        <p:spPr>
          <a:xfrm>
            <a:off x="9305925" y="1828800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B2349"/>
                </a:solidFill>
              </a:defRPr>
            </a:defPPr>
            <a:lvl1pPr>
              <a:defRPr sz="1425" b="0">
                <a:solidFill>
                  <a:srgbClr val="0B2349"/>
                </a:solidFill>
              </a:defRPr>
            </a:lvl1pPr>
            <a:lvl2pPr>
              <a:defRPr sz="1425" b="0">
                <a:solidFill>
                  <a:srgbClr val="0B2349"/>
                </a:solidFill>
              </a:defRPr>
            </a:lvl2pPr>
            <a:lvl3pPr>
              <a:defRPr sz="1425" b="0">
                <a:solidFill>
                  <a:srgbClr val="0B2349"/>
                </a:solidFill>
              </a:defRPr>
            </a:lvl3pPr>
            <a:lvl4pPr>
              <a:defRPr sz="1425" b="0">
                <a:solidFill>
                  <a:srgbClr val="0B2349"/>
                </a:solidFill>
              </a:defRPr>
            </a:lvl4pPr>
            <a:lvl5pPr>
              <a:defRPr sz="1425" b="0">
                <a:solidFill>
                  <a:srgbClr val="0B2349"/>
                </a:solidFill>
              </a:defRPr>
            </a:lvl5pPr>
            <a:lvl6pPr>
              <a:defRPr sz="1425" b="0">
                <a:solidFill>
                  <a:srgbClr val="0B2349"/>
                </a:solidFill>
              </a:defRPr>
            </a:lvl6pPr>
            <a:lvl7pPr>
              <a:defRPr sz="1425" b="0">
                <a:solidFill>
                  <a:srgbClr val="0B2349"/>
                </a:solidFill>
              </a:defRPr>
            </a:lvl7pPr>
            <a:lvl8pPr>
              <a:defRPr sz="1425" b="0">
                <a:solidFill>
                  <a:srgbClr val="0B2349"/>
                </a:solidFill>
              </a:defRPr>
            </a:lvl8pPr>
            <a:lvl9pPr>
              <a:defRPr sz="1425" b="0">
                <a:solidFill>
                  <a:srgbClr val="0B2349"/>
                </a:solidFill>
              </a:defRPr>
            </a:lvl9pPr>
          </a:lstStyle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As componentes podem</a:t>
            </a:r>
          </a:p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se sobrepor.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A3D8C13-6788-4C55-8A51-E727EABA160E}"/>
              </a:ext>
            </a:extLst>
          </p:cNvPr>
          <p:cNvSpPr>
            <a:spLocks noGrp="1"/>
          </p:cNvSpPr>
          <p:nvPr/>
        </p:nvSpPr>
        <p:spPr>
          <a:xfrm>
            <a:off x="8810625" y="24765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E9F8E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8B9AAD-1649-4EC1-8102-2FBFDAE1E25A}"/>
              </a:ext>
            </a:extLst>
          </p:cNvPr>
          <p:cNvSpPr>
            <a:spLocks noGrp="1"/>
          </p:cNvSpPr>
          <p:nvPr/>
        </p:nvSpPr>
        <p:spPr>
          <a:xfrm>
            <a:off x="8924925" y="25717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5F10C2-3A17-4C1E-BFC1-077147B1D8EC}"/>
              </a:ext>
            </a:extLst>
          </p:cNvPr>
          <p:cNvSpPr>
            <a:spLocks noGrp="1"/>
          </p:cNvSpPr>
          <p:nvPr/>
        </p:nvSpPr>
        <p:spPr>
          <a:xfrm>
            <a:off x="9305925" y="25717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B2349"/>
                </a:solidFill>
              </a:defRPr>
            </a:defPPr>
            <a:lvl1pPr>
              <a:defRPr sz="1650" b="1">
                <a:solidFill>
                  <a:srgbClr val="0B2349"/>
                </a:solidFill>
              </a:defRPr>
            </a:lvl1pPr>
            <a:lvl2pPr>
              <a:defRPr sz="1650" b="1">
                <a:solidFill>
                  <a:srgbClr val="0B2349"/>
                </a:solidFill>
              </a:defRPr>
            </a:lvl2pPr>
            <a:lvl3pPr>
              <a:defRPr sz="1650" b="1">
                <a:solidFill>
                  <a:srgbClr val="0B2349"/>
                </a:solidFill>
              </a:defRPr>
            </a:lvl3pPr>
            <a:lvl4pPr>
              <a:defRPr sz="1650" b="1">
                <a:solidFill>
                  <a:srgbClr val="0B2349"/>
                </a:solidFill>
              </a:defRPr>
            </a:lvl4pPr>
            <a:lvl5pPr>
              <a:defRPr sz="1650" b="1">
                <a:solidFill>
                  <a:srgbClr val="0B2349"/>
                </a:solidFill>
              </a:defRPr>
            </a:lvl5pPr>
            <a:lvl6pPr>
              <a:defRPr sz="1650" b="1">
                <a:solidFill>
                  <a:srgbClr val="0B2349"/>
                </a:solidFill>
              </a:defRPr>
            </a:lvl6pPr>
            <a:lvl7pPr>
              <a:defRPr sz="1650" b="1">
                <a:solidFill>
                  <a:srgbClr val="0B2349"/>
                </a:solidFill>
              </a:defRPr>
            </a:lvl7pPr>
            <a:lvl8pPr>
              <a:defRPr sz="1650" b="1">
                <a:solidFill>
                  <a:srgbClr val="0B2349"/>
                </a:solidFill>
              </a:defRPr>
            </a:lvl8pPr>
            <a:lvl9pPr>
              <a:defRPr sz="1650" b="1">
                <a:solidFill>
                  <a:srgbClr val="0B2349"/>
                </a:solidFill>
              </a:defRPr>
            </a:lvl9pPr>
          </a:lstStyle>
          <a:p>
            <a:pPr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Número 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13C778-C4C8-420F-9D33-4FA149056796}"/>
              </a:ext>
            </a:extLst>
          </p:cNvPr>
          <p:cNvSpPr>
            <a:spLocks noGrp="1"/>
          </p:cNvSpPr>
          <p:nvPr/>
        </p:nvSpPr>
        <p:spPr>
          <a:xfrm>
            <a:off x="9305925" y="2895600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B2349"/>
                </a:solidFill>
              </a:defRPr>
            </a:defPPr>
            <a:lvl1pPr>
              <a:defRPr sz="1425" b="0">
                <a:solidFill>
                  <a:srgbClr val="0B2349"/>
                </a:solidFill>
              </a:defRPr>
            </a:lvl1pPr>
            <a:lvl2pPr>
              <a:defRPr sz="1425" b="0">
                <a:solidFill>
                  <a:srgbClr val="0B2349"/>
                </a:solidFill>
              </a:defRPr>
            </a:lvl2pPr>
            <a:lvl3pPr>
              <a:defRPr sz="1425" b="0">
                <a:solidFill>
                  <a:srgbClr val="0B2349"/>
                </a:solidFill>
              </a:defRPr>
            </a:lvl3pPr>
            <a:lvl4pPr>
              <a:defRPr sz="1425" b="0">
                <a:solidFill>
                  <a:srgbClr val="0B2349"/>
                </a:solidFill>
              </a:defRPr>
            </a:lvl4pPr>
            <a:lvl5pPr>
              <a:defRPr sz="1425" b="0">
                <a:solidFill>
                  <a:srgbClr val="0B2349"/>
                </a:solidFill>
              </a:defRPr>
            </a:lvl5pPr>
            <a:lvl6pPr>
              <a:defRPr sz="1425" b="0">
                <a:solidFill>
                  <a:srgbClr val="0B2349"/>
                </a:solidFill>
              </a:defRPr>
            </a:lvl6pPr>
            <a:lvl7pPr>
              <a:defRPr sz="1425" b="0">
                <a:solidFill>
                  <a:srgbClr val="0B2349"/>
                </a:solidFill>
              </a:defRPr>
            </a:lvl7pPr>
            <a:lvl8pPr>
              <a:defRPr sz="1425" b="0">
                <a:solidFill>
                  <a:srgbClr val="0B2349"/>
                </a:solidFill>
              </a:defRPr>
            </a:lvl8pPr>
            <a:lvl9pPr>
              <a:defRPr sz="1425" b="0">
                <a:solidFill>
                  <a:srgbClr val="0B2349"/>
                </a:solidFill>
              </a:defRPr>
            </a:lvl9pPr>
          </a:lstStyle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K é uma escolha</a:t>
            </a:r>
          </a:p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do modelo.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CA144D2-6E75-4629-A340-89D22064B869}"/>
              </a:ext>
            </a:extLst>
          </p:cNvPr>
          <p:cNvSpPr>
            <a:spLocks noGrp="1"/>
          </p:cNvSpPr>
          <p:nvPr/>
        </p:nvSpPr>
        <p:spPr>
          <a:xfrm>
            <a:off x="8810625" y="35433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FFF3E2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9B408B-F4A6-492B-9F16-7DEE114BB458}"/>
              </a:ext>
            </a:extLst>
          </p:cNvPr>
          <p:cNvSpPr>
            <a:spLocks noGrp="1"/>
          </p:cNvSpPr>
          <p:nvPr/>
        </p:nvSpPr>
        <p:spPr>
          <a:xfrm>
            <a:off x="8924925" y="36385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CB20BB-453F-4EDB-A457-2041F65001C1}"/>
              </a:ext>
            </a:extLst>
          </p:cNvPr>
          <p:cNvSpPr>
            <a:spLocks noGrp="1"/>
          </p:cNvSpPr>
          <p:nvPr/>
        </p:nvSpPr>
        <p:spPr>
          <a:xfrm>
            <a:off x="9305925" y="36385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B2349"/>
                </a:solidFill>
              </a:defRPr>
            </a:defPPr>
            <a:lvl1pPr>
              <a:defRPr sz="1650" b="1">
                <a:solidFill>
                  <a:srgbClr val="0B2349"/>
                </a:solidFill>
              </a:defRPr>
            </a:lvl1pPr>
            <a:lvl2pPr>
              <a:defRPr sz="1650" b="1">
                <a:solidFill>
                  <a:srgbClr val="0B2349"/>
                </a:solidFill>
              </a:defRPr>
            </a:lvl2pPr>
            <a:lvl3pPr>
              <a:defRPr sz="1650" b="1">
                <a:solidFill>
                  <a:srgbClr val="0B2349"/>
                </a:solidFill>
              </a:defRPr>
            </a:lvl3pPr>
            <a:lvl4pPr>
              <a:defRPr sz="1650" b="1">
                <a:solidFill>
                  <a:srgbClr val="0B2349"/>
                </a:solidFill>
              </a:defRPr>
            </a:lvl4pPr>
            <a:lvl5pPr>
              <a:defRPr sz="1650" b="1">
                <a:solidFill>
                  <a:srgbClr val="0B2349"/>
                </a:solidFill>
              </a:defRPr>
            </a:lvl5pPr>
            <a:lvl6pPr>
              <a:defRPr sz="1650" b="1">
                <a:solidFill>
                  <a:srgbClr val="0B2349"/>
                </a:solidFill>
              </a:defRPr>
            </a:lvl6pPr>
            <a:lvl7pPr>
              <a:defRPr sz="1650" b="1">
                <a:solidFill>
                  <a:srgbClr val="0B2349"/>
                </a:solidFill>
              </a:defRPr>
            </a:lvl7pPr>
            <a:lvl8pPr>
              <a:defRPr sz="1650" b="1">
                <a:solidFill>
                  <a:srgbClr val="0B2349"/>
                </a:solidFill>
              </a:defRPr>
            </a:lvl8pPr>
            <a:lvl9pPr>
              <a:defRPr sz="1650" b="1">
                <a:solidFill>
                  <a:srgbClr val="0B2349"/>
                </a:solidFill>
              </a:defRPr>
            </a:lvl9pPr>
          </a:lstStyle>
          <a:p>
            <a:pPr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Sem classes fixas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57778B4-AD8D-4F95-8858-A807787283AB}"/>
              </a:ext>
            </a:extLst>
          </p:cNvPr>
          <p:cNvSpPr>
            <a:spLocks noGrp="1"/>
          </p:cNvSpPr>
          <p:nvPr/>
        </p:nvSpPr>
        <p:spPr>
          <a:xfrm>
            <a:off x="9305925" y="3962400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B2349"/>
                </a:solidFill>
              </a:defRPr>
            </a:defPPr>
            <a:lvl1pPr>
              <a:defRPr sz="1425" b="0">
                <a:solidFill>
                  <a:srgbClr val="0B2349"/>
                </a:solidFill>
              </a:defRPr>
            </a:lvl1pPr>
            <a:lvl2pPr>
              <a:defRPr sz="1425" b="0">
                <a:solidFill>
                  <a:srgbClr val="0B2349"/>
                </a:solidFill>
              </a:defRPr>
            </a:lvl2pPr>
            <a:lvl3pPr>
              <a:defRPr sz="1425" b="0">
                <a:solidFill>
                  <a:srgbClr val="0B2349"/>
                </a:solidFill>
              </a:defRPr>
            </a:lvl3pPr>
            <a:lvl4pPr>
              <a:defRPr sz="1425" b="0">
                <a:solidFill>
                  <a:srgbClr val="0B2349"/>
                </a:solidFill>
              </a:defRPr>
            </a:lvl4pPr>
            <a:lvl5pPr>
              <a:defRPr sz="1425" b="0">
                <a:solidFill>
                  <a:srgbClr val="0B2349"/>
                </a:solidFill>
              </a:defRPr>
            </a:lvl5pPr>
            <a:lvl6pPr>
              <a:defRPr sz="1425" b="0">
                <a:solidFill>
                  <a:srgbClr val="0B2349"/>
                </a:solidFill>
              </a:defRPr>
            </a:lvl6pPr>
            <a:lvl7pPr>
              <a:defRPr sz="1425" b="0">
                <a:solidFill>
                  <a:srgbClr val="0B2349"/>
                </a:solidFill>
              </a:defRPr>
            </a:lvl7pPr>
            <a:lvl8pPr>
              <a:defRPr sz="1425" b="0">
                <a:solidFill>
                  <a:srgbClr val="0B2349"/>
                </a:solidFill>
              </a:defRPr>
            </a:lvl8pPr>
            <a:lvl9pPr>
              <a:defRPr sz="1425" b="0">
                <a:solidFill>
                  <a:srgbClr val="0B2349"/>
                </a:solidFill>
              </a:defRPr>
            </a:lvl9pPr>
          </a:lstStyle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As gaussianas não são</a:t>
            </a:r>
          </a:p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classes hidrológicas.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D687BB-4E6D-47AC-BF29-7021ACD38DEE}"/>
              </a:ext>
            </a:extLst>
          </p:cNvPr>
          <p:cNvSpPr>
            <a:spLocks noGrp="1"/>
          </p:cNvSpPr>
          <p:nvPr/>
        </p:nvSpPr>
        <p:spPr>
          <a:xfrm>
            <a:off x="409575" y="5353050"/>
            <a:ext cx="3048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Pesos π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9D16B28-6249-4CAD-8A36-66B22ED27652}"/>
              </a:ext>
            </a:extLst>
          </p:cNvPr>
          <p:cNvSpPr>
            <a:spLocks noGrp="1"/>
          </p:cNvSpPr>
          <p:nvPr/>
        </p:nvSpPr>
        <p:spPr>
          <a:xfrm>
            <a:off x="409575" y="5762625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0B2349"/>
                </a:solidFill>
              </a:defRPr>
            </a:defPPr>
            <a:lvl1pPr>
              <a:defRPr sz="2025" b="0">
                <a:solidFill>
                  <a:srgbClr val="0B2349"/>
                </a:solidFill>
              </a:defRPr>
            </a:lvl1pPr>
            <a:lvl2pPr>
              <a:defRPr sz="2025" b="0">
                <a:solidFill>
                  <a:srgbClr val="0B2349"/>
                </a:solidFill>
              </a:defRPr>
            </a:lvl2pPr>
            <a:lvl3pPr>
              <a:defRPr sz="2025" b="0">
                <a:solidFill>
                  <a:srgbClr val="0B2349"/>
                </a:solidFill>
              </a:defRPr>
            </a:lvl3pPr>
            <a:lvl4pPr>
              <a:defRPr sz="2025" b="0">
                <a:solidFill>
                  <a:srgbClr val="0B2349"/>
                </a:solidFill>
              </a:defRPr>
            </a:lvl4pPr>
            <a:lvl5pPr>
              <a:defRPr sz="2025" b="0">
                <a:solidFill>
                  <a:srgbClr val="0B2349"/>
                </a:solidFill>
              </a:defRPr>
            </a:lvl5pPr>
            <a:lvl6pPr>
              <a:defRPr sz="2025" b="0">
                <a:solidFill>
                  <a:srgbClr val="0B2349"/>
                </a:solidFill>
              </a:defRPr>
            </a:lvl6pPr>
            <a:lvl7pPr>
              <a:defRPr sz="2025" b="0">
                <a:solidFill>
                  <a:srgbClr val="0B2349"/>
                </a:solidFill>
              </a:defRPr>
            </a:lvl7pPr>
            <a:lvl8pPr>
              <a:defRPr sz="2025" b="0">
                <a:solidFill>
                  <a:srgbClr val="0B2349"/>
                </a:solidFill>
              </a:defRPr>
            </a:lvl8pPr>
            <a:lvl9pPr>
              <a:defRPr sz="2025" b="0">
                <a:solidFill>
                  <a:srgbClr val="0B2349"/>
                </a:solidFill>
              </a:defRPr>
            </a:lvl9pPr>
          </a:lstStyle>
          <a:p>
            <a:pPr>
              <a:defRPr sz="2025" b="0">
                <a:solidFill>
                  <a:srgbClr val="0B2349"/>
                </a:solidFill>
              </a:defRPr>
            </a:pPr>
            <a:r>
              <a:rPr sz="2025" b="0">
                <a:solidFill>
                  <a:srgbClr val="0B2349"/>
                </a:solidFill>
              </a:rPr>
              <a:t>0,2     0,5     0,3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9A5F305-10D4-4A6C-98D2-13AD4FEAC443}"/>
              </a:ext>
            </a:extLst>
          </p:cNvPr>
          <p:cNvSpPr>
            <a:spLocks noGrp="1"/>
          </p:cNvSpPr>
          <p:nvPr/>
        </p:nvSpPr>
        <p:spPr>
          <a:xfrm>
            <a:off x="3876675" y="5353050"/>
            <a:ext cx="3124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Médias μ (m³/s)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7D10F2-CAA0-4B36-887E-EE60EF60FBDA}"/>
              </a:ext>
            </a:extLst>
          </p:cNvPr>
          <p:cNvSpPr>
            <a:spLocks noGrp="1"/>
          </p:cNvSpPr>
          <p:nvPr/>
        </p:nvSpPr>
        <p:spPr>
          <a:xfrm>
            <a:off x="3876675" y="5762625"/>
            <a:ext cx="3124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0B2349"/>
                </a:solidFill>
              </a:defRPr>
            </a:defPPr>
            <a:lvl1pPr>
              <a:defRPr sz="2025" b="0">
                <a:solidFill>
                  <a:srgbClr val="0B2349"/>
                </a:solidFill>
              </a:defRPr>
            </a:lvl1pPr>
            <a:lvl2pPr>
              <a:defRPr sz="2025" b="0">
                <a:solidFill>
                  <a:srgbClr val="0B2349"/>
                </a:solidFill>
              </a:defRPr>
            </a:lvl2pPr>
            <a:lvl3pPr>
              <a:defRPr sz="2025" b="0">
                <a:solidFill>
                  <a:srgbClr val="0B2349"/>
                </a:solidFill>
              </a:defRPr>
            </a:lvl3pPr>
            <a:lvl4pPr>
              <a:defRPr sz="2025" b="0">
                <a:solidFill>
                  <a:srgbClr val="0B2349"/>
                </a:solidFill>
              </a:defRPr>
            </a:lvl4pPr>
            <a:lvl5pPr>
              <a:defRPr sz="2025" b="0">
                <a:solidFill>
                  <a:srgbClr val="0B2349"/>
                </a:solidFill>
              </a:defRPr>
            </a:lvl5pPr>
            <a:lvl6pPr>
              <a:defRPr sz="2025" b="0">
                <a:solidFill>
                  <a:srgbClr val="0B2349"/>
                </a:solidFill>
              </a:defRPr>
            </a:lvl6pPr>
            <a:lvl7pPr>
              <a:defRPr sz="2025" b="0">
                <a:solidFill>
                  <a:srgbClr val="0B2349"/>
                </a:solidFill>
              </a:defRPr>
            </a:lvl7pPr>
            <a:lvl8pPr>
              <a:defRPr sz="2025" b="0">
                <a:solidFill>
                  <a:srgbClr val="0B2349"/>
                </a:solidFill>
              </a:defRPr>
            </a:lvl8pPr>
            <a:lvl9pPr>
              <a:defRPr sz="2025" b="0">
                <a:solidFill>
                  <a:srgbClr val="0B2349"/>
                </a:solidFill>
              </a:defRPr>
            </a:lvl9pPr>
          </a:lstStyle>
          <a:p>
            <a:pPr>
              <a:defRPr sz="2025" b="0">
                <a:solidFill>
                  <a:srgbClr val="0B2349"/>
                </a:solidFill>
              </a:defRPr>
            </a:pPr>
            <a:r>
              <a:rPr sz="2025" b="0">
                <a:solidFill>
                  <a:srgbClr val="0B2349"/>
                </a:solidFill>
              </a:rPr>
              <a:t>20       40       70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1B8B87-12DC-4CB7-8940-F06B89779642}"/>
              </a:ext>
            </a:extLst>
          </p:cNvPr>
          <p:cNvSpPr>
            <a:spLocks noGrp="1"/>
          </p:cNvSpPr>
          <p:nvPr/>
        </p:nvSpPr>
        <p:spPr>
          <a:xfrm>
            <a:off x="7458075" y="5353050"/>
            <a:ext cx="426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Desvios σ (m³/s)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7DB328D-33C9-4DA8-B13D-E3CD8718A58F}"/>
              </a:ext>
            </a:extLst>
          </p:cNvPr>
          <p:cNvSpPr>
            <a:spLocks noGrp="1"/>
          </p:cNvSpPr>
          <p:nvPr/>
        </p:nvSpPr>
        <p:spPr>
          <a:xfrm>
            <a:off x="7458075" y="5762625"/>
            <a:ext cx="4267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0B2349"/>
                </a:solidFill>
              </a:defRPr>
            </a:defPPr>
            <a:lvl1pPr>
              <a:defRPr sz="2025" b="0">
                <a:solidFill>
                  <a:srgbClr val="0B2349"/>
                </a:solidFill>
              </a:defRPr>
            </a:lvl1pPr>
            <a:lvl2pPr>
              <a:defRPr sz="2025" b="0">
                <a:solidFill>
                  <a:srgbClr val="0B2349"/>
                </a:solidFill>
              </a:defRPr>
            </a:lvl2pPr>
            <a:lvl3pPr>
              <a:defRPr sz="2025" b="0">
                <a:solidFill>
                  <a:srgbClr val="0B2349"/>
                </a:solidFill>
              </a:defRPr>
            </a:lvl3pPr>
            <a:lvl4pPr>
              <a:defRPr sz="2025" b="0">
                <a:solidFill>
                  <a:srgbClr val="0B2349"/>
                </a:solidFill>
              </a:defRPr>
            </a:lvl4pPr>
            <a:lvl5pPr>
              <a:defRPr sz="2025" b="0">
                <a:solidFill>
                  <a:srgbClr val="0B2349"/>
                </a:solidFill>
              </a:defRPr>
            </a:lvl5pPr>
            <a:lvl6pPr>
              <a:defRPr sz="2025" b="0">
                <a:solidFill>
                  <a:srgbClr val="0B2349"/>
                </a:solidFill>
              </a:defRPr>
            </a:lvl6pPr>
            <a:lvl7pPr>
              <a:defRPr sz="2025" b="0">
                <a:solidFill>
                  <a:srgbClr val="0B2349"/>
                </a:solidFill>
              </a:defRPr>
            </a:lvl7pPr>
            <a:lvl8pPr>
              <a:defRPr sz="2025" b="0">
                <a:solidFill>
                  <a:srgbClr val="0B2349"/>
                </a:solidFill>
              </a:defRPr>
            </a:lvl8pPr>
            <a:lvl9pPr>
              <a:defRPr sz="2025" b="0">
                <a:solidFill>
                  <a:srgbClr val="0B2349"/>
                </a:solidFill>
              </a:defRPr>
            </a:lvl9pPr>
          </a:lstStyle>
          <a:p>
            <a:pPr>
              <a:defRPr sz="2025" b="0">
                <a:solidFill>
                  <a:srgbClr val="0B2349"/>
                </a:solidFill>
              </a:defRPr>
            </a:pPr>
            <a:r>
              <a:rPr sz="2025" b="0">
                <a:solidFill>
                  <a:srgbClr val="0B2349"/>
                </a:solidFill>
              </a:rPr>
              <a:t>5          6          8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7AA0DAC-E355-4D9C-972B-C8D158E2253B}"/>
              </a:ext>
            </a:extLst>
          </p:cNvPr>
          <p:cNvSpPr>
            <a:spLocks noGrp="1"/>
          </p:cNvSpPr>
          <p:nvPr/>
        </p:nvSpPr>
        <p:spPr>
          <a:xfrm>
            <a:off x="247650" y="6524625"/>
            <a:ext cx="11525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456078"/>
                </a:solidFill>
              </a:defRPr>
            </a:defPPr>
            <a:lvl1pPr>
              <a:defRPr sz="1200" b="0">
                <a:solidFill>
                  <a:srgbClr val="456078"/>
                </a:solidFill>
              </a:defRPr>
            </a:lvl1pPr>
            <a:lvl2pPr>
              <a:defRPr sz="1200" b="0">
                <a:solidFill>
                  <a:srgbClr val="456078"/>
                </a:solidFill>
              </a:defRPr>
            </a:lvl2pPr>
            <a:lvl3pPr>
              <a:defRPr sz="1200" b="0">
                <a:solidFill>
                  <a:srgbClr val="456078"/>
                </a:solidFill>
              </a:defRPr>
            </a:lvl3pPr>
            <a:lvl4pPr>
              <a:defRPr sz="1200" b="0">
                <a:solidFill>
                  <a:srgbClr val="456078"/>
                </a:solidFill>
              </a:defRPr>
            </a:lvl4pPr>
            <a:lvl5pPr>
              <a:defRPr sz="1200" b="0">
                <a:solidFill>
                  <a:srgbClr val="456078"/>
                </a:solidFill>
              </a:defRPr>
            </a:lvl5pPr>
            <a:lvl6pPr>
              <a:defRPr sz="1200" b="0">
                <a:solidFill>
                  <a:srgbClr val="456078"/>
                </a:solidFill>
              </a:defRPr>
            </a:lvl6pPr>
            <a:lvl7pPr>
              <a:defRPr sz="1200" b="0">
                <a:solidFill>
                  <a:srgbClr val="456078"/>
                </a:solidFill>
              </a:defRPr>
            </a:lvl7pPr>
            <a:lvl8pPr>
              <a:defRPr sz="1200" b="0">
                <a:solidFill>
                  <a:srgbClr val="456078"/>
                </a:solidFill>
              </a:defRPr>
            </a:lvl8pPr>
            <a:lvl9pPr>
              <a:defRPr sz="1200" b="0">
                <a:solidFill>
                  <a:srgbClr val="456078"/>
                </a:solidFill>
              </a:defRPr>
            </a:lvl9pPr>
          </a:lstStyle>
          <a:p>
            <a:pPr>
              <a:defRPr sz="1200" b="0">
                <a:solidFill>
                  <a:srgbClr val="456078"/>
                </a:solidFill>
              </a:defRPr>
            </a:pPr>
            <a:r>
              <a:rPr sz="1200" b="0">
                <a:solidFill>
                  <a:srgbClr val="456078"/>
                </a:solidFill>
              </a:rPr>
              <a:t>Uma MDN-GMM aprende a distribuição de Q condicionada às entradas disponíveis. Exemplo sintético.</a:t>
            </a:r>
          </a:p>
        </p:txBody>
      </p:sp>
    </p:spTree>
    <p:extLst>
      <p:ext uri="{BB962C8B-B14F-4D97-AF65-F5344CB8AC3E}">
        <p14:creationId xmlns:p14="http://schemas.microsoft.com/office/powerpoint/2010/main" val="1483290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D35F8E8-9B2E-4D60-867B-BFF541F12F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oundRect">
            <a:avLst>
              <a:gd name="adj" fmla="val 10256"/>
            </a:avLst>
          </a:prstGeom>
          <a:solidFill>
            <a:srgbClr val="0A2C4D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18C931-FBCD-44F6-91D6-BE4E16C99D1A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71980C-99D8-4594-944D-D36A388274A9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620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FFFFFF"/>
                </a:solidFill>
              </a:defRPr>
            </a:defPPr>
            <a:lvl1pPr>
              <a:defRPr sz="2400" b="1">
                <a:solidFill>
                  <a:srgbClr val="FFFFFF"/>
                </a:solidFill>
              </a:defRPr>
            </a:lvl1pPr>
            <a:lvl2pPr>
              <a:defRPr sz="2400" b="1">
                <a:solidFill>
                  <a:srgbClr val="FFFFFF"/>
                </a:solidFill>
              </a:defRPr>
            </a:lvl2pPr>
            <a:lvl3pPr>
              <a:defRPr sz="2400" b="1">
                <a:solidFill>
                  <a:srgbClr val="FFFFFF"/>
                </a:solidFill>
              </a:defRPr>
            </a:lvl3pPr>
            <a:lvl4pPr>
              <a:defRPr sz="2400" b="1">
                <a:solidFill>
                  <a:srgbClr val="FFFFFF"/>
                </a:solidFill>
              </a:defRPr>
            </a:lvl4pPr>
            <a:lvl5pPr>
              <a:defRPr sz="2400" b="1">
                <a:solidFill>
                  <a:srgbClr val="FFFFFF"/>
                </a:solidFill>
              </a:defRPr>
            </a:lvl5pPr>
            <a:lvl6pPr>
              <a:defRPr sz="2400" b="1">
                <a:solidFill>
                  <a:srgbClr val="FFFFFF"/>
                </a:solidFill>
              </a:defRPr>
            </a:lvl6pPr>
            <a:lvl7pPr>
              <a:defRPr sz="2400" b="1">
                <a:solidFill>
                  <a:srgbClr val="FFFFFF"/>
                </a:solidFill>
              </a:defRPr>
            </a:lvl7pPr>
            <a:lvl8pPr>
              <a:defRPr sz="2400" b="1">
                <a:solidFill>
                  <a:srgbClr val="FFFFFF"/>
                </a:solidFill>
              </a:defRPr>
            </a:lvl8pPr>
            <a:lvl9pPr>
              <a:defRPr sz="2400" b="1">
                <a:solidFill>
                  <a:srgbClr val="FFFFFF"/>
                </a:solidFill>
              </a:defRPr>
            </a:lvl9pPr>
          </a:lstStyle>
          <a:p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LSTM–MDN: das componentes à densidade final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40BAC7-1835-4753-B01D-B9B286394F99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5145DB9-EF44-4AEA-896A-D2888D1D1315}"/>
              </a:ext>
            </a:extLst>
          </p:cNvPr>
          <p:cNvSpPr>
            <a:spLocks noGrp="1"/>
          </p:cNvSpPr>
          <p:nvPr/>
        </p:nvSpPr>
        <p:spPr>
          <a:xfrm>
            <a:off x="0" y="733425"/>
            <a:ext cx="12192000" cy="28575"/>
          </a:xfrm>
          <a:prstGeom prst="roundRect">
            <a:avLst>
              <a:gd name="adj" fmla="val 50000"/>
            </a:avLst>
          </a:prstGeom>
          <a:solidFill>
            <a:srgbClr val="55CFF4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AC2030-5BA6-4DA3-B5C5-83ADD9FCF89E}"/>
              </a:ext>
            </a:extLst>
          </p:cNvPr>
          <p:cNvSpPr>
            <a:spLocks noGrp="1"/>
          </p:cNvSpPr>
          <p:nvPr/>
        </p:nvSpPr>
        <p:spPr>
          <a:xfrm>
            <a:off x="95250" y="876300"/>
            <a:ext cx="3714750" cy="3819525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BB62F37-38C3-4BDD-AF70-CDC468388064}"/>
              </a:ext>
            </a:extLst>
          </p:cNvPr>
          <p:cNvSpPr>
            <a:spLocks noGrp="1"/>
          </p:cNvSpPr>
          <p:nvPr/>
        </p:nvSpPr>
        <p:spPr>
          <a:xfrm>
            <a:off x="3905250" y="876300"/>
            <a:ext cx="4667250" cy="3819525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0BE52B8-0FEF-452B-8ECE-B32675DC27A5}"/>
              </a:ext>
            </a:extLst>
          </p:cNvPr>
          <p:cNvSpPr>
            <a:spLocks noGrp="1"/>
          </p:cNvSpPr>
          <p:nvPr/>
        </p:nvSpPr>
        <p:spPr>
          <a:xfrm>
            <a:off x="8667750" y="876300"/>
            <a:ext cx="3429000" cy="3819525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03E1C7-4B31-40C7-B5CB-1F55BA0E4613}"/>
              </a:ext>
            </a:extLst>
          </p:cNvPr>
          <p:cNvSpPr>
            <a:spLocks noGrp="1"/>
          </p:cNvSpPr>
          <p:nvPr/>
        </p:nvSpPr>
        <p:spPr>
          <a:xfrm>
            <a:off x="238125" y="981075"/>
            <a:ext cx="34290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Ideia central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88F450-BF67-4A69-B7F3-FD5B90D3923D}"/>
              </a:ext>
            </a:extLst>
          </p:cNvPr>
          <p:cNvSpPr>
            <a:spLocks noGrp="1"/>
          </p:cNvSpPr>
          <p:nvPr/>
        </p:nvSpPr>
        <p:spPr>
          <a:xfrm>
            <a:off x="4048125" y="981075"/>
            <a:ext cx="4381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Soma das densidades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A5DD0-F4F5-4A7F-B582-619E7F1F1B7B}"/>
              </a:ext>
            </a:extLst>
          </p:cNvPr>
          <p:cNvSpPr>
            <a:spLocks noGrp="1"/>
          </p:cNvSpPr>
          <p:nvPr/>
        </p:nvSpPr>
        <p:spPr>
          <a:xfrm>
            <a:off x="8810625" y="981075"/>
            <a:ext cx="3143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Leitura intuitiva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CC31F06-7282-45DA-AD49-4B05EDCC2ABE}"/>
              </a:ext>
            </a:extLst>
          </p:cNvPr>
          <p:cNvSpPr>
            <a:spLocks noGrp="1"/>
          </p:cNvSpPr>
          <p:nvPr/>
        </p:nvSpPr>
        <p:spPr>
          <a:xfrm>
            <a:off x="95250" y="4810125"/>
            <a:ext cx="1200150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124882-442D-41B2-A85B-11958849C186}"/>
              </a:ext>
            </a:extLst>
          </p:cNvPr>
          <p:cNvSpPr>
            <a:spLocks noGrp="1"/>
          </p:cNvSpPr>
          <p:nvPr/>
        </p:nvSpPr>
        <p:spPr>
          <a:xfrm>
            <a:off x="238125" y="4914900"/>
            <a:ext cx="11715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Exemplo: contribuição de cada componente em q = 50 m³/s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EA54AB2-349B-4667-83C5-9A319709BA6B}"/>
              </a:ext>
            </a:extLst>
          </p:cNvPr>
          <p:cNvSpPr>
            <a:spLocks noGrp="1"/>
          </p:cNvSpPr>
          <p:nvPr/>
        </p:nvSpPr>
        <p:spPr>
          <a:xfrm>
            <a:off x="257175" y="5267325"/>
            <a:ext cx="3314700" cy="933450"/>
          </a:xfrm>
          <a:prstGeom prst="roundRect">
            <a:avLst>
              <a:gd name="adj" fmla="val 8163"/>
            </a:avLst>
          </a:prstGeom>
          <a:solidFill>
            <a:srgbClr val="EAF6FE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206ECC6-8182-4EFA-AF13-63B06A5F7CB5}"/>
              </a:ext>
            </a:extLst>
          </p:cNvPr>
          <p:cNvSpPr>
            <a:spLocks noGrp="1"/>
          </p:cNvSpPr>
          <p:nvPr/>
        </p:nvSpPr>
        <p:spPr>
          <a:xfrm>
            <a:off x="3714750" y="5267325"/>
            <a:ext cx="3429000" cy="933450"/>
          </a:xfrm>
          <a:prstGeom prst="roundRect">
            <a:avLst>
              <a:gd name="adj" fmla="val 8163"/>
            </a:avLst>
          </a:prstGeom>
          <a:solidFill>
            <a:srgbClr val="E9F8E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3C71C35-A544-4B0C-9CC6-6582A4243006}"/>
              </a:ext>
            </a:extLst>
          </p:cNvPr>
          <p:cNvSpPr>
            <a:spLocks noGrp="1"/>
          </p:cNvSpPr>
          <p:nvPr/>
        </p:nvSpPr>
        <p:spPr>
          <a:xfrm>
            <a:off x="7286625" y="5267325"/>
            <a:ext cx="4648200" cy="933450"/>
          </a:xfrm>
          <a:prstGeom prst="roundRect">
            <a:avLst>
              <a:gd name="adj" fmla="val 8163"/>
            </a:avLst>
          </a:prstGeom>
          <a:solidFill>
            <a:srgbClr val="FFF3E2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F0E911-4CFB-47F5-9E8D-4EC3F440D8FB}"/>
              </a:ext>
            </a:extLst>
          </p:cNvPr>
          <p:cNvSpPr>
            <a:spLocks noGrp="1"/>
          </p:cNvSpPr>
          <p:nvPr/>
        </p:nvSpPr>
        <p:spPr>
          <a:xfrm>
            <a:off x="266700" y="1419225"/>
            <a:ext cx="338137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0B2349"/>
                </a:solidFill>
              </a:defRPr>
            </a:defPPr>
            <a:lvl1pPr>
              <a:defRPr sz="1800" b="0">
                <a:solidFill>
                  <a:srgbClr val="0B2349"/>
                </a:solidFill>
              </a:defRPr>
            </a:lvl1pPr>
            <a:lvl2pPr>
              <a:defRPr sz="1800" b="0">
                <a:solidFill>
                  <a:srgbClr val="0B2349"/>
                </a:solidFill>
              </a:defRPr>
            </a:lvl2pPr>
            <a:lvl3pPr>
              <a:defRPr sz="1800" b="0">
                <a:solidFill>
                  <a:srgbClr val="0B2349"/>
                </a:solidFill>
              </a:defRPr>
            </a:lvl3pPr>
            <a:lvl4pPr>
              <a:defRPr sz="1800" b="0">
                <a:solidFill>
                  <a:srgbClr val="0B2349"/>
                </a:solidFill>
              </a:defRPr>
            </a:lvl4pPr>
            <a:lvl5pPr>
              <a:defRPr sz="1800" b="0">
                <a:solidFill>
                  <a:srgbClr val="0B2349"/>
                </a:solidFill>
              </a:defRPr>
            </a:lvl5pPr>
            <a:lvl6pPr>
              <a:defRPr sz="1800" b="0">
                <a:solidFill>
                  <a:srgbClr val="0B2349"/>
                </a:solidFill>
              </a:defRPr>
            </a:lvl6pPr>
            <a:lvl7pPr>
              <a:defRPr sz="1800" b="0">
                <a:solidFill>
                  <a:srgbClr val="0B2349"/>
                </a:solidFill>
              </a:defRPr>
            </a:lvl7pPr>
            <a:lvl8pPr>
              <a:defRPr sz="1800" b="0">
                <a:solidFill>
                  <a:srgbClr val="0B2349"/>
                </a:solidFill>
              </a:defRPr>
            </a:lvl8pPr>
            <a:lvl9pPr>
              <a:defRPr sz="1800" b="0">
                <a:solidFill>
                  <a:srgbClr val="0B2349"/>
                </a:solidFill>
              </a:defRPr>
            </a:lvl9pPr>
          </a:lstStyle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Cada entrada produz novos</a:t>
            </a:r>
          </a:p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pesos, médias e desvios.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DAF1FC-BBD2-4FF1-8402-27016EDD2616}"/>
              </a:ext>
            </a:extLst>
          </p:cNvPr>
          <p:cNvSpPr>
            <a:spLocks noGrp="1"/>
          </p:cNvSpPr>
          <p:nvPr/>
        </p:nvSpPr>
        <p:spPr>
          <a:xfrm>
            <a:off x="266700" y="2543175"/>
            <a:ext cx="3381375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124B78"/>
                </a:solidFill>
              </a:defRPr>
            </a:defPPr>
            <a:lvl1pPr>
              <a:defRPr sz="1800" b="1">
                <a:solidFill>
                  <a:srgbClr val="124B78"/>
                </a:solidFill>
              </a:defRPr>
            </a:lvl1pPr>
            <a:lvl2pPr>
              <a:defRPr sz="1800" b="1">
                <a:solidFill>
                  <a:srgbClr val="124B78"/>
                </a:solidFill>
              </a:defRPr>
            </a:lvl2pPr>
            <a:lvl3pPr>
              <a:defRPr sz="1800" b="1">
                <a:solidFill>
                  <a:srgbClr val="124B78"/>
                </a:solidFill>
              </a:defRPr>
            </a:lvl3pPr>
            <a:lvl4pPr>
              <a:defRPr sz="1800" b="1">
                <a:solidFill>
                  <a:srgbClr val="124B78"/>
                </a:solidFill>
              </a:defRPr>
            </a:lvl4pPr>
            <a:lvl5pPr>
              <a:defRPr sz="1800" b="1">
                <a:solidFill>
                  <a:srgbClr val="124B78"/>
                </a:solidFill>
              </a:defRPr>
            </a:lvl5pPr>
            <a:lvl6pPr>
              <a:defRPr sz="1800" b="1">
                <a:solidFill>
                  <a:srgbClr val="124B78"/>
                </a:solidFill>
              </a:defRPr>
            </a:lvl6pPr>
            <a:lvl7pPr>
              <a:defRPr sz="1800" b="1">
                <a:solidFill>
                  <a:srgbClr val="124B78"/>
                </a:solidFill>
              </a:defRPr>
            </a:lvl7pPr>
            <a:lvl8pPr>
              <a:defRPr sz="1800" b="1">
                <a:solidFill>
                  <a:srgbClr val="124B78"/>
                </a:solidFill>
              </a:defRPr>
            </a:lvl8pPr>
            <a:lvl9pPr>
              <a:defRPr sz="1800" b="1">
                <a:solidFill>
                  <a:srgbClr val="124B78"/>
                </a:solidFill>
              </a:defRPr>
            </a:lvl9pPr>
          </a:lstStyle>
          <a:p>
            <a:pPr>
              <a:defRPr sz="1800" b="1">
                <a:solidFill>
                  <a:srgbClr val="124B78"/>
                </a:solidFill>
              </a:defRPr>
            </a:pPr>
            <a:r>
              <a:rPr sz="1800" b="1">
                <a:solidFill>
                  <a:srgbClr val="124B78"/>
                </a:solidFill>
              </a:rPr>
              <a:t>1  Calcular Nₖ(q)</a:t>
            </a:r>
          </a:p>
          <a:p>
            <a:endParaRPr sz="1800" b="1">
              <a:solidFill>
                <a:srgbClr val="124B78"/>
              </a:solidFill>
            </a:endParaRPr>
          </a:p>
          <a:p>
            <a:pPr>
              <a:defRPr sz="1800" b="1">
                <a:solidFill>
                  <a:srgbClr val="124B78"/>
                </a:solidFill>
              </a:defRPr>
            </a:pPr>
            <a:r>
              <a:rPr sz="1800" b="1">
                <a:solidFill>
                  <a:srgbClr val="124B78"/>
                </a:solidFill>
              </a:rPr>
              <a:t>2  Ponderar por πₖ</a:t>
            </a:r>
          </a:p>
          <a:p>
            <a:endParaRPr sz="1800" b="1">
              <a:solidFill>
                <a:srgbClr val="124B78"/>
              </a:solidFill>
            </a:endParaRPr>
          </a:p>
          <a:p>
            <a:pPr>
              <a:defRPr sz="1800" b="1">
                <a:solidFill>
                  <a:srgbClr val="124B78"/>
                </a:solidFill>
              </a:defRPr>
            </a:pPr>
            <a:r>
              <a:rPr sz="1800" b="1">
                <a:solidFill>
                  <a:srgbClr val="124B78"/>
                </a:solidFill>
              </a:rPr>
              <a:t>3  Somar πₖ Nₖ(q)</a:t>
            </a:r>
          </a:p>
        </p:txBody>
      </p:sp>
      <p:graphicFrame>
        <p:nvGraphicFramePr>
          <p:cNvPr id="19" name="Chart">
            <a:extLst>
              <a:ext uri="{FF2B5EF4-FFF2-40B4-BE49-F238E27FC236}">
                <a16:creationId xmlns:a16="http://schemas.microsoft.com/office/drawing/2014/main" id="{3D71DA7F-D85A-42F1-BDC5-3ED7B80E04B5}"/>
              </a:ext>
            </a:extLst>
          </p:cNvPr>
          <p:cNvGraphicFramePr/>
          <p:nvPr/>
        </p:nvGraphicFramePr>
        <p:xfrm>
          <a:off x="4000500" y="1495425"/>
          <a:ext cx="447675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C3D4D17-FFCF-4343-B65A-D0198D4D2752}"/>
              </a:ext>
            </a:extLst>
          </p:cNvPr>
          <p:cNvSpPr>
            <a:spLocks noGrp="1"/>
          </p:cNvSpPr>
          <p:nvPr/>
        </p:nvSpPr>
        <p:spPr>
          <a:xfrm>
            <a:off x="8810625" y="14097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EAF6FE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29B81A3-08B6-4CFE-9669-4FA386CE60BA}"/>
              </a:ext>
            </a:extLst>
          </p:cNvPr>
          <p:cNvSpPr>
            <a:spLocks noGrp="1"/>
          </p:cNvSpPr>
          <p:nvPr/>
        </p:nvSpPr>
        <p:spPr>
          <a:xfrm>
            <a:off x="8924925" y="15049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E759E4-69A4-40F9-8278-30CC9F5DB1B4}"/>
              </a:ext>
            </a:extLst>
          </p:cNvPr>
          <p:cNvSpPr>
            <a:spLocks noGrp="1"/>
          </p:cNvSpPr>
          <p:nvPr/>
        </p:nvSpPr>
        <p:spPr>
          <a:xfrm>
            <a:off x="9305925" y="15049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B2349"/>
                </a:solidFill>
              </a:defRPr>
            </a:defPPr>
            <a:lvl1pPr>
              <a:defRPr sz="1650" b="1">
                <a:solidFill>
                  <a:srgbClr val="0B2349"/>
                </a:solidFill>
              </a:defRPr>
            </a:lvl1pPr>
            <a:lvl2pPr>
              <a:defRPr sz="1650" b="1">
                <a:solidFill>
                  <a:srgbClr val="0B2349"/>
                </a:solidFill>
              </a:defRPr>
            </a:lvl2pPr>
            <a:lvl3pPr>
              <a:defRPr sz="1650" b="1">
                <a:solidFill>
                  <a:srgbClr val="0B2349"/>
                </a:solidFill>
              </a:defRPr>
            </a:lvl3pPr>
            <a:lvl4pPr>
              <a:defRPr sz="1650" b="1">
                <a:solidFill>
                  <a:srgbClr val="0B2349"/>
                </a:solidFill>
              </a:defRPr>
            </a:lvl4pPr>
            <a:lvl5pPr>
              <a:defRPr sz="1650" b="1">
                <a:solidFill>
                  <a:srgbClr val="0B2349"/>
                </a:solidFill>
              </a:defRPr>
            </a:lvl5pPr>
            <a:lvl6pPr>
              <a:defRPr sz="1650" b="1">
                <a:solidFill>
                  <a:srgbClr val="0B2349"/>
                </a:solidFill>
              </a:defRPr>
            </a:lvl6pPr>
            <a:lvl7pPr>
              <a:defRPr sz="1650" b="1">
                <a:solidFill>
                  <a:srgbClr val="0B2349"/>
                </a:solidFill>
              </a:defRPr>
            </a:lvl7pPr>
            <a:lvl8pPr>
              <a:defRPr sz="1650" b="1">
                <a:solidFill>
                  <a:srgbClr val="0B2349"/>
                </a:solidFill>
              </a:defRPr>
            </a:lvl8pPr>
            <a:lvl9pPr>
              <a:defRPr sz="1650" b="1">
                <a:solidFill>
                  <a:srgbClr val="0B2349"/>
                </a:solidFill>
              </a:defRPr>
            </a:lvl9pPr>
          </a:lstStyle>
          <a:p>
            <a:pPr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Parâmetros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0913B5-B54F-482F-8401-2866AECF844B}"/>
              </a:ext>
            </a:extLst>
          </p:cNvPr>
          <p:cNvSpPr>
            <a:spLocks noGrp="1"/>
          </p:cNvSpPr>
          <p:nvPr/>
        </p:nvSpPr>
        <p:spPr>
          <a:xfrm>
            <a:off x="9305925" y="1828800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B2349"/>
                </a:solidFill>
              </a:defRPr>
            </a:defPPr>
            <a:lvl1pPr>
              <a:defRPr sz="1425" b="0">
                <a:solidFill>
                  <a:srgbClr val="0B2349"/>
                </a:solidFill>
              </a:defRPr>
            </a:lvl1pPr>
            <a:lvl2pPr>
              <a:defRPr sz="1425" b="0">
                <a:solidFill>
                  <a:srgbClr val="0B2349"/>
                </a:solidFill>
              </a:defRPr>
            </a:lvl2pPr>
            <a:lvl3pPr>
              <a:defRPr sz="1425" b="0">
                <a:solidFill>
                  <a:srgbClr val="0B2349"/>
                </a:solidFill>
              </a:defRPr>
            </a:lvl3pPr>
            <a:lvl4pPr>
              <a:defRPr sz="1425" b="0">
                <a:solidFill>
                  <a:srgbClr val="0B2349"/>
                </a:solidFill>
              </a:defRPr>
            </a:lvl4pPr>
            <a:lvl5pPr>
              <a:defRPr sz="1425" b="0">
                <a:solidFill>
                  <a:srgbClr val="0B2349"/>
                </a:solidFill>
              </a:defRPr>
            </a:lvl5pPr>
            <a:lvl6pPr>
              <a:defRPr sz="1425" b="0">
                <a:solidFill>
                  <a:srgbClr val="0B2349"/>
                </a:solidFill>
              </a:defRPr>
            </a:lvl6pPr>
            <a:lvl7pPr>
              <a:defRPr sz="1425" b="0">
                <a:solidFill>
                  <a:srgbClr val="0B2349"/>
                </a:solidFill>
              </a:defRPr>
            </a:lvl7pPr>
            <a:lvl8pPr>
              <a:defRPr sz="1425" b="0">
                <a:solidFill>
                  <a:srgbClr val="0B2349"/>
                </a:solidFill>
              </a:defRPr>
            </a:lvl8pPr>
            <a:lvl9pPr>
              <a:defRPr sz="1425" b="0">
                <a:solidFill>
                  <a:srgbClr val="0B2349"/>
                </a:solidFill>
              </a:defRPr>
            </a:lvl9pPr>
          </a:lstStyle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A janela determina</a:t>
            </a:r>
          </a:p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πₖ, μₖ e σₖ.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D623D89-BA45-47A3-8DAC-1B3393BD0369}"/>
              </a:ext>
            </a:extLst>
          </p:cNvPr>
          <p:cNvSpPr>
            <a:spLocks noGrp="1"/>
          </p:cNvSpPr>
          <p:nvPr/>
        </p:nvSpPr>
        <p:spPr>
          <a:xfrm>
            <a:off x="8810625" y="24765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E9F8E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7E47A98-5AC8-4BE6-99F1-8EC90B8A98B3}"/>
              </a:ext>
            </a:extLst>
          </p:cNvPr>
          <p:cNvSpPr>
            <a:spLocks noGrp="1"/>
          </p:cNvSpPr>
          <p:nvPr/>
        </p:nvSpPr>
        <p:spPr>
          <a:xfrm>
            <a:off x="8924925" y="25717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ED793B-FC39-43C8-B63A-7AEC6C2CEBB0}"/>
              </a:ext>
            </a:extLst>
          </p:cNvPr>
          <p:cNvSpPr>
            <a:spLocks noGrp="1"/>
          </p:cNvSpPr>
          <p:nvPr/>
        </p:nvSpPr>
        <p:spPr>
          <a:xfrm>
            <a:off x="9305925" y="25717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B2349"/>
                </a:solidFill>
              </a:defRPr>
            </a:defPPr>
            <a:lvl1pPr>
              <a:defRPr sz="1650" b="1">
                <a:solidFill>
                  <a:srgbClr val="0B2349"/>
                </a:solidFill>
              </a:defRPr>
            </a:lvl1pPr>
            <a:lvl2pPr>
              <a:defRPr sz="1650" b="1">
                <a:solidFill>
                  <a:srgbClr val="0B2349"/>
                </a:solidFill>
              </a:defRPr>
            </a:lvl2pPr>
            <a:lvl3pPr>
              <a:defRPr sz="1650" b="1">
                <a:solidFill>
                  <a:srgbClr val="0B2349"/>
                </a:solidFill>
              </a:defRPr>
            </a:lvl3pPr>
            <a:lvl4pPr>
              <a:defRPr sz="1650" b="1">
                <a:solidFill>
                  <a:srgbClr val="0B2349"/>
                </a:solidFill>
              </a:defRPr>
            </a:lvl4pPr>
            <a:lvl5pPr>
              <a:defRPr sz="1650" b="1">
                <a:solidFill>
                  <a:srgbClr val="0B2349"/>
                </a:solidFill>
              </a:defRPr>
            </a:lvl5pPr>
            <a:lvl6pPr>
              <a:defRPr sz="1650" b="1">
                <a:solidFill>
                  <a:srgbClr val="0B2349"/>
                </a:solidFill>
              </a:defRPr>
            </a:lvl6pPr>
            <a:lvl7pPr>
              <a:defRPr sz="1650" b="1">
                <a:solidFill>
                  <a:srgbClr val="0B2349"/>
                </a:solidFill>
              </a:defRPr>
            </a:lvl7pPr>
            <a:lvl8pPr>
              <a:defRPr sz="1650" b="1">
                <a:solidFill>
                  <a:srgbClr val="0B2349"/>
                </a:solidFill>
              </a:defRPr>
            </a:lvl8pPr>
            <a:lvl9pPr>
              <a:defRPr sz="1650" b="1">
                <a:solidFill>
                  <a:srgbClr val="0B2349"/>
                </a:solidFill>
              </a:defRPr>
            </a:lvl9pPr>
          </a:lstStyle>
          <a:p>
            <a:pPr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Ponderação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4E39CC-1679-4D71-BB64-1E9F174B3318}"/>
              </a:ext>
            </a:extLst>
          </p:cNvPr>
          <p:cNvSpPr>
            <a:spLocks noGrp="1"/>
          </p:cNvSpPr>
          <p:nvPr/>
        </p:nvSpPr>
        <p:spPr>
          <a:xfrm>
            <a:off x="9305925" y="2895600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B2349"/>
                </a:solidFill>
              </a:defRPr>
            </a:defPPr>
            <a:lvl1pPr>
              <a:defRPr sz="1425" b="0">
                <a:solidFill>
                  <a:srgbClr val="0B2349"/>
                </a:solidFill>
              </a:defRPr>
            </a:lvl1pPr>
            <a:lvl2pPr>
              <a:defRPr sz="1425" b="0">
                <a:solidFill>
                  <a:srgbClr val="0B2349"/>
                </a:solidFill>
              </a:defRPr>
            </a:lvl2pPr>
            <a:lvl3pPr>
              <a:defRPr sz="1425" b="0">
                <a:solidFill>
                  <a:srgbClr val="0B2349"/>
                </a:solidFill>
              </a:defRPr>
            </a:lvl3pPr>
            <a:lvl4pPr>
              <a:defRPr sz="1425" b="0">
                <a:solidFill>
                  <a:srgbClr val="0B2349"/>
                </a:solidFill>
              </a:defRPr>
            </a:lvl4pPr>
            <a:lvl5pPr>
              <a:defRPr sz="1425" b="0">
                <a:solidFill>
                  <a:srgbClr val="0B2349"/>
                </a:solidFill>
              </a:defRPr>
            </a:lvl5pPr>
            <a:lvl6pPr>
              <a:defRPr sz="1425" b="0">
                <a:solidFill>
                  <a:srgbClr val="0B2349"/>
                </a:solidFill>
              </a:defRPr>
            </a:lvl6pPr>
            <a:lvl7pPr>
              <a:defRPr sz="1425" b="0">
                <a:solidFill>
                  <a:srgbClr val="0B2349"/>
                </a:solidFill>
              </a:defRPr>
            </a:lvl7pPr>
            <a:lvl8pPr>
              <a:defRPr sz="1425" b="0">
                <a:solidFill>
                  <a:srgbClr val="0B2349"/>
                </a:solidFill>
              </a:defRPr>
            </a:lvl8pPr>
            <a:lvl9pPr>
              <a:defRPr sz="1425" b="0">
                <a:solidFill>
                  <a:srgbClr val="0B2349"/>
                </a:solidFill>
              </a:defRPr>
            </a:lvl9pPr>
          </a:lstStyle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Cada peso multiplica</a:t>
            </a:r>
          </a:p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a densidade correspondente.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50EF4BB-20E6-4E52-AABB-E80896B9DE37}"/>
              </a:ext>
            </a:extLst>
          </p:cNvPr>
          <p:cNvSpPr>
            <a:spLocks noGrp="1"/>
          </p:cNvSpPr>
          <p:nvPr/>
        </p:nvSpPr>
        <p:spPr>
          <a:xfrm>
            <a:off x="8810625" y="35433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FFF3E2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B55B54E-F3E7-44C7-A8AF-5C7721E45985}"/>
              </a:ext>
            </a:extLst>
          </p:cNvPr>
          <p:cNvSpPr>
            <a:spLocks noGrp="1"/>
          </p:cNvSpPr>
          <p:nvPr/>
        </p:nvSpPr>
        <p:spPr>
          <a:xfrm>
            <a:off x="8924925" y="36385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249DB4A-CA46-47A7-9A4D-BAEFAD43E5E3}"/>
              </a:ext>
            </a:extLst>
          </p:cNvPr>
          <p:cNvSpPr>
            <a:spLocks noGrp="1"/>
          </p:cNvSpPr>
          <p:nvPr/>
        </p:nvSpPr>
        <p:spPr>
          <a:xfrm>
            <a:off x="9305925" y="36385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B2349"/>
                </a:solidFill>
              </a:defRPr>
            </a:defPPr>
            <a:lvl1pPr>
              <a:defRPr sz="1650" b="1">
                <a:solidFill>
                  <a:srgbClr val="0B2349"/>
                </a:solidFill>
              </a:defRPr>
            </a:lvl1pPr>
            <a:lvl2pPr>
              <a:defRPr sz="1650" b="1">
                <a:solidFill>
                  <a:srgbClr val="0B2349"/>
                </a:solidFill>
              </a:defRPr>
            </a:lvl2pPr>
            <a:lvl3pPr>
              <a:defRPr sz="1650" b="1">
                <a:solidFill>
                  <a:srgbClr val="0B2349"/>
                </a:solidFill>
              </a:defRPr>
            </a:lvl3pPr>
            <a:lvl4pPr>
              <a:defRPr sz="1650" b="1">
                <a:solidFill>
                  <a:srgbClr val="0B2349"/>
                </a:solidFill>
              </a:defRPr>
            </a:lvl4pPr>
            <a:lvl5pPr>
              <a:defRPr sz="1650" b="1">
                <a:solidFill>
                  <a:srgbClr val="0B2349"/>
                </a:solidFill>
              </a:defRPr>
            </a:lvl5pPr>
            <a:lvl6pPr>
              <a:defRPr sz="1650" b="1">
                <a:solidFill>
                  <a:srgbClr val="0B2349"/>
                </a:solidFill>
              </a:defRPr>
            </a:lvl6pPr>
            <a:lvl7pPr>
              <a:defRPr sz="1650" b="1">
                <a:solidFill>
                  <a:srgbClr val="0B2349"/>
                </a:solidFill>
              </a:defRPr>
            </a:lvl7pPr>
            <a:lvl8pPr>
              <a:defRPr sz="1650" b="1">
                <a:solidFill>
                  <a:srgbClr val="0B2349"/>
                </a:solidFill>
              </a:defRPr>
            </a:lvl8pPr>
            <a:lvl9pPr>
              <a:defRPr sz="1650" b="1">
                <a:solidFill>
                  <a:srgbClr val="0B2349"/>
                </a:solidFill>
              </a:defRPr>
            </a:lvl9pPr>
          </a:lstStyle>
          <a:p>
            <a:pPr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Densidade final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E3172E-F7B7-44FF-A3EB-B754DE7CF5F1}"/>
              </a:ext>
            </a:extLst>
          </p:cNvPr>
          <p:cNvSpPr>
            <a:spLocks noGrp="1"/>
          </p:cNvSpPr>
          <p:nvPr/>
        </p:nvSpPr>
        <p:spPr>
          <a:xfrm>
            <a:off x="9305925" y="3962400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B2349"/>
                </a:solidFill>
              </a:defRPr>
            </a:defPPr>
            <a:lvl1pPr>
              <a:defRPr sz="1425" b="0">
                <a:solidFill>
                  <a:srgbClr val="0B2349"/>
                </a:solidFill>
              </a:defRPr>
            </a:lvl1pPr>
            <a:lvl2pPr>
              <a:defRPr sz="1425" b="0">
                <a:solidFill>
                  <a:srgbClr val="0B2349"/>
                </a:solidFill>
              </a:defRPr>
            </a:lvl2pPr>
            <a:lvl3pPr>
              <a:defRPr sz="1425" b="0">
                <a:solidFill>
                  <a:srgbClr val="0B2349"/>
                </a:solidFill>
              </a:defRPr>
            </a:lvl3pPr>
            <a:lvl4pPr>
              <a:defRPr sz="1425" b="0">
                <a:solidFill>
                  <a:srgbClr val="0B2349"/>
                </a:solidFill>
              </a:defRPr>
            </a:lvl4pPr>
            <a:lvl5pPr>
              <a:defRPr sz="1425" b="0">
                <a:solidFill>
                  <a:srgbClr val="0B2349"/>
                </a:solidFill>
              </a:defRPr>
            </a:lvl5pPr>
            <a:lvl6pPr>
              <a:defRPr sz="1425" b="0">
                <a:solidFill>
                  <a:srgbClr val="0B2349"/>
                </a:solidFill>
              </a:defRPr>
            </a:lvl6pPr>
            <a:lvl7pPr>
              <a:defRPr sz="1425" b="0">
                <a:solidFill>
                  <a:srgbClr val="0B2349"/>
                </a:solidFill>
              </a:defRPr>
            </a:lvl7pPr>
            <a:lvl8pPr>
              <a:defRPr sz="1425" b="0">
                <a:solidFill>
                  <a:srgbClr val="0B2349"/>
                </a:solidFill>
              </a:defRPr>
            </a:lvl8pPr>
            <a:lvl9pPr>
              <a:defRPr sz="1425" b="0">
                <a:solidFill>
                  <a:srgbClr val="0B2349"/>
                </a:solidFill>
              </a:defRPr>
            </a:lvl9pPr>
          </a:lstStyle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A soma forma uma</a:t>
            </a:r>
          </a:p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distribuição de vazão.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85C4EE-CBEF-4DCB-A4D3-E0A62201FD43}"/>
              </a:ext>
            </a:extLst>
          </p:cNvPr>
          <p:cNvSpPr>
            <a:spLocks noGrp="1"/>
          </p:cNvSpPr>
          <p:nvPr/>
        </p:nvSpPr>
        <p:spPr>
          <a:xfrm>
            <a:off x="409575" y="5353050"/>
            <a:ext cx="3048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24B78"/>
                </a:solidFill>
              </a:defRPr>
            </a:defPPr>
            <a:lvl1pPr>
              <a:defRPr sz="1725" b="1">
                <a:solidFill>
                  <a:srgbClr val="124B78"/>
                </a:solidFill>
              </a:defRPr>
            </a:lvl1pPr>
            <a:lvl2pPr>
              <a:defRPr sz="1725" b="1">
                <a:solidFill>
                  <a:srgbClr val="124B78"/>
                </a:solidFill>
              </a:defRPr>
            </a:lvl2pPr>
            <a:lvl3pPr>
              <a:defRPr sz="1725" b="1">
                <a:solidFill>
                  <a:srgbClr val="124B78"/>
                </a:solidFill>
              </a:defRPr>
            </a:lvl3pPr>
            <a:lvl4pPr>
              <a:defRPr sz="1725" b="1">
                <a:solidFill>
                  <a:srgbClr val="124B78"/>
                </a:solidFill>
              </a:defRPr>
            </a:lvl4pPr>
            <a:lvl5pPr>
              <a:defRPr sz="1725" b="1">
                <a:solidFill>
                  <a:srgbClr val="124B78"/>
                </a:solidFill>
              </a:defRPr>
            </a:lvl5pPr>
            <a:lvl6pPr>
              <a:defRPr sz="1725" b="1">
                <a:solidFill>
                  <a:srgbClr val="124B78"/>
                </a:solidFill>
              </a:defRPr>
            </a:lvl6pPr>
            <a:lvl7pPr>
              <a:defRPr sz="1725" b="1">
                <a:solidFill>
                  <a:srgbClr val="124B78"/>
                </a:solidFill>
              </a:defRPr>
            </a:lvl7pPr>
            <a:lvl8pPr>
              <a:defRPr sz="1725" b="1">
                <a:solidFill>
                  <a:srgbClr val="124B78"/>
                </a:solidFill>
              </a:defRPr>
            </a:lvl8pPr>
            <a:lvl9pPr>
              <a:defRPr sz="1725" b="1">
                <a:solidFill>
                  <a:srgbClr val="124B78"/>
                </a:solidFill>
              </a:defRPr>
            </a:lvl9pPr>
          </a:lstStyle>
          <a:p>
            <a:pPr>
              <a:defRPr sz="1725" b="1">
                <a:solidFill>
                  <a:srgbClr val="124B78"/>
                </a:solidFill>
              </a:defRPr>
            </a:pPr>
            <a:r>
              <a:rPr sz="1725" b="1">
                <a:solidFill>
                  <a:srgbClr val="124B78"/>
                </a:solidFill>
              </a:rPr>
              <a:t>π₁N₁(50)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2A0606-2E98-4DB2-B304-1B5EB28C568E}"/>
              </a:ext>
            </a:extLst>
          </p:cNvPr>
          <p:cNvSpPr>
            <a:spLocks noGrp="1"/>
          </p:cNvSpPr>
          <p:nvPr/>
        </p:nvSpPr>
        <p:spPr>
          <a:xfrm>
            <a:off x="409575" y="5762625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0B2349"/>
                </a:solidFill>
              </a:defRPr>
            </a:defPPr>
            <a:lvl1pPr>
              <a:defRPr sz="1800" b="0">
                <a:solidFill>
                  <a:srgbClr val="0B2349"/>
                </a:solidFill>
              </a:defRPr>
            </a:lvl1pPr>
            <a:lvl2pPr>
              <a:defRPr sz="1800" b="0">
                <a:solidFill>
                  <a:srgbClr val="0B2349"/>
                </a:solidFill>
              </a:defRPr>
            </a:lvl2pPr>
            <a:lvl3pPr>
              <a:defRPr sz="1800" b="0">
                <a:solidFill>
                  <a:srgbClr val="0B2349"/>
                </a:solidFill>
              </a:defRPr>
            </a:lvl3pPr>
            <a:lvl4pPr>
              <a:defRPr sz="1800" b="0">
                <a:solidFill>
                  <a:srgbClr val="0B2349"/>
                </a:solidFill>
              </a:defRPr>
            </a:lvl4pPr>
            <a:lvl5pPr>
              <a:defRPr sz="1800" b="0">
                <a:solidFill>
                  <a:srgbClr val="0B2349"/>
                </a:solidFill>
              </a:defRPr>
            </a:lvl5pPr>
            <a:lvl6pPr>
              <a:defRPr sz="1800" b="0">
                <a:solidFill>
                  <a:srgbClr val="0B2349"/>
                </a:solidFill>
              </a:defRPr>
            </a:lvl6pPr>
            <a:lvl7pPr>
              <a:defRPr sz="1800" b="0">
                <a:solidFill>
                  <a:srgbClr val="0B2349"/>
                </a:solidFill>
              </a:defRPr>
            </a:lvl7pPr>
            <a:lvl8pPr>
              <a:defRPr sz="1800" b="0">
                <a:solidFill>
                  <a:srgbClr val="0B2349"/>
                </a:solidFill>
              </a:defRPr>
            </a:lvl8pPr>
            <a:lvl9pPr>
              <a:defRPr sz="1800" b="0">
                <a:solidFill>
                  <a:srgbClr val="0B2349"/>
                </a:solidFill>
              </a:defRPr>
            </a:lvl9pPr>
          </a:lstStyle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≈ 0,00000000024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F351D67-5E57-4577-9C0D-A052437ED208}"/>
              </a:ext>
            </a:extLst>
          </p:cNvPr>
          <p:cNvSpPr>
            <a:spLocks noGrp="1"/>
          </p:cNvSpPr>
          <p:nvPr/>
        </p:nvSpPr>
        <p:spPr>
          <a:xfrm>
            <a:off x="3876675" y="5353050"/>
            <a:ext cx="3124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24B78"/>
                </a:solidFill>
              </a:defRPr>
            </a:defPPr>
            <a:lvl1pPr>
              <a:defRPr sz="1725" b="1">
                <a:solidFill>
                  <a:srgbClr val="124B78"/>
                </a:solidFill>
              </a:defRPr>
            </a:lvl1pPr>
            <a:lvl2pPr>
              <a:defRPr sz="1725" b="1">
                <a:solidFill>
                  <a:srgbClr val="124B78"/>
                </a:solidFill>
              </a:defRPr>
            </a:lvl2pPr>
            <a:lvl3pPr>
              <a:defRPr sz="1725" b="1">
                <a:solidFill>
                  <a:srgbClr val="124B78"/>
                </a:solidFill>
              </a:defRPr>
            </a:lvl3pPr>
            <a:lvl4pPr>
              <a:defRPr sz="1725" b="1">
                <a:solidFill>
                  <a:srgbClr val="124B78"/>
                </a:solidFill>
              </a:defRPr>
            </a:lvl4pPr>
            <a:lvl5pPr>
              <a:defRPr sz="1725" b="1">
                <a:solidFill>
                  <a:srgbClr val="124B78"/>
                </a:solidFill>
              </a:defRPr>
            </a:lvl5pPr>
            <a:lvl6pPr>
              <a:defRPr sz="1725" b="1">
                <a:solidFill>
                  <a:srgbClr val="124B78"/>
                </a:solidFill>
              </a:defRPr>
            </a:lvl6pPr>
            <a:lvl7pPr>
              <a:defRPr sz="1725" b="1">
                <a:solidFill>
                  <a:srgbClr val="124B78"/>
                </a:solidFill>
              </a:defRPr>
            </a:lvl7pPr>
            <a:lvl8pPr>
              <a:defRPr sz="1725" b="1">
                <a:solidFill>
                  <a:srgbClr val="124B78"/>
                </a:solidFill>
              </a:defRPr>
            </a:lvl8pPr>
            <a:lvl9pPr>
              <a:defRPr sz="1725" b="1">
                <a:solidFill>
                  <a:srgbClr val="124B78"/>
                </a:solidFill>
              </a:defRPr>
            </a:lvl9pPr>
          </a:lstStyle>
          <a:p>
            <a:pPr>
              <a:defRPr sz="1725" b="1">
                <a:solidFill>
                  <a:srgbClr val="124B78"/>
                </a:solidFill>
              </a:defRPr>
            </a:pPr>
            <a:r>
              <a:rPr sz="1725" b="1">
                <a:solidFill>
                  <a:srgbClr val="124B78"/>
                </a:solidFill>
              </a:rPr>
              <a:t>π₂N₂(50)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4BDBAB2-1090-42D0-9231-4D1EF9E95A0B}"/>
              </a:ext>
            </a:extLst>
          </p:cNvPr>
          <p:cNvSpPr>
            <a:spLocks noGrp="1"/>
          </p:cNvSpPr>
          <p:nvPr/>
        </p:nvSpPr>
        <p:spPr>
          <a:xfrm>
            <a:off x="3876675" y="5762625"/>
            <a:ext cx="3124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0B2349"/>
                </a:solidFill>
              </a:defRPr>
            </a:defPPr>
            <a:lvl1pPr>
              <a:defRPr sz="1950" b="0">
                <a:solidFill>
                  <a:srgbClr val="0B2349"/>
                </a:solidFill>
              </a:defRPr>
            </a:lvl1pPr>
            <a:lvl2pPr>
              <a:defRPr sz="1950" b="0">
                <a:solidFill>
                  <a:srgbClr val="0B2349"/>
                </a:solidFill>
              </a:defRPr>
            </a:lvl2pPr>
            <a:lvl3pPr>
              <a:defRPr sz="1950" b="0">
                <a:solidFill>
                  <a:srgbClr val="0B2349"/>
                </a:solidFill>
              </a:defRPr>
            </a:lvl3pPr>
            <a:lvl4pPr>
              <a:defRPr sz="1950" b="0">
                <a:solidFill>
                  <a:srgbClr val="0B2349"/>
                </a:solidFill>
              </a:defRPr>
            </a:lvl4pPr>
            <a:lvl5pPr>
              <a:defRPr sz="1950" b="0">
                <a:solidFill>
                  <a:srgbClr val="0B2349"/>
                </a:solidFill>
              </a:defRPr>
            </a:lvl5pPr>
            <a:lvl6pPr>
              <a:defRPr sz="1950" b="0">
                <a:solidFill>
                  <a:srgbClr val="0B2349"/>
                </a:solidFill>
              </a:defRPr>
            </a:lvl6pPr>
            <a:lvl7pPr>
              <a:defRPr sz="1950" b="0">
                <a:solidFill>
                  <a:srgbClr val="0B2349"/>
                </a:solidFill>
              </a:defRPr>
            </a:lvl7pPr>
            <a:lvl8pPr>
              <a:defRPr sz="1950" b="0">
                <a:solidFill>
                  <a:srgbClr val="0B2349"/>
                </a:solidFill>
              </a:defRPr>
            </a:lvl8pPr>
            <a:lvl9pPr>
              <a:defRPr sz="1950" b="0">
                <a:solidFill>
                  <a:srgbClr val="0B2349"/>
                </a:solidFill>
              </a:defRPr>
            </a:lvl9pPr>
          </a:lstStyle>
          <a:p>
            <a:pPr>
              <a:defRPr sz="1950" b="0">
                <a:solidFill>
                  <a:srgbClr val="0B2349"/>
                </a:solidFill>
              </a:defRPr>
            </a:pPr>
            <a:r>
              <a:rPr sz="1950" b="0">
                <a:solidFill>
                  <a:srgbClr val="0B2349"/>
                </a:solidFill>
              </a:rPr>
              <a:t>≈ 0,008290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FD3E52C-5040-4497-AC55-DAA6094EABBD}"/>
              </a:ext>
            </a:extLst>
          </p:cNvPr>
          <p:cNvSpPr>
            <a:spLocks noGrp="1"/>
          </p:cNvSpPr>
          <p:nvPr/>
        </p:nvSpPr>
        <p:spPr>
          <a:xfrm>
            <a:off x="7458075" y="5353050"/>
            <a:ext cx="426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π₃N₃(50) ≈ 0,000657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8B7EA46-BBCF-4069-949C-E21335A714AA}"/>
              </a:ext>
            </a:extLst>
          </p:cNvPr>
          <p:cNvSpPr>
            <a:spLocks noGrp="1"/>
          </p:cNvSpPr>
          <p:nvPr/>
        </p:nvSpPr>
        <p:spPr>
          <a:xfrm>
            <a:off x="7458075" y="5762625"/>
            <a:ext cx="4267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0B2349"/>
                </a:solidFill>
              </a:defRPr>
            </a:defPPr>
            <a:lvl1pPr>
              <a:defRPr sz="1875" b="0">
                <a:solidFill>
                  <a:srgbClr val="0B2349"/>
                </a:solidFill>
              </a:defRPr>
            </a:lvl1pPr>
            <a:lvl2pPr>
              <a:defRPr sz="1875" b="0">
                <a:solidFill>
                  <a:srgbClr val="0B2349"/>
                </a:solidFill>
              </a:defRPr>
            </a:lvl2pPr>
            <a:lvl3pPr>
              <a:defRPr sz="1875" b="0">
                <a:solidFill>
                  <a:srgbClr val="0B2349"/>
                </a:solidFill>
              </a:defRPr>
            </a:lvl3pPr>
            <a:lvl4pPr>
              <a:defRPr sz="1875" b="0">
                <a:solidFill>
                  <a:srgbClr val="0B2349"/>
                </a:solidFill>
              </a:defRPr>
            </a:lvl4pPr>
            <a:lvl5pPr>
              <a:defRPr sz="1875" b="0">
                <a:solidFill>
                  <a:srgbClr val="0B2349"/>
                </a:solidFill>
              </a:defRPr>
            </a:lvl5pPr>
            <a:lvl6pPr>
              <a:defRPr sz="1875" b="0">
                <a:solidFill>
                  <a:srgbClr val="0B2349"/>
                </a:solidFill>
              </a:defRPr>
            </a:lvl6pPr>
            <a:lvl7pPr>
              <a:defRPr sz="1875" b="0">
                <a:solidFill>
                  <a:srgbClr val="0B2349"/>
                </a:solidFill>
              </a:defRPr>
            </a:lvl7pPr>
            <a:lvl8pPr>
              <a:defRPr sz="1875" b="0">
                <a:solidFill>
                  <a:srgbClr val="0B2349"/>
                </a:solidFill>
              </a:defRPr>
            </a:lvl8pPr>
            <a:lvl9pPr>
              <a:defRPr sz="1875" b="0">
                <a:solidFill>
                  <a:srgbClr val="0B2349"/>
                </a:solidFill>
              </a:defRPr>
            </a:lvl9pPr>
          </a:lstStyle>
          <a:p>
            <a:pPr>
              <a:defRPr sz="1875" b="0">
                <a:solidFill>
                  <a:srgbClr val="0B2349"/>
                </a:solidFill>
              </a:defRPr>
            </a:pPr>
            <a:r>
              <a:rPr sz="1875" b="0">
                <a:solidFill>
                  <a:srgbClr val="0B2349"/>
                </a:solidFill>
              </a:rPr>
              <a:t>p(50 | zₜ) ≈ 0,008947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F39BBD2-34ED-48EF-BB27-E5C6618B6FFE}"/>
              </a:ext>
            </a:extLst>
          </p:cNvPr>
          <p:cNvSpPr>
            <a:spLocks noGrp="1"/>
          </p:cNvSpPr>
          <p:nvPr/>
        </p:nvSpPr>
        <p:spPr>
          <a:xfrm>
            <a:off x="247650" y="6524625"/>
            <a:ext cx="11525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456078"/>
                </a:solidFill>
              </a:defRPr>
            </a:defPPr>
            <a:lvl1pPr>
              <a:defRPr sz="1200" b="0">
                <a:solidFill>
                  <a:srgbClr val="456078"/>
                </a:solidFill>
              </a:defRPr>
            </a:lvl1pPr>
            <a:lvl2pPr>
              <a:defRPr sz="1200" b="0">
                <a:solidFill>
                  <a:srgbClr val="456078"/>
                </a:solidFill>
              </a:defRPr>
            </a:lvl2pPr>
            <a:lvl3pPr>
              <a:defRPr sz="1200" b="0">
                <a:solidFill>
                  <a:srgbClr val="456078"/>
                </a:solidFill>
              </a:defRPr>
            </a:lvl3pPr>
            <a:lvl4pPr>
              <a:defRPr sz="1200" b="0">
                <a:solidFill>
                  <a:srgbClr val="456078"/>
                </a:solidFill>
              </a:defRPr>
            </a:lvl4pPr>
            <a:lvl5pPr>
              <a:defRPr sz="1200" b="0">
                <a:solidFill>
                  <a:srgbClr val="456078"/>
                </a:solidFill>
              </a:defRPr>
            </a:lvl5pPr>
            <a:lvl6pPr>
              <a:defRPr sz="1200" b="0">
                <a:solidFill>
                  <a:srgbClr val="456078"/>
                </a:solidFill>
              </a:defRPr>
            </a:lvl6pPr>
            <a:lvl7pPr>
              <a:defRPr sz="1200" b="0">
                <a:solidFill>
                  <a:srgbClr val="456078"/>
                </a:solidFill>
              </a:defRPr>
            </a:lvl7pPr>
            <a:lvl8pPr>
              <a:defRPr sz="1200" b="0">
                <a:solidFill>
                  <a:srgbClr val="456078"/>
                </a:solidFill>
              </a:defRPr>
            </a:lvl8pPr>
            <a:lvl9pPr>
              <a:defRPr sz="1200" b="0">
                <a:solidFill>
                  <a:srgbClr val="456078"/>
                </a:solidFill>
              </a:defRPr>
            </a:lvl9pPr>
          </a:lstStyle>
          <a:p>
            <a:pPr>
              <a:defRPr sz="1200" b="0">
                <a:solidFill>
                  <a:srgbClr val="456078"/>
                </a:solidFill>
              </a:defRPr>
            </a:pPr>
            <a:r>
              <a:rPr sz="1200" b="0">
                <a:solidFill>
                  <a:srgbClr val="456078"/>
                </a:solidFill>
              </a:rPr>
              <a:t>Exemplo: π = (0,2; 0,5; 0,3), μ = (20; 40; 70), σ = (5; 6; 8). Densidade não é probabilidade pontual.</a:t>
            </a:r>
          </a:p>
        </p:txBody>
      </p:sp>
    </p:spTree>
    <p:extLst>
      <p:ext uri="{BB962C8B-B14F-4D97-AF65-F5344CB8AC3E}">
        <p14:creationId xmlns:p14="http://schemas.microsoft.com/office/powerpoint/2010/main" val="347818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764C2A1-CACA-41C5-B2B1-0F7473F756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oundRect">
            <a:avLst>
              <a:gd name="adj" fmla="val 0"/>
            </a:avLst>
          </a:prstGeom>
          <a:solidFill>
            <a:srgbClr val="0A2C4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4E4559-47D0-4AE3-879B-E23B66B26D23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620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</a:defRPr>
            </a:defPPr>
            <a:lvl1pPr>
              <a:defRPr sz="2475" b="1">
                <a:solidFill>
                  <a:srgbClr val="FFFFFF"/>
                </a:solidFill>
              </a:defRPr>
            </a:lvl1pPr>
            <a:lvl2pPr>
              <a:defRPr sz="2475" b="1">
                <a:solidFill>
                  <a:srgbClr val="FFFFFF"/>
                </a:solidFill>
              </a:defRPr>
            </a:lvl2pPr>
            <a:lvl3pPr>
              <a:defRPr sz="2475" b="1">
                <a:solidFill>
                  <a:srgbClr val="FFFFFF"/>
                </a:solidFill>
              </a:defRPr>
            </a:lvl3pPr>
            <a:lvl4pPr>
              <a:defRPr sz="2475" b="1">
                <a:solidFill>
                  <a:srgbClr val="FFFFFF"/>
                </a:solidFill>
              </a:defRPr>
            </a:lvl4pPr>
            <a:lvl5pPr>
              <a:defRPr sz="2475" b="1">
                <a:solidFill>
                  <a:srgbClr val="FFFFFF"/>
                </a:solidFill>
              </a:defRPr>
            </a:lvl5pPr>
            <a:lvl6pPr>
              <a:defRPr sz="2475" b="1">
                <a:solidFill>
                  <a:srgbClr val="FFFFFF"/>
                </a:solidFill>
              </a:defRPr>
            </a:lvl6pPr>
            <a:lvl7pPr>
              <a:defRPr sz="2475" b="1">
                <a:solidFill>
                  <a:srgbClr val="FFFFFF"/>
                </a:solidFill>
              </a:defRPr>
            </a:lvl7pPr>
            <a:lvl8pPr>
              <a:defRPr sz="2475" b="1">
                <a:solidFill>
                  <a:srgbClr val="FFFFFF"/>
                </a:solidFill>
              </a:defRPr>
            </a:lvl8pPr>
            <a:lvl9pPr>
              <a:defRPr sz="2475" b="1">
                <a:solidFill>
                  <a:srgbClr val="FFFFFF"/>
                </a:solidFill>
              </a:defRPr>
            </a:lvl9pPr>
          </a:lstStyle>
          <a:p>
            <a:pPr>
              <a:defRPr sz="2475" b="1">
                <a:solidFill>
                  <a:srgbClr val="FFFFFF"/>
                </a:solidFill>
              </a:defRPr>
            </a:pPr>
            <a:r>
              <a:rPr lang="en-US" sz="2475" b="1" dirty="0" err="1">
                <a:solidFill>
                  <a:srgbClr val="FFFFFF"/>
                </a:solidFill>
              </a:rPr>
              <a:t>Relembrando</a:t>
            </a:r>
            <a:r>
              <a:rPr lang="en-US" sz="2475" b="1" dirty="0">
                <a:solidFill>
                  <a:srgbClr val="FFFFFF"/>
                </a:solidFill>
              </a:rPr>
              <a:t>: </a:t>
            </a:r>
            <a:r>
              <a:rPr sz="2475" b="1" dirty="0" err="1">
                <a:solidFill>
                  <a:srgbClr val="FFFFFF"/>
                </a:solidFill>
              </a:rPr>
              <a:t>Treinamento</a:t>
            </a:r>
            <a:r>
              <a:rPr sz="2475" b="1" dirty="0">
                <a:solidFill>
                  <a:srgbClr val="FFFFFF"/>
                </a:solidFill>
              </a:rPr>
              <a:t> da LSTM </a:t>
            </a:r>
            <a:r>
              <a:rPr sz="2475" b="1" dirty="0" err="1">
                <a:solidFill>
                  <a:srgbClr val="FFFFFF"/>
                </a:solidFill>
              </a:rPr>
              <a:t>determinística</a:t>
            </a:r>
            <a:endParaRPr sz="2475" b="1" dirty="0">
              <a:solidFill>
                <a:srgbClr val="FFFFFF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40A88A5-ADAD-494F-889E-E5B3A42FE9DC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504825" cy="504825"/>
          </a:xfrm>
          <a:prstGeom prst="ellipse">
            <a:avLst/>
          </a:prstGeom>
          <a:noFill/>
          <a:ln w="28575">
            <a:solidFill>
              <a:srgbClr val="55CF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36B060-391B-4AB1-9891-DB4C76B0C630}"/>
              </a:ext>
            </a:extLst>
          </p:cNvPr>
          <p:cNvSpPr>
            <a:spLocks noGrp="1"/>
          </p:cNvSpPr>
          <p:nvPr/>
        </p:nvSpPr>
        <p:spPr>
          <a:xfrm>
            <a:off x="304800" y="219075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>
            <a:pPr>
              <a:defRPr sz="1875" b="1">
                <a:solidFill>
                  <a:srgbClr val="FFFFFF"/>
                </a:solidFill>
              </a:defRPr>
            </a:pPr>
            <a:r>
              <a:rPr lang="en-US" dirty="0"/>
              <a:t>17</a:t>
            </a:r>
            <a:endParaRPr sz="1875" b="1" dirty="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B5A612-1ADF-4863-A344-04280E9B67DD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7C5E538-BC1D-4B1F-B2E0-034C8BF8A711}"/>
              </a:ext>
            </a:extLst>
          </p:cNvPr>
          <p:cNvSpPr>
            <a:spLocks noGrp="1"/>
          </p:cNvSpPr>
          <p:nvPr/>
        </p:nvSpPr>
        <p:spPr>
          <a:xfrm>
            <a:off x="0" y="733425"/>
            <a:ext cx="12192000" cy="28575"/>
          </a:xfrm>
          <a:prstGeom prst="roundRect">
            <a:avLst>
              <a:gd name="adj" fmla="val 0"/>
            </a:avLst>
          </a:prstGeom>
          <a:solidFill>
            <a:srgbClr val="55CF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A42B2D-8013-41B2-BD94-A6A506C735C3}"/>
              </a:ext>
            </a:extLst>
          </p:cNvPr>
          <p:cNvSpPr>
            <a:spLocks noGrp="1"/>
          </p:cNvSpPr>
          <p:nvPr/>
        </p:nvSpPr>
        <p:spPr>
          <a:xfrm>
            <a:off x="95250" y="876300"/>
            <a:ext cx="3714750" cy="3819525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EC45EE-F380-405F-A0C6-4CB09C884DDE}"/>
              </a:ext>
            </a:extLst>
          </p:cNvPr>
          <p:cNvSpPr>
            <a:spLocks noGrp="1"/>
          </p:cNvSpPr>
          <p:nvPr/>
        </p:nvSpPr>
        <p:spPr>
          <a:xfrm>
            <a:off x="238125" y="981075"/>
            <a:ext cx="34290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Ideia central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08A2128-DB1C-47C0-858C-E1B6287C4B81}"/>
              </a:ext>
            </a:extLst>
          </p:cNvPr>
          <p:cNvSpPr>
            <a:spLocks noGrp="1"/>
          </p:cNvSpPr>
          <p:nvPr/>
        </p:nvSpPr>
        <p:spPr>
          <a:xfrm>
            <a:off x="3905250" y="876300"/>
            <a:ext cx="4667250" cy="3819525"/>
          </a:xfrm>
          <a:prstGeom prst="roundRect">
            <a:avLst>
              <a:gd name="adj" fmla="val 2244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C81D3A-F99A-412A-889C-95E49447B885}"/>
              </a:ext>
            </a:extLst>
          </p:cNvPr>
          <p:cNvSpPr>
            <a:spLocks noGrp="1"/>
          </p:cNvSpPr>
          <p:nvPr/>
        </p:nvSpPr>
        <p:spPr>
          <a:xfrm>
            <a:off x="4048125" y="981075"/>
            <a:ext cx="4381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Gradiente ao voltar no tempo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9B2A990-56E8-404F-BF93-B6C330D91E49}"/>
              </a:ext>
            </a:extLst>
          </p:cNvPr>
          <p:cNvSpPr>
            <a:spLocks noGrp="1"/>
          </p:cNvSpPr>
          <p:nvPr/>
        </p:nvSpPr>
        <p:spPr>
          <a:xfrm>
            <a:off x="8667750" y="876300"/>
            <a:ext cx="3429000" cy="381952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F5E375-F0AB-4716-9CE4-5BB98C8D51C8}"/>
              </a:ext>
            </a:extLst>
          </p:cNvPr>
          <p:cNvSpPr>
            <a:spLocks noGrp="1"/>
          </p:cNvSpPr>
          <p:nvPr/>
        </p:nvSpPr>
        <p:spPr>
          <a:xfrm>
            <a:off x="8810625" y="981075"/>
            <a:ext cx="3143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Leitura intuitiva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2F2388-7F31-4849-81A7-8CBB9F23EEED}"/>
              </a:ext>
            </a:extLst>
          </p:cNvPr>
          <p:cNvSpPr>
            <a:spLocks noGrp="1"/>
          </p:cNvSpPr>
          <p:nvPr/>
        </p:nvSpPr>
        <p:spPr>
          <a:xfrm>
            <a:off x="266700" y="1419225"/>
            <a:ext cx="33813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0">
                <a:solidFill>
                  <a:srgbClr val="0B2349"/>
                </a:solidFill>
              </a:defRPr>
            </a:defPPr>
            <a:lvl1pPr>
              <a:defRPr sz="1725" b="0">
                <a:solidFill>
                  <a:srgbClr val="0B2349"/>
                </a:solidFill>
              </a:defRPr>
            </a:lvl1pPr>
            <a:lvl2pPr>
              <a:defRPr sz="1725" b="0">
                <a:solidFill>
                  <a:srgbClr val="0B2349"/>
                </a:solidFill>
              </a:defRPr>
            </a:lvl2pPr>
            <a:lvl3pPr>
              <a:defRPr sz="1725" b="0">
                <a:solidFill>
                  <a:srgbClr val="0B2349"/>
                </a:solidFill>
              </a:defRPr>
            </a:lvl3pPr>
            <a:lvl4pPr>
              <a:defRPr sz="1725" b="0">
                <a:solidFill>
                  <a:srgbClr val="0B2349"/>
                </a:solidFill>
              </a:defRPr>
            </a:lvl4pPr>
            <a:lvl5pPr>
              <a:defRPr sz="1725" b="0">
                <a:solidFill>
                  <a:srgbClr val="0B2349"/>
                </a:solidFill>
              </a:defRPr>
            </a:lvl5pPr>
            <a:lvl6pPr>
              <a:defRPr sz="1725" b="0">
                <a:solidFill>
                  <a:srgbClr val="0B2349"/>
                </a:solidFill>
              </a:defRPr>
            </a:lvl6pPr>
            <a:lvl7pPr>
              <a:defRPr sz="1725" b="0">
                <a:solidFill>
                  <a:srgbClr val="0B2349"/>
                </a:solidFill>
              </a:defRPr>
            </a:lvl7pPr>
            <a:lvl8pPr>
              <a:defRPr sz="1725" b="0">
                <a:solidFill>
                  <a:srgbClr val="0B2349"/>
                </a:solidFill>
              </a:defRPr>
            </a:lvl8pPr>
            <a:lvl9pPr>
              <a:defRPr sz="1725" b="0">
                <a:solidFill>
                  <a:srgbClr val="0B2349"/>
                </a:solidFill>
              </a:defRPr>
            </a:lvl9pPr>
          </a:lstStyle>
          <a:p>
            <a:pPr>
              <a:defRPr sz="1725" b="0">
                <a:solidFill>
                  <a:srgbClr val="0B2349"/>
                </a:solidFill>
              </a:defRPr>
            </a:pPr>
            <a:r>
              <a:rPr sz="1725" b="0">
                <a:solidFill>
                  <a:srgbClr val="0B2349"/>
                </a:solidFill>
              </a:rPr>
              <a:t>O observado orienta o ajuste da vazão prevista. A perda é o erro quadrático.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432367-677A-4D80-BB49-573EF6969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23414" y="2409825"/>
            <a:ext cx="2058423" cy="47625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FCAF15-F232-4457-8E4D-AA22638821CA}"/>
              </a:ext>
            </a:extLst>
          </p:cNvPr>
          <p:cNvSpPr>
            <a:spLocks noGrp="1"/>
          </p:cNvSpPr>
          <p:nvPr/>
        </p:nvSpPr>
        <p:spPr>
          <a:xfrm>
            <a:off x="428625" y="3209925"/>
            <a:ext cx="857250" cy="438150"/>
          </a:xfrm>
          <a:prstGeom prst="roundRect">
            <a:avLst>
              <a:gd name="adj" fmla="val 10870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6D4351-A750-4051-9101-7E8DF9DC80BE}"/>
              </a:ext>
            </a:extLst>
          </p:cNvPr>
          <p:cNvSpPr>
            <a:spLocks noGrp="1"/>
          </p:cNvSpPr>
          <p:nvPr/>
        </p:nvSpPr>
        <p:spPr>
          <a:xfrm>
            <a:off x="476250" y="3276600"/>
            <a:ext cx="76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 b="1">
                <a:solidFill>
                  <a:srgbClr val="0B2349"/>
                </a:solidFill>
              </a:defRPr>
            </a:defPPr>
            <a:lvl1pPr algn="ctr">
              <a:defRPr sz="1650" b="1">
                <a:solidFill>
                  <a:srgbClr val="0B2349"/>
                </a:solidFill>
              </a:defRPr>
            </a:lvl1pPr>
            <a:lvl2pPr algn="ctr">
              <a:defRPr sz="1650" b="1">
                <a:solidFill>
                  <a:srgbClr val="0B2349"/>
                </a:solidFill>
              </a:defRPr>
            </a:lvl2pPr>
            <a:lvl3pPr algn="ctr">
              <a:defRPr sz="1650" b="1">
                <a:solidFill>
                  <a:srgbClr val="0B2349"/>
                </a:solidFill>
              </a:defRPr>
            </a:lvl3pPr>
            <a:lvl4pPr algn="ctr">
              <a:defRPr sz="1650" b="1">
                <a:solidFill>
                  <a:srgbClr val="0B2349"/>
                </a:solidFill>
              </a:defRPr>
            </a:lvl4pPr>
            <a:lvl5pPr algn="ctr">
              <a:defRPr sz="1650" b="1">
                <a:solidFill>
                  <a:srgbClr val="0B2349"/>
                </a:solidFill>
              </a:defRPr>
            </a:lvl5pPr>
            <a:lvl6pPr algn="ctr">
              <a:defRPr sz="1650" b="1">
                <a:solidFill>
                  <a:srgbClr val="0B2349"/>
                </a:solidFill>
              </a:defRPr>
            </a:lvl6pPr>
            <a:lvl7pPr algn="ctr">
              <a:defRPr sz="1650" b="1">
                <a:solidFill>
                  <a:srgbClr val="0B2349"/>
                </a:solidFill>
              </a:defRPr>
            </a:lvl7pPr>
            <a:lvl8pPr algn="ctr">
              <a:defRPr sz="1650" b="1">
                <a:solidFill>
                  <a:srgbClr val="0B2349"/>
                </a:solidFill>
              </a:defRPr>
            </a:lvl8pPr>
            <a:lvl9pPr algn="ctr">
              <a:defRPr sz="1650" b="1">
                <a:solidFill>
                  <a:srgbClr val="0B2349"/>
                </a:solidFill>
              </a:defRPr>
            </a:lvl9pPr>
          </a:lstStyle>
          <a:p>
            <a:pPr algn="ctr"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z(t−2)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1474C85-025F-48FA-AA46-1177BD3E9871}"/>
              </a:ext>
            </a:extLst>
          </p:cNvPr>
          <p:cNvCxnSpPr/>
          <p:nvPr/>
        </p:nvCxnSpPr>
        <p:spPr>
          <a:xfrm>
            <a:off x="1285875" y="3429000"/>
            <a:ext cx="295275" cy="0"/>
          </a:xfrm>
          <a:prstGeom prst="straightConnector1">
            <a:avLst/>
          </a:prstGeom>
          <a:ln w="23813">
            <a:solidFill>
              <a:srgbClr val="0B2349"/>
            </a:solidFill>
            <a:prstDash val="solid"/>
            <a:tailEnd type="triangle" w="sm" len="sm"/>
          </a:ln>
        </p:spPr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DA71B6-18C1-4C4A-898C-5A4CA8F406ED}"/>
              </a:ext>
            </a:extLst>
          </p:cNvPr>
          <p:cNvSpPr>
            <a:spLocks noGrp="1"/>
          </p:cNvSpPr>
          <p:nvPr/>
        </p:nvSpPr>
        <p:spPr>
          <a:xfrm>
            <a:off x="1581150" y="3209925"/>
            <a:ext cx="857250" cy="438150"/>
          </a:xfrm>
          <a:prstGeom prst="roundRect">
            <a:avLst>
              <a:gd name="adj" fmla="val 10870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CCC690-EA58-464F-BFAE-95001E39F70F}"/>
              </a:ext>
            </a:extLst>
          </p:cNvPr>
          <p:cNvSpPr>
            <a:spLocks noGrp="1"/>
          </p:cNvSpPr>
          <p:nvPr/>
        </p:nvSpPr>
        <p:spPr>
          <a:xfrm>
            <a:off x="1628775" y="3276600"/>
            <a:ext cx="76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 b="1">
                <a:solidFill>
                  <a:srgbClr val="0B2349"/>
                </a:solidFill>
              </a:defRPr>
            </a:defPPr>
            <a:lvl1pPr algn="ctr">
              <a:defRPr sz="1650" b="1">
                <a:solidFill>
                  <a:srgbClr val="0B2349"/>
                </a:solidFill>
              </a:defRPr>
            </a:lvl1pPr>
            <a:lvl2pPr algn="ctr">
              <a:defRPr sz="1650" b="1">
                <a:solidFill>
                  <a:srgbClr val="0B2349"/>
                </a:solidFill>
              </a:defRPr>
            </a:lvl2pPr>
            <a:lvl3pPr algn="ctr">
              <a:defRPr sz="1650" b="1">
                <a:solidFill>
                  <a:srgbClr val="0B2349"/>
                </a:solidFill>
              </a:defRPr>
            </a:lvl3pPr>
            <a:lvl4pPr algn="ctr">
              <a:defRPr sz="1650" b="1">
                <a:solidFill>
                  <a:srgbClr val="0B2349"/>
                </a:solidFill>
              </a:defRPr>
            </a:lvl4pPr>
            <a:lvl5pPr algn="ctr">
              <a:defRPr sz="1650" b="1">
                <a:solidFill>
                  <a:srgbClr val="0B2349"/>
                </a:solidFill>
              </a:defRPr>
            </a:lvl5pPr>
            <a:lvl6pPr algn="ctr">
              <a:defRPr sz="1650" b="1">
                <a:solidFill>
                  <a:srgbClr val="0B2349"/>
                </a:solidFill>
              </a:defRPr>
            </a:lvl6pPr>
            <a:lvl7pPr algn="ctr">
              <a:defRPr sz="1650" b="1">
                <a:solidFill>
                  <a:srgbClr val="0B2349"/>
                </a:solidFill>
              </a:defRPr>
            </a:lvl7pPr>
            <a:lvl8pPr algn="ctr">
              <a:defRPr sz="1650" b="1">
                <a:solidFill>
                  <a:srgbClr val="0B2349"/>
                </a:solidFill>
              </a:defRPr>
            </a:lvl8pPr>
            <a:lvl9pPr algn="ctr">
              <a:defRPr sz="1650" b="1">
                <a:solidFill>
                  <a:srgbClr val="0B2349"/>
                </a:solidFill>
              </a:defRPr>
            </a:lvl9pPr>
          </a:lstStyle>
          <a:p>
            <a:pPr algn="ctr"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z(t−1)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6A43BEF-26F0-4C50-9D24-30936F51BE68}"/>
              </a:ext>
            </a:extLst>
          </p:cNvPr>
          <p:cNvCxnSpPr/>
          <p:nvPr/>
        </p:nvCxnSpPr>
        <p:spPr>
          <a:xfrm>
            <a:off x="2438400" y="3429000"/>
            <a:ext cx="295275" cy="0"/>
          </a:xfrm>
          <a:prstGeom prst="straightConnector1">
            <a:avLst/>
          </a:prstGeom>
          <a:ln w="23813">
            <a:solidFill>
              <a:srgbClr val="0B2349"/>
            </a:solidFill>
            <a:prstDash val="solid"/>
            <a:tailEnd type="triangle" w="sm" len="sm"/>
          </a:ln>
        </p:spPr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38CBB4A-D2C0-4FFC-A2C9-DCDD1ACE9A1D}"/>
              </a:ext>
            </a:extLst>
          </p:cNvPr>
          <p:cNvSpPr>
            <a:spLocks noGrp="1"/>
          </p:cNvSpPr>
          <p:nvPr/>
        </p:nvSpPr>
        <p:spPr>
          <a:xfrm>
            <a:off x="2733675" y="3209925"/>
            <a:ext cx="857250" cy="438150"/>
          </a:xfrm>
          <a:prstGeom prst="roundRect">
            <a:avLst>
              <a:gd name="adj" fmla="val 10870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16ABA4-E1CB-4290-8FAF-DE92D48924CF}"/>
              </a:ext>
            </a:extLst>
          </p:cNvPr>
          <p:cNvSpPr>
            <a:spLocks noGrp="1"/>
          </p:cNvSpPr>
          <p:nvPr/>
        </p:nvSpPr>
        <p:spPr>
          <a:xfrm>
            <a:off x="2781300" y="3276600"/>
            <a:ext cx="76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 b="1">
                <a:solidFill>
                  <a:srgbClr val="0B2349"/>
                </a:solidFill>
              </a:defRPr>
            </a:defPPr>
            <a:lvl1pPr algn="ctr">
              <a:defRPr sz="1650" b="1">
                <a:solidFill>
                  <a:srgbClr val="0B2349"/>
                </a:solidFill>
              </a:defRPr>
            </a:lvl1pPr>
            <a:lvl2pPr algn="ctr">
              <a:defRPr sz="1650" b="1">
                <a:solidFill>
                  <a:srgbClr val="0B2349"/>
                </a:solidFill>
              </a:defRPr>
            </a:lvl2pPr>
            <a:lvl3pPr algn="ctr">
              <a:defRPr sz="1650" b="1">
                <a:solidFill>
                  <a:srgbClr val="0B2349"/>
                </a:solidFill>
              </a:defRPr>
            </a:lvl3pPr>
            <a:lvl4pPr algn="ctr">
              <a:defRPr sz="1650" b="1">
                <a:solidFill>
                  <a:srgbClr val="0B2349"/>
                </a:solidFill>
              </a:defRPr>
            </a:lvl4pPr>
            <a:lvl5pPr algn="ctr">
              <a:defRPr sz="1650" b="1">
                <a:solidFill>
                  <a:srgbClr val="0B2349"/>
                </a:solidFill>
              </a:defRPr>
            </a:lvl5pPr>
            <a:lvl6pPr algn="ctr">
              <a:defRPr sz="1650" b="1">
                <a:solidFill>
                  <a:srgbClr val="0B2349"/>
                </a:solidFill>
              </a:defRPr>
            </a:lvl6pPr>
            <a:lvl7pPr algn="ctr">
              <a:defRPr sz="1650" b="1">
                <a:solidFill>
                  <a:srgbClr val="0B2349"/>
                </a:solidFill>
              </a:defRPr>
            </a:lvl7pPr>
            <a:lvl8pPr algn="ctr">
              <a:defRPr sz="1650" b="1">
                <a:solidFill>
                  <a:srgbClr val="0B2349"/>
                </a:solidFill>
              </a:defRPr>
            </a:lvl8pPr>
            <a:lvl9pPr algn="ctr">
              <a:defRPr sz="1650" b="1">
                <a:solidFill>
                  <a:srgbClr val="0B2349"/>
                </a:solidFill>
              </a:defRPr>
            </a:lvl9pPr>
          </a:lstStyle>
          <a:p>
            <a:pPr algn="ctr"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z(t)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CFC00EC-A7E4-4978-BFC6-9112B9581536}"/>
              </a:ext>
            </a:extLst>
          </p:cNvPr>
          <p:cNvCxnSpPr/>
          <p:nvPr/>
        </p:nvCxnSpPr>
        <p:spPr>
          <a:xfrm flipH="1">
            <a:off x="457200" y="3933825"/>
            <a:ext cx="2790825" cy="0"/>
          </a:xfrm>
          <a:prstGeom prst="straightConnector1">
            <a:avLst/>
          </a:prstGeom>
          <a:ln w="23813">
            <a:solidFill>
              <a:srgbClr val="F43B65"/>
            </a:solidFill>
            <a:prstDash val="solid"/>
            <a:tailEnd type="triangle" w="sm" len="sm"/>
          </a:ln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40C391B-9093-4D74-B0DA-D6172A317A3E}"/>
              </a:ext>
            </a:extLst>
          </p:cNvPr>
          <p:cNvSpPr>
            <a:spLocks noGrp="1"/>
          </p:cNvSpPr>
          <p:nvPr/>
        </p:nvSpPr>
        <p:spPr>
          <a:xfrm>
            <a:off x="1304925" y="40386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F43B65"/>
                </a:solidFill>
              </a:defRPr>
            </a:defPPr>
            <a:lvl1pPr>
              <a:defRPr sz="1500" b="1">
                <a:solidFill>
                  <a:srgbClr val="F43B65"/>
                </a:solidFill>
              </a:defRPr>
            </a:lvl1pPr>
            <a:lvl2pPr>
              <a:defRPr sz="1500" b="1">
                <a:solidFill>
                  <a:srgbClr val="F43B65"/>
                </a:solidFill>
              </a:defRPr>
            </a:lvl2pPr>
            <a:lvl3pPr>
              <a:defRPr sz="1500" b="1">
                <a:solidFill>
                  <a:srgbClr val="F43B65"/>
                </a:solidFill>
              </a:defRPr>
            </a:lvl3pPr>
            <a:lvl4pPr>
              <a:defRPr sz="1500" b="1">
                <a:solidFill>
                  <a:srgbClr val="F43B65"/>
                </a:solidFill>
              </a:defRPr>
            </a:lvl4pPr>
            <a:lvl5pPr>
              <a:defRPr sz="1500" b="1">
                <a:solidFill>
                  <a:srgbClr val="F43B65"/>
                </a:solidFill>
              </a:defRPr>
            </a:lvl5pPr>
            <a:lvl6pPr>
              <a:defRPr sz="1500" b="1">
                <a:solidFill>
                  <a:srgbClr val="F43B65"/>
                </a:solidFill>
              </a:defRPr>
            </a:lvl6pPr>
            <a:lvl7pPr>
              <a:defRPr sz="1500" b="1">
                <a:solidFill>
                  <a:srgbClr val="F43B65"/>
                </a:solidFill>
              </a:defRPr>
            </a:lvl7pPr>
            <a:lvl8pPr>
              <a:defRPr sz="1500" b="1">
                <a:solidFill>
                  <a:srgbClr val="F43B65"/>
                </a:solidFill>
              </a:defRPr>
            </a:lvl8pPr>
            <a:lvl9pPr>
              <a:defRPr sz="1500" b="1">
                <a:solidFill>
                  <a:srgbClr val="F43B65"/>
                </a:solidFill>
              </a:defRPr>
            </a:lvl9pPr>
          </a:lstStyle>
          <a:p>
            <a:pPr>
              <a:defRPr sz="1500" b="1">
                <a:solidFill>
                  <a:srgbClr val="F43B65"/>
                </a:solidFill>
              </a:defRPr>
            </a:pPr>
            <a:r>
              <a:rPr sz="1500" b="1">
                <a:solidFill>
                  <a:srgbClr val="F43B65"/>
                </a:solidFill>
              </a:rPr>
              <a:t>gradiente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7DD3BD-884D-404B-878E-0108F687DCAD}"/>
              </a:ext>
            </a:extLst>
          </p:cNvPr>
          <p:cNvSpPr>
            <a:spLocks noGrp="1"/>
          </p:cNvSpPr>
          <p:nvPr/>
        </p:nvSpPr>
        <p:spPr>
          <a:xfrm>
            <a:off x="285750" y="4371975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0B2349"/>
                </a:solidFill>
              </a:defRPr>
            </a:defPPr>
            <a:lvl1pPr>
              <a:defRPr sz="1350" b="0">
                <a:solidFill>
                  <a:srgbClr val="0B2349"/>
                </a:solidFill>
              </a:defRPr>
            </a:lvl1pPr>
            <a:lvl2pPr>
              <a:defRPr sz="1350" b="0">
                <a:solidFill>
                  <a:srgbClr val="0B2349"/>
                </a:solidFill>
              </a:defRPr>
            </a:lvl2pPr>
            <a:lvl3pPr>
              <a:defRPr sz="1350" b="0">
                <a:solidFill>
                  <a:srgbClr val="0B2349"/>
                </a:solidFill>
              </a:defRPr>
            </a:lvl3pPr>
            <a:lvl4pPr>
              <a:defRPr sz="1350" b="0">
                <a:solidFill>
                  <a:srgbClr val="0B2349"/>
                </a:solidFill>
              </a:defRPr>
            </a:lvl4pPr>
            <a:lvl5pPr>
              <a:defRPr sz="1350" b="0">
                <a:solidFill>
                  <a:srgbClr val="0B2349"/>
                </a:solidFill>
              </a:defRPr>
            </a:lvl5pPr>
            <a:lvl6pPr>
              <a:defRPr sz="1350" b="0">
                <a:solidFill>
                  <a:srgbClr val="0B2349"/>
                </a:solidFill>
              </a:defRPr>
            </a:lvl6pPr>
            <a:lvl7pPr>
              <a:defRPr sz="1350" b="0">
                <a:solidFill>
                  <a:srgbClr val="0B2349"/>
                </a:solidFill>
              </a:defRPr>
            </a:lvl7pPr>
            <a:lvl8pPr>
              <a:defRPr sz="1350" b="0">
                <a:solidFill>
                  <a:srgbClr val="0B2349"/>
                </a:solidFill>
              </a:defRPr>
            </a:lvl8pPr>
            <a:lvl9pPr>
              <a:defRPr sz="1350" b="0">
                <a:solidFill>
                  <a:srgbClr val="0B2349"/>
                </a:solidFill>
              </a:defRPr>
            </a:lvl9pPr>
          </a:lstStyle>
          <a:p>
            <a:pPr>
              <a:defRPr sz="1350" b="0">
                <a:solidFill>
                  <a:srgbClr val="0B2349"/>
                </a:solidFill>
              </a:defRPr>
            </a:pPr>
            <a:r>
              <a:rPr sz="1350" b="0">
                <a:solidFill>
                  <a:srgbClr val="0B2349"/>
                </a:solidFill>
              </a:rPr>
              <a:t>Estado completo da LSTM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8E0FF3F-6F8F-43AA-9792-46CADA126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570246" y="4352925"/>
            <a:ext cx="974558" cy="257175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AEB052F-0DDC-45AB-89A1-3513AAB9630D}"/>
              </a:ext>
            </a:extLst>
          </p:cNvPr>
          <p:cNvSpPr>
            <a:spLocks noGrp="1"/>
          </p:cNvSpPr>
          <p:nvPr/>
        </p:nvSpPr>
        <p:spPr>
          <a:xfrm>
            <a:off x="4048125" y="1419225"/>
            <a:ext cx="4381500" cy="1114425"/>
          </a:xfrm>
          <a:prstGeom prst="roundRect">
            <a:avLst>
              <a:gd name="adj" fmla="val 7692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F85B133-AEFC-4CF6-B1A1-7FBE96911C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460014" y="1590675"/>
            <a:ext cx="3538672" cy="7334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0EB24DE-620E-4EE2-A18D-E5BA6815FC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209309" y="2714625"/>
            <a:ext cx="2059132" cy="55245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3B678DF9-69A3-4CCE-BF2C-2A96AEFF2337}"/>
              </a:ext>
            </a:extLst>
          </p:cNvPr>
          <p:cNvSpPr>
            <a:spLocks noGrp="1"/>
          </p:cNvSpPr>
          <p:nvPr/>
        </p:nvSpPr>
        <p:spPr>
          <a:xfrm>
            <a:off x="4095750" y="3419475"/>
            <a:ext cx="42291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0">
                <a:solidFill>
                  <a:srgbClr val="0B2349"/>
                </a:solidFill>
              </a:defRPr>
            </a:defPPr>
            <a:lvl1pPr>
              <a:defRPr sz="1575" b="0">
                <a:solidFill>
                  <a:srgbClr val="0B2349"/>
                </a:solidFill>
              </a:defRPr>
            </a:lvl1pPr>
            <a:lvl2pPr>
              <a:defRPr sz="1575" b="0">
                <a:solidFill>
                  <a:srgbClr val="0B2349"/>
                </a:solidFill>
              </a:defRPr>
            </a:lvl2pPr>
            <a:lvl3pPr>
              <a:defRPr sz="1575" b="0">
                <a:solidFill>
                  <a:srgbClr val="0B2349"/>
                </a:solidFill>
              </a:defRPr>
            </a:lvl3pPr>
            <a:lvl4pPr>
              <a:defRPr sz="1575" b="0">
                <a:solidFill>
                  <a:srgbClr val="0B2349"/>
                </a:solidFill>
              </a:defRPr>
            </a:lvl4pPr>
            <a:lvl5pPr>
              <a:defRPr sz="1575" b="0">
                <a:solidFill>
                  <a:srgbClr val="0B2349"/>
                </a:solidFill>
              </a:defRPr>
            </a:lvl5pPr>
            <a:lvl6pPr>
              <a:defRPr sz="1575" b="0">
                <a:solidFill>
                  <a:srgbClr val="0B2349"/>
                </a:solidFill>
              </a:defRPr>
            </a:lvl6pPr>
            <a:lvl7pPr>
              <a:defRPr sz="1575" b="0">
                <a:solidFill>
                  <a:srgbClr val="0B2349"/>
                </a:solidFill>
              </a:defRPr>
            </a:lvl7pPr>
            <a:lvl8pPr>
              <a:defRPr sz="1575" b="0">
                <a:solidFill>
                  <a:srgbClr val="0B2349"/>
                </a:solidFill>
              </a:defRPr>
            </a:lvl8pPr>
            <a:lvl9pPr>
              <a:defRPr sz="1575" b="0">
                <a:solidFill>
                  <a:srgbClr val="0B2349"/>
                </a:solidFill>
              </a:defRPr>
            </a:lvl9pPr>
          </a:lstStyle>
          <a:p>
            <a:pPr>
              <a:defRPr sz="1575" b="0">
                <a:solidFill>
                  <a:srgbClr val="0B2349"/>
                </a:solidFill>
              </a:defRPr>
            </a:pPr>
            <a:r>
              <a:rPr sz="1575" b="0">
                <a:solidFill>
                  <a:srgbClr val="0B2349"/>
                </a:solidFill>
              </a:rPr>
              <a:t>Cada passo acrescenta uma transformação.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6FDD849-98E6-4A2C-B2F8-37146D281F11}"/>
              </a:ext>
            </a:extLst>
          </p:cNvPr>
          <p:cNvSpPr>
            <a:spLocks noGrp="1"/>
          </p:cNvSpPr>
          <p:nvPr/>
        </p:nvSpPr>
        <p:spPr>
          <a:xfrm>
            <a:off x="4095750" y="4010025"/>
            <a:ext cx="1762125" cy="409575"/>
          </a:xfrm>
          <a:prstGeom prst="roundRect">
            <a:avLst>
              <a:gd name="adj" fmla="val 11628"/>
            </a:avLst>
          </a:prstGeom>
          <a:solidFill>
            <a:srgbClr val="FFF3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B1F3DA-9DDF-4DE1-82DB-2C9C862734F0}"/>
              </a:ext>
            </a:extLst>
          </p:cNvPr>
          <p:cNvSpPr>
            <a:spLocks noGrp="1"/>
          </p:cNvSpPr>
          <p:nvPr/>
        </p:nvSpPr>
        <p:spPr>
          <a:xfrm>
            <a:off x="4143375" y="4076700"/>
            <a:ext cx="16668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75" b="1">
                <a:solidFill>
                  <a:srgbClr val="0B2349"/>
                </a:solidFill>
              </a:defRPr>
            </a:defPPr>
            <a:lvl1pPr algn="ctr">
              <a:defRPr sz="1575" b="1">
                <a:solidFill>
                  <a:srgbClr val="0B2349"/>
                </a:solidFill>
              </a:defRPr>
            </a:lvl1pPr>
            <a:lvl2pPr algn="ctr">
              <a:defRPr sz="1575" b="1">
                <a:solidFill>
                  <a:srgbClr val="0B2349"/>
                </a:solidFill>
              </a:defRPr>
            </a:lvl2pPr>
            <a:lvl3pPr algn="ctr">
              <a:defRPr sz="1575" b="1">
                <a:solidFill>
                  <a:srgbClr val="0B2349"/>
                </a:solidFill>
              </a:defRPr>
            </a:lvl3pPr>
            <a:lvl4pPr algn="ctr">
              <a:defRPr sz="1575" b="1">
                <a:solidFill>
                  <a:srgbClr val="0B2349"/>
                </a:solidFill>
              </a:defRPr>
            </a:lvl4pPr>
            <a:lvl5pPr algn="ctr">
              <a:defRPr sz="1575" b="1">
                <a:solidFill>
                  <a:srgbClr val="0B2349"/>
                </a:solidFill>
              </a:defRPr>
            </a:lvl5pPr>
            <a:lvl6pPr algn="ctr">
              <a:defRPr sz="1575" b="1">
                <a:solidFill>
                  <a:srgbClr val="0B2349"/>
                </a:solidFill>
              </a:defRPr>
            </a:lvl6pPr>
            <a:lvl7pPr algn="ctr">
              <a:defRPr sz="1575" b="1">
                <a:solidFill>
                  <a:srgbClr val="0B2349"/>
                </a:solidFill>
              </a:defRPr>
            </a:lvl7pPr>
            <a:lvl8pPr algn="ctr">
              <a:defRPr sz="1575" b="1">
                <a:solidFill>
                  <a:srgbClr val="0B2349"/>
                </a:solidFill>
              </a:defRPr>
            </a:lvl8pPr>
            <a:lvl9pPr algn="ctr">
              <a:defRPr sz="1575" b="1">
                <a:solidFill>
                  <a:srgbClr val="0B2349"/>
                </a:solidFill>
              </a:defRPr>
            </a:lvl9pPr>
          </a:lstStyle>
          <a:p>
            <a:pPr algn="ctr"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Cabeça de saída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361D69B-7F90-405B-80FD-19D8B3DF029A}"/>
              </a:ext>
            </a:extLst>
          </p:cNvPr>
          <p:cNvSpPr>
            <a:spLocks noGrp="1"/>
          </p:cNvSpPr>
          <p:nvPr/>
        </p:nvSpPr>
        <p:spPr>
          <a:xfrm>
            <a:off x="6400800" y="4010025"/>
            <a:ext cx="1962150" cy="409575"/>
          </a:xfrm>
          <a:prstGeom prst="roundRect">
            <a:avLst>
              <a:gd name="adj" fmla="val 11628"/>
            </a:avLst>
          </a:prstGeom>
          <a:solidFill>
            <a:srgbClr val="E9F8E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022273-825A-47D6-863B-6B8AF317E3BB}"/>
              </a:ext>
            </a:extLst>
          </p:cNvPr>
          <p:cNvSpPr>
            <a:spLocks noGrp="1"/>
          </p:cNvSpPr>
          <p:nvPr/>
        </p:nvSpPr>
        <p:spPr>
          <a:xfrm>
            <a:off x="6448425" y="4076700"/>
            <a:ext cx="18669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75" b="1">
                <a:solidFill>
                  <a:srgbClr val="0B2349"/>
                </a:solidFill>
              </a:defRPr>
            </a:defPPr>
            <a:lvl1pPr algn="ctr">
              <a:defRPr sz="1575" b="1">
                <a:solidFill>
                  <a:srgbClr val="0B2349"/>
                </a:solidFill>
              </a:defRPr>
            </a:lvl1pPr>
            <a:lvl2pPr algn="ctr">
              <a:defRPr sz="1575" b="1">
                <a:solidFill>
                  <a:srgbClr val="0B2349"/>
                </a:solidFill>
              </a:defRPr>
            </a:lvl2pPr>
            <a:lvl3pPr algn="ctr">
              <a:defRPr sz="1575" b="1">
                <a:solidFill>
                  <a:srgbClr val="0B2349"/>
                </a:solidFill>
              </a:defRPr>
            </a:lvl3pPr>
            <a:lvl4pPr algn="ctr">
              <a:defRPr sz="1575" b="1">
                <a:solidFill>
                  <a:srgbClr val="0B2349"/>
                </a:solidFill>
              </a:defRPr>
            </a:lvl4pPr>
            <a:lvl5pPr algn="ctr">
              <a:defRPr sz="1575" b="1">
                <a:solidFill>
                  <a:srgbClr val="0B2349"/>
                </a:solidFill>
              </a:defRPr>
            </a:lvl5pPr>
            <a:lvl6pPr algn="ctr">
              <a:defRPr sz="1575" b="1">
                <a:solidFill>
                  <a:srgbClr val="0B2349"/>
                </a:solidFill>
              </a:defRPr>
            </a:lvl6pPr>
            <a:lvl7pPr algn="ctr">
              <a:defRPr sz="1575" b="1">
                <a:solidFill>
                  <a:srgbClr val="0B2349"/>
                </a:solidFill>
              </a:defRPr>
            </a:lvl7pPr>
            <a:lvl8pPr algn="ctr">
              <a:defRPr sz="1575" b="1">
                <a:solidFill>
                  <a:srgbClr val="0B2349"/>
                </a:solidFill>
              </a:defRPr>
            </a:lvl8pPr>
            <a:lvl9pPr algn="ctr">
              <a:defRPr sz="1575" b="1">
                <a:solidFill>
                  <a:srgbClr val="0B2349"/>
                </a:solidFill>
              </a:defRPr>
            </a:lvl9pPr>
          </a:lstStyle>
          <a:p>
            <a:pPr algn="ctr"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LSTM e portas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E93419F-619B-4436-B92B-9FF95FBC2CF7}"/>
              </a:ext>
            </a:extLst>
          </p:cNvPr>
          <p:cNvCxnSpPr/>
          <p:nvPr/>
        </p:nvCxnSpPr>
        <p:spPr>
          <a:xfrm>
            <a:off x="5953125" y="4219575"/>
            <a:ext cx="352425" cy="0"/>
          </a:xfrm>
          <a:prstGeom prst="straightConnector1">
            <a:avLst/>
          </a:prstGeom>
          <a:ln w="23813">
            <a:solidFill>
              <a:srgbClr val="F39B2E"/>
            </a:solidFill>
            <a:prstDash val="dash"/>
            <a:tailEnd type="triangle" w="sm" len="sm"/>
          </a:ln>
        </p:spPr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2D6F894-FAF4-470A-894D-3ECBEB0C87BE}"/>
              </a:ext>
            </a:extLst>
          </p:cNvPr>
          <p:cNvSpPr>
            <a:spLocks noGrp="1"/>
          </p:cNvSpPr>
          <p:nvPr/>
        </p:nvSpPr>
        <p:spPr>
          <a:xfrm>
            <a:off x="8810625" y="1409700"/>
            <a:ext cx="3143250" cy="933450"/>
          </a:xfrm>
          <a:prstGeom prst="roundRect">
            <a:avLst>
              <a:gd name="adj" fmla="val 9184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C2D19B5-D75D-426F-A2FD-ED061E0EC929}"/>
              </a:ext>
            </a:extLst>
          </p:cNvPr>
          <p:cNvSpPr>
            <a:spLocks noGrp="1"/>
          </p:cNvSpPr>
          <p:nvPr/>
        </p:nvSpPr>
        <p:spPr>
          <a:xfrm>
            <a:off x="8924925" y="15049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12E9B1E-98A7-403A-B33F-8AA7FB3C8F8F}"/>
              </a:ext>
            </a:extLst>
          </p:cNvPr>
          <p:cNvSpPr>
            <a:spLocks noGrp="1"/>
          </p:cNvSpPr>
          <p:nvPr/>
        </p:nvSpPr>
        <p:spPr>
          <a:xfrm>
            <a:off x="9305925" y="15049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Previsão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E43C58C-EE96-4257-8CE4-1A0D8AE3A588}"/>
              </a:ext>
            </a:extLst>
          </p:cNvPr>
          <p:cNvSpPr>
            <a:spLocks noGrp="1"/>
          </p:cNvSpPr>
          <p:nvPr/>
        </p:nvSpPr>
        <p:spPr>
          <a:xfrm>
            <a:off x="9305925" y="1828800"/>
            <a:ext cx="25241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A rede produz uma única vazão por janela.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7C2BC46-3FE6-42D1-8B80-D9C02794AF80}"/>
              </a:ext>
            </a:extLst>
          </p:cNvPr>
          <p:cNvSpPr>
            <a:spLocks noGrp="1"/>
          </p:cNvSpPr>
          <p:nvPr/>
        </p:nvSpPr>
        <p:spPr>
          <a:xfrm>
            <a:off x="8810625" y="2476500"/>
            <a:ext cx="3143250" cy="933450"/>
          </a:xfrm>
          <a:prstGeom prst="roundRect">
            <a:avLst>
              <a:gd name="adj" fmla="val 9184"/>
            </a:avLst>
          </a:prstGeom>
          <a:solidFill>
            <a:srgbClr val="E9F8E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ACAE7BC-244C-40EC-BDE3-AC99D35C949C}"/>
              </a:ext>
            </a:extLst>
          </p:cNvPr>
          <p:cNvSpPr>
            <a:spLocks noGrp="1"/>
          </p:cNvSpPr>
          <p:nvPr/>
        </p:nvSpPr>
        <p:spPr>
          <a:xfrm>
            <a:off x="8924925" y="25717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B7EF29-C84D-4FC5-AC78-5BF1B765E441}"/>
              </a:ext>
            </a:extLst>
          </p:cNvPr>
          <p:cNvSpPr>
            <a:spLocks noGrp="1"/>
          </p:cNvSpPr>
          <p:nvPr/>
        </p:nvSpPr>
        <p:spPr>
          <a:xfrm>
            <a:off x="9305925" y="25717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Erro e gradiente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36B9DAE-D382-4298-9EAE-4D07C6B38D61}"/>
              </a:ext>
            </a:extLst>
          </p:cNvPr>
          <p:cNvSpPr>
            <a:spLocks noGrp="1"/>
          </p:cNvSpPr>
          <p:nvPr/>
        </p:nvSpPr>
        <p:spPr>
          <a:xfrm>
            <a:off x="9305925" y="2895600"/>
            <a:ext cx="25241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O sinal do erro orienta o ajuste da saída.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0D1A15F-CA1C-483F-A0C7-314C7BCF7264}"/>
              </a:ext>
            </a:extLst>
          </p:cNvPr>
          <p:cNvSpPr>
            <a:spLocks noGrp="1"/>
          </p:cNvSpPr>
          <p:nvPr/>
        </p:nvSpPr>
        <p:spPr>
          <a:xfrm>
            <a:off x="8810625" y="3543300"/>
            <a:ext cx="3143250" cy="933450"/>
          </a:xfrm>
          <a:prstGeom prst="roundRect">
            <a:avLst>
              <a:gd name="adj" fmla="val 9184"/>
            </a:avLst>
          </a:prstGeom>
          <a:solidFill>
            <a:srgbClr val="FFF3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AE16E19-377E-43CD-AAD0-03CC622D562F}"/>
              </a:ext>
            </a:extLst>
          </p:cNvPr>
          <p:cNvSpPr>
            <a:spLocks noGrp="1"/>
          </p:cNvSpPr>
          <p:nvPr/>
        </p:nvSpPr>
        <p:spPr>
          <a:xfrm>
            <a:off x="8924925" y="36385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D7A2912-A27C-40DC-BD32-74E993C2115F}"/>
              </a:ext>
            </a:extLst>
          </p:cNvPr>
          <p:cNvSpPr>
            <a:spLocks noGrp="1"/>
          </p:cNvSpPr>
          <p:nvPr/>
        </p:nvSpPr>
        <p:spPr>
          <a:xfrm>
            <a:off x="9305925" y="36385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Atualização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5B8F484-A9EA-4F07-AFE1-78F256088C50}"/>
              </a:ext>
            </a:extLst>
          </p:cNvPr>
          <p:cNvSpPr>
            <a:spLocks noGrp="1"/>
          </p:cNvSpPr>
          <p:nvPr/>
        </p:nvSpPr>
        <p:spPr>
          <a:xfrm>
            <a:off x="9305925" y="3962400"/>
            <a:ext cx="25241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O otimizador ajusta a leitura e a LSTM.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E148E74-E1D9-4FFC-8023-01156C8D3597}"/>
              </a:ext>
            </a:extLst>
          </p:cNvPr>
          <p:cNvSpPr>
            <a:spLocks noGrp="1"/>
          </p:cNvSpPr>
          <p:nvPr/>
        </p:nvSpPr>
        <p:spPr>
          <a:xfrm>
            <a:off x="95250" y="4810125"/>
            <a:ext cx="12001500" cy="1571625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7AB050E-7949-4315-8CF6-BB6CEB1D913D}"/>
              </a:ext>
            </a:extLst>
          </p:cNvPr>
          <p:cNvSpPr>
            <a:spLocks noGrp="1"/>
          </p:cNvSpPr>
          <p:nvPr/>
        </p:nvSpPr>
        <p:spPr>
          <a:xfrm>
            <a:off x="238125" y="4914900"/>
            <a:ext cx="11715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Exemplo numérico para uma janela de treinamento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B3E51CD-7541-4A6F-8AE1-1FF5F32C87D3}"/>
              </a:ext>
            </a:extLst>
          </p:cNvPr>
          <p:cNvSpPr>
            <a:spLocks noGrp="1"/>
          </p:cNvSpPr>
          <p:nvPr/>
        </p:nvSpPr>
        <p:spPr>
          <a:xfrm>
            <a:off x="257175" y="5267325"/>
            <a:ext cx="3314700" cy="933450"/>
          </a:xfrm>
          <a:prstGeom prst="roundRect">
            <a:avLst>
              <a:gd name="adj" fmla="val 9184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A6D04D6-F7CC-4117-BC66-D4A20D23EA81}"/>
              </a:ext>
            </a:extLst>
          </p:cNvPr>
          <p:cNvSpPr>
            <a:spLocks noGrp="1"/>
          </p:cNvSpPr>
          <p:nvPr/>
        </p:nvSpPr>
        <p:spPr>
          <a:xfrm>
            <a:off x="409575" y="53530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1">
                <a:solidFill>
                  <a:srgbClr val="007BC8"/>
                </a:solidFill>
              </a:defRPr>
            </a:defPPr>
            <a:lvl1pPr>
              <a:defRPr sz="1425" b="1">
                <a:solidFill>
                  <a:srgbClr val="007BC8"/>
                </a:solidFill>
              </a:defRPr>
            </a:lvl1pPr>
            <a:lvl2pPr>
              <a:defRPr sz="1425" b="1">
                <a:solidFill>
                  <a:srgbClr val="007BC8"/>
                </a:solidFill>
              </a:defRPr>
            </a:lvl2pPr>
            <a:lvl3pPr>
              <a:defRPr sz="1425" b="1">
                <a:solidFill>
                  <a:srgbClr val="007BC8"/>
                </a:solidFill>
              </a:defRPr>
            </a:lvl3pPr>
            <a:lvl4pPr>
              <a:defRPr sz="1425" b="1">
                <a:solidFill>
                  <a:srgbClr val="007BC8"/>
                </a:solidFill>
              </a:defRPr>
            </a:lvl4pPr>
            <a:lvl5pPr>
              <a:defRPr sz="1425" b="1">
                <a:solidFill>
                  <a:srgbClr val="007BC8"/>
                </a:solidFill>
              </a:defRPr>
            </a:lvl5pPr>
            <a:lvl6pPr>
              <a:defRPr sz="1425" b="1">
                <a:solidFill>
                  <a:srgbClr val="007BC8"/>
                </a:solidFill>
              </a:defRPr>
            </a:lvl6pPr>
            <a:lvl7pPr>
              <a:defRPr sz="1425" b="1">
                <a:solidFill>
                  <a:srgbClr val="007BC8"/>
                </a:solidFill>
              </a:defRPr>
            </a:lvl7pPr>
            <a:lvl8pPr>
              <a:defRPr sz="1425" b="1">
                <a:solidFill>
                  <a:srgbClr val="007BC8"/>
                </a:solidFill>
              </a:defRPr>
            </a:lvl8pPr>
            <a:lvl9pPr>
              <a:defRPr sz="1425" b="1">
                <a:solidFill>
                  <a:srgbClr val="007BC8"/>
                </a:solidFill>
              </a:defRPr>
            </a:lvl9pPr>
          </a:lstStyle>
          <a:p>
            <a:pPr>
              <a:defRPr sz="1425" b="1">
                <a:solidFill>
                  <a:srgbClr val="007BC8"/>
                </a:solidFill>
              </a:defRPr>
            </a:pPr>
            <a:r>
              <a:rPr sz="1425" b="1">
                <a:solidFill>
                  <a:srgbClr val="007BC8"/>
                </a:solidFill>
              </a:rPr>
              <a:t>Previsto: 40  •  Observado: 50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2A0163E9-25EC-48AB-9C7A-BF636B261D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28568" y="5705475"/>
            <a:ext cx="2124288" cy="409575"/>
          </a:xfrm>
          <a:prstGeom prst="rect">
            <a:avLst/>
          </a:prstGeom>
        </p:spPr>
      </p:pic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DD2D3BA-FFA2-4A62-868C-9ED546A6C191}"/>
              </a:ext>
            </a:extLst>
          </p:cNvPr>
          <p:cNvSpPr>
            <a:spLocks noGrp="1"/>
          </p:cNvSpPr>
          <p:nvPr/>
        </p:nvSpPr>
        <p:spPr>
          <a:xfrm>
            <a:off x="3714750" y="5267325"/>
            <a:ext cx="3429000" cy="933450"/>
          </a:xfrm>
          <a:prstGeom prst="roundRect">
            <a:avLst>
              <a:gd name="adj" fmla="val 9184"/>
            </a:avLst>
          </a:prstGeom>
          <a:solidFill>
            <a:srgbClr val="E9F8E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4E2C812-1333-44FD-8CE7-D97332834C2E}"/>
              </a:ext>
            </a:extLst>
          </p:cNvPr>
          <p:cNvSpPr>
            <a:spLocks noGrp="1"/>
          </p:cNvSpPr>
          <p:nvPr/>
        </p:nvSpPr>
        <p:spPr>
          <a:xfrm>
            <a:off x="3876675" y="5353050"/>
            <a:ext cx="3124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9A88A"/>
                </a:solidFill>
              </a:defRPr>
            </a:defPPr>
            <a:lvl1pPr>
              <a:defRPr sz="1500" b="1">
                <a:solidFill>
                  <a:srgbClr val="09A88A"/>
                </a:solidFill>
              </a:defRPr>
            </a:lvl1pPr>
            <a:lvl2pPr>
              <a:defRPr sz="1500" b="1">
                <a:solidFill>
                  <a:srgbClr val="09A88A"/>
                </a:solidFill>
              </a:defRPr>
            </a:lvl2pPr>
            <a:lvl3pPr>
              <a:defRPr sz="1500" b="1">
                <a:solidFill>
                  <a:srgbClr val="09A88A"/>
                </a:solidFill>
              </a:defRPr>
            </a:lvl3pPr>
            <a:lvl4pPr>
              <a:defRPr sz="1500" b="1">
                <a:solidFill>
                  <a:srgbClr val="09A88A"/>
                </a:solidFill>
              </a:defRPr>
            </a:lvl4pPr>
            <a:lvl5pPr>
              <a:defRPr sz="1500" b="1">
                <a:solidFill>
                  <a:srgbClr val="09A88A"/>
                </a:solidFill>
              </a:defRPr>
            </a:lvl5pPr>
            <a:lvl6pPr>
              <a:defRPr sz="1500" b="1">
                <a:solidFill>
                  <a:srgbClr val="09A88A"/>
                </a:solidFill>
              </a:defRPr>
            </a:lvl6pPr>
            <a:lvl7pPr>
              <a:defRPr sz="1500" b="1">
                <a:solidFill>
                  <a:srgbClr val="09A88A"/>
                </a:solidFill>
              </a:defRPr>
            </a:lvl7pPr>
            <a:lvl8pPr>
              <a:defRPr sz="1500" b="1">
                <a:solidFill>
                  <a:srgbClr val="09A88A"/>
                </a:solidFill>
              </a:defRPr>
            </a:lvl8pPr>
            <a:lvl9pPr>
              <a:defRPr sz="1500" b="1">
                <a:solidFill>
                  <a:srgbClr val="09A88A"/>
                </a:solidFill>
              </a:defRPr>
            </a:lvl9pPr>
          </a:lstStyle>
          <a:p>
            <a:pPr>
              <a:defRPr sz="1500" b="1">
                <a:solidFill>
                  <a:srgbClr val="09A88A"/>
                </a:solidFill>
              </a:defRPr>
            </a:pPr>
            <a:r>
              <a:rPr sz="1500" b="1">
                <a:solidFill>
                  <a:srgbClr val="09A88A"/>
                </a:solidFill>
              </a:rPr>
              <a:t>Gradiente na saída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A025486-7014-4EDA-9F1F-62A6556748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169728" y="5695950"/>
            <a:ext cx="2528570" cy="419100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B9B6991-A8C3-4608-9F03-AC64E5246016}"/>
              </a:ext>
            </a:extLst>
          </p:cNvPr>
          <p:cNvSpPr>
            <a:spLocks noGrp="1"/>
          </p:cNvSpPr>
          <p:nvPr/>
        </p:nvSpPr>
        <p:spPr>
          <a:xfrm>
            <a:off x="7286625" y="5267325"/>
            <a:ext cx="4648200" cy="933450"/>
          </a:xfrm>
          <a:prstGeom prst="roundRect">
            <a:avLst>
              <a:gd name="adj" fmla="val 9184"/>
            </a:avLst>
          </a:prstGeom>
          <a:solidFill>
            <a:srgbClr val="FFF3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BDB5AFA-CCB1-4F8F-AC5F-E5E00C50197F}"/>
              </a:ext>
            </a:extLst>
          </p:cNvPr>
          <p:cNvSpPr>
            <a:spLocks noGrp="1"/>
          </p:cNvSpPr>
          <p:nvPr/>
        </p:nvSpPr>
        <p:spPr>
          <a:xfrm>
            <a:off x="7458075" y="5353050"/>
            <a:ext cx="426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A perda inicia o caminho de volta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6BFFF5E-A92C-4CFF-9A30-4BEE6FA4F33C}"/>
              </a:ext>
            </a:extLst>
          </p:cNvPr>
          <p:cNvSpPr>
            <a:spLocks noGrp="1"/>
          </p:cNvSpPr>
          <p:nvPr/>
        </p:nvSpPr>
        <p:spPr>
          <a:xfrm>
            <a:off x="7458075" y="5705475"/>
            <a:ext cx="42672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0B2349"/>
                </a:solidFill>
              </a:defRPr>
            </a:defPPr>
            <a:lvl1pPr>
              <a:defRPr sz="1500" b="0">
                <a:solidFill>
                  <a:srgbClr val="0B2349"/>
                </a:solidFill>
              </a:defRPr>
            </a:lvl1pPr>
            <a:lvl2pPr>
              <a:defRPr sz="1500" b="0">
                <a:solidFill>
                  <a:srgbClr val="0B2349"/>
                </a:solidFill>
              </a:defRPr>
            </a:lvl2pPr>
            <a:lvl3pPr>
              <a:defRPr sz="1500" b="0">
                <a:solidFill>
                  <a:srgbClr val="0B2349"/>
                </a:solidFill>
              </a:defRPr>
            </a:lvl3pPr>
            <a:lvl4pPr>
              <a:defRPr sz="1500" b="0">
                <a:solidFill>
                  <a:srgbClr val="0B2349"/>
                </a:solidFill>
              </a:defRPr>
            </a:lvl4pPr>
            <a:lvl5pPr>
              <a:defRPr sz="1500" b="0">
                <a:solidFill>
                  <a:srgbClr val="0B2349"/>
                </a:solidFill>
              </a:defRPr>
            </a:lvl5pPr>
            <a:lvl6pPr>
              <a:defRPr sz="1500" b="0">
                <a:solidFill>
                  <a:srgbClr val="0B2349"/>
                </a:solidFill>
              </a:defRPr>
            </a:lvl6pPr>
            <a:lvl7pPr>
              <a:defRPr sz="1500" b="0">
                <a:solidFill>
                  <a:srgbClr val="0B2349"/>
                </a:solidFill>
              </a:defRPr>
            </a:lvl7pPr>
            <a:lvl8pPr>
              <a:defRPr sz="1500" b="0">
                <a:solidFill>
                  <a:srgbClr val="0B2349"/>
                </a:solidFill>
              </a:defRPr>
            </a:lvl8pPr>
            <a:lvl9pPr>
              <a:defRPr sz="1500" b="0">
                <a:solidFill>
                  <a:srgbClr val="0B2349"/>
                </a:solidFill>
              </a:defRPr>
            </a:lvl9pPr>
          </a:lstStyle>
          <a:p>
            <a:pPr>
              <a:defRPr sz="1500" b="0">
                <a:solidFill>
                  <a:srgbClr val="0B2349"/>
                </a:solidFill>
              </a:defRPr>
            </a:pPr>
            <a:r>
              <a:rPr sz="1500" b="0">
                <a:solidFill>
                  <a:srgbClr val="0B2349"/>
                </a:solidFill>
              </a:rPr>
              <a:t>O ajuste busca aproximar a previsão do observado.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9347BEA-52FD-44D3-B73D-95160BB2493B}"/>
              </a:ext>
            </a:extLst>
          </p:cNvPr>
          <p:cNvSpPr>
            <a:spLocks noGrp="1"/>
          </p:cNvSpPr>
          <p:nvPr/>
        </p:nvSpPr>
        <p:spPr>
          <a:xfrm>
            <a:off x="247650" y="6524625"/>
            <a:ext cx="11334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 b="0">
                <a:solidFill>
                  <a:srgbClr val="0B2349"/>
                </a:solidFill>
              </a:defRPr>
            </a:defPPr>
            <a:lvl1pPr>
              <a:defRPr sz="1125" b="0">
                <a:solidFill>
                  <a:srgbClr val="0B2349"/>
                </a:solidFill>
              </a:defRPr>
            </a:lvl1pPr>
            <a:lvl2pPr>
              <a:defRPr sz="1125" b="0">
                <a:solidFill>
                  <a:srgbClr val="0B2349"/>
                </a:solidFill>
              </a:defRPr>
            </a:lvl2pPr>
            <a:lvl3pPr>
              <a:defRPr sz="1125" b="0">
                <a:solidFill>
                  <a:srgbClr val="0B2349"/>
                </a:solidFill>
              </a:defRPr>
            </a:lvl3pPr>
            <a:lvl4pPr>
              <a:defRPr sz="1125" b="0">
                <a:solidFill>
                  <a:srgbClr val="0B2349"/>
                </a:solidFill>
              </a:defRPr>
            </a:lvl4pPr>
            <a:lvl5pPr>
              <a:defRPr sz="1125" b="0">
                <a:solidFill>
                  <a:srgbClr val="0B2349"/>
                </a:solidFill>
              </a:defRPr>
            </a:lvl5pPr>
            <a:lvl6pPr>
              <a:defRPr sz="1125" b="0">
                <a:solidFill>
                  <a:srgbClr val="0B2349"/>
                </a:solidFill>
              </a:defRPr>
            </a:lvl6pPr>
            <a:lvl7pPr>
              <a:defRPr sz="1125" b="0">
                <a:solidFill>
                  <a:srgbClr val="0B2349"/>
                </a:solidFill>
              </a:defRPr>
            </a:lvl7pPr>
            <a:lvl8pPr>
              <a:defRPr sz="1125" b="0">
                <a:solidFill>
                  <a:srgbClr val="0B2349"/>
                </a:solidFill>
              </a:defRPr>
            </a:lvl8pPr>
            <a:lvl9pPr>
              <a:defRPr sz="1125" b="0">
                <a:solidFill>
                  <a:srgbClr val="0B2349"/>
                </a:solidFill>
              </a:defRPr>
            </a:lvl9pPr>
          </a:lstStyle>
          <a:p>
            <a:pPr>
              <a:defRPr sz="1125" b="0">
                <a:solidFill>
                  <a:srgbClr val="0B2349"/>
                </a:solidFill>
              </a:defRPr>
            </a:pPr>
            <a:r>
              <a:rPr sz="1125" b="0">
                <a:solidFill>
                  <a:srgbClr val="0B2349"/>
                </a:solidFill>
              </a:rPr>
              <a:t>Vazões em m³/s. Perda na saída final da janela. No lote, minimizar o erro quadrático médio (MSE).</a:t>
            </a:r>
          </a:p>
        </p:txBody>
      </p:sp>
    </p:spTree>
    <p:extLst>
      <p:ext uri="{BB962C8B-B14F-4D97-AF65-F5344CB8AC3E}">
        <p14:creationId xmlns:p14="http://schemas.microsoft.com/office/powerpoint/2010/main" val="549812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41C75B5-1278-496B-A199-440BD61057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oundRect">
            <a:avLst>
              <a:gd name="adj" fmla="val 0"/>
            </a:avLst>
          </a:prstGeom>
          <a:solidFill>
            <a:srgbClr val="0A2C4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22AFF5-1CE0-42FC-BE5A-561B243A0D77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620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</a:defRPr>
            </a:defPPr>
            <a:lvl1pPr>
              <a:defRPr sz="2475" b="1">
                <a:solidFill>
                  <a:srgbClr val="FFFFFF"/>
                </a:solidFill>
              </a:defRPr>
            </a:lvl1pPr>
            <a:lvl2pPr>
              <a:defRPr sz="2475" b="1">
                <a:solidFill>
                  <a:srgbClr val="FFFFFF"/>
                </a:solidFill>
              </a:defRPr>
            </a:lvl2pPr>
            <a:lvl3pPr>
              <a:defRPr sz="2475" b="1">
                <a:solidFill>
                  <a:srgbClr val="FFFFFF"/>
                </a:solidFill>
              </a:defRPr>
            </a:lvl3pPr>
            <a:lvl4pPr>
              <a:defRPr sz="2475" b="1">
                <a:solidFill>
                  <a:srgbClr val="FFFFFF"/>
                </a:solidFill>
              </a:defRPr>
            </a:lvl4pPr>
            <a:lvl5pPr>
              <a:defRPr sz="2475" b="1">
                <a:solidFill>
                  <a:srgbClr val="FFFFFF"/>
                </a:solidFill>
              </a:defRPr>
            </a:lvl5pPr>
            <a:lvl6pPr>
              <a:defRPr sz="2475" b="1">
                <a:solidFill>
                  <a:srgbClr val="FFFFFF"/>
                </a:solidFill>
              </a:defRPr>
            </a:lvl6pPr>
            <a:lvl7pPr>
              <a:defRPr sz="2475" b="1">
                <a:solidFill>
                  <a:srgbClr val="FFFFFF"/>
                </a:solidFill>
              </a:defRPr>
            </a:lvl7pPr>
            <a:lvl8pPr>
              <a:defRPr sz="2475" b="1">
                <a:solidFill>
                  <a:srgbClr val="FFFFFF"/>
                </a:solidFill>
              </a:defRPr>
            </a:lvl8pPr>
            <a:lvl9pPr>
              <a:defRPr sz="2475" b="1">
                <a:solidFill>
                  <a:srgbClr val="FFFFFF"/>
                </a:solidFill>
              </a:defRPr>
            </a:lvl9pPr>
          </a:lstStyle>
          <a:p>
            <a:pPr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Treinamento da LSTM-GMM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507701F-5E0B-453E-BE1C-1C1A56400EEF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504825" cy="504825"/>
          </a:xfrm>
          <a:prstGeom prst="ellipse">
            <a:avLst/>
          </a:prstGeom>
          <a:noFill/>
          <a:ln w="28575">
            <a:solidFill>
              <a:srgbClr val="55CF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2C556A-1FAA-49BB-A8A7-5942FB3B9989}"/>
              </a:ext>
            </a:extLst>
          </p:cNvPr>
          <p:cNvSpPr>
            <a:spLocks noGrp="1"/>
          </p:cNvSpPr>
          <p:nvPr/>
        </p:nvSpPr>
        <p:spPr>
          <a:xfrm>
            <a:off x="304800" y="219075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>
            <a:pPr>
              <a:defRPr sz="1875" b="1">
                <a:solidFill>
                  <a:srgbClr val="FFFFFF"/>
                </a:solidFill>
              </a:defRPr>
            </a:pPr>
            <a:r>
              <a:rPr lang="en-US" dirty="0"/>
              <a:t>18</a:t>
            </a:r>
            <a:endParaRPr sz="1875" b="1" dirty="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DCB2F2-74F7-4D67-977A-4CBCCFF2E6CA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9BAE67B-8A3F-461A-A8E9-8E1EEB9346BF}"/>
              </a:ext>
            </a:extLst>
          </p:cNvPr>
          <p:cNvSpPr>
            <a:spLocks noGrp="1"/>
          </p:cNvSpPr>
          <p:nvPr/>
        </p:nvSpPr>
        <p:spPr>
          <a:xfrm>
            <a:off x="0" y="733425"/>
            <a:ext cx="12192000" cy="28575"/>
          </a:xfrm>
          <a:prstGeom prst="roundRect">
            <a:avLst>
              <a:gd name="adj" fmla="val 0"/>
            </a:avLst>
          </a:prstGeom>
          <a:solidFill>
            <a:srgbClr val="55CF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C870F70-6714-442F-8130-FD64DC56D979}"/>
              </a:ext>
            </a:extLst>
          </p:cNvPr>
          <p:cNvSpPr>
            <a:spLocks noGrp="1"/>
          </p:cNvSpPr>
          <p:nvPr/>
        </p:nvSpPr>
        <p:spPr>
          <a:xfrm>
            <a:off x="95250" y="876300"/>
            <a:ext cx="3714750" cy="3819525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665C93-D42F-4708-AF69-AA90D52497A5}"/>
              </a:ext>
            </a:extLst>
          </p:cNvPr>
          <p:cNvSpPr>
            <a:spLocks noGrp="1"/>
          </p:cNvSpPr>
          <p:nvPr/>
        </p:nvSpPr>
        <p:spPr>
          <a:xfrm>
            <a:off x="238125" y="981075"/>
            <a:ext cx="34290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Ideia central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FB1548-03CD-41BE-A851-66456C8EC944}"/>
              </a:ext>
            </a:extLst>
          </p:cNvPr>
          <p:cNvSpPr>
            <a:spLocks noGrp="1"/>
          </p:cNvSpPr>
          <p:nvPr/>
        </p:nvSpPr>
        <p:spPr>
          <a:xfrm>
            <a:off x="3905250" y="876300"/>
            <a:ext cx="4667250" cy="3819525"/>
          </a:xfrm>
          <a:prstGeom prst="roundRect">
            <a:avLst>
              <a:gd name="adj" fmla="val 2244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6A6A7A-2DEE-418A-A784-7DACF93E80BF}"/>
              </a:ext>
            </a:extLst>
          </p:cNvPr>
          <p:cNvSpPr>
            <a:spLocks noGrp="1"/>
          </p:cNvSpPr>
          <p:nvPr/>
        </p:nvSpPr>
        <p:spPr>
          <a:xfrm>
            <a:off x="4048125" y="981075"/>
            <a:ext cx="4381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Gradiente ao voltar no tempo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A377CCD-CF1B-4516-AC25-8ABFF4581DD6}"/>
              </a:ext>
            </a:extLst>
          </p:cNvPr>
          <p:cNvSpPr>
            <a:spLocks noGrp="1"/>
          </p:cNvSpPr>
          <p:nvPr/>
        </p:nvSpPr>
        <p:spPr>
          <a:xfrm>
            <a:off x="8667750" y="876300"/>
            <a:ext cx="3429000" cy="381952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3A255A-CC18-4C14-B6BC-51AD3B5620A2}"/>
              </a:ext>
            </a:extLst>
          </p:cNvPr>
          <p:cNvSpPr>
            <a:spLocks noGrp="1"/>
          </p:cNvSpPr>
          <p:nvPr/>
        </p:nvSpPr>
        <p:spPr>
          <a:xfrm>
            <a:off x="8810625" y="981075"/>
            <a:ext cx="3143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Leitura intuitiva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AF5BC8-4481-462B-90D3-C618B43B93D3}"/>
              </a:ext>
            </a:extLst>
          </p:cNvPr>
          <p:cNvSpPr>
            <a:spLocks noGrp="1"/>
          </p:cNvSpPr>
          <p:nvPr/>
        </p:nvSpPr>
        <p:spPr>
          <a:xfrm>
            <a:off x="266700" y="1419225"/>
            <a:ext cx="33813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0">
                <a:solidFill>
                  <a:srgbClr val="0B2349"/>
                </a:solidFill>
              </a:defRPr>
            </a:defPPr>
            <a:lvl1pPr>
              <a:defRPr sz="1725" b="0">
                <a:solidFill>
                  <a:srgbClr val="0B2349"/>
                </a:solidFill>
              </a:defRPr>
            </a:lvl1pPr>
            <a:lvl2pPr>
              <a:defRPr sz="1725" b="0">
                <a:solidFill>
                  <a:srgbClr val="0B2349"/>
                </a:solidFill>
              </a:defRPr>
            </a:lvl2pPr>
            <a:lvl3pPr>
              <a:defRPr sz="1725" b="0">
                <a:solidFill>
                  <a:srgbClr val="0B2349"/>
                </a:solidFill>
              </a:defRPr>
            </a:lvl3pPr>
            <a:lvl4pPr>
              <a:defRPr sz="1725" b="0">
                <a:solidFill>
                  <a:srgbClr val="0B2349"/>
                </a:solidFill>
              </a:defRPr>
            </a:lvl4pPr>
            <a:lvl5pPr>
              <a:defRPr sz="1725" b="0">
                <a:solidFill>
                  <a:srgbClr val="0B2349"/>
                </a:solidFill>
              </a:defRPr>
            </a:lvl5pPr>
            <a:lvl6pPr>
              <a:defRPr sz="1725" b="0">
                <a:solidFill>
                  <a:srgbClr val="0B2349"/>
                </a:solidFill>
              </a:defRPr>
            </a:lvl6pPr>
            <a:lvl7pPr>
              <a:defRPr sz="1725" b="0">
                <a:solidFill>
                  <a:srgbClr val="0B2349"/>
                </a:solidFill>
              </a:defRPr>
            </a:lvl7pPr>
            <a:lvl8pPr>
              <a:defRPr sz="1725" b="0">
                <a:solidFill>
                  <a:srgbClr val="0B2349"/>
                </a:solidFill>
              </a:defRPr>
            </a:lvl8pPr>
            <a:lvl9pPr>
              <a:defRPr sz="1725" b="0">
                <a:solidFill>
                  <a:srgbClr val="0B2349"/>
                </a:solidFill>
              </a:defRPr>
            </a:lvl9pPr>
          </a:lstStyle>
          <a:p>
            <a:pPr>
              <a:defRPr sz="1725" b="0">
                <a:solidFill>
                  <a:srgbClr val="0B2349"/>
                </a:solidFill>
              </a:defRPr>
            </a:pPr>
            <a:r>
              <a:rPr sz="1725" b="0">
                <a:solidFill>
                  <a:srgbClr val="0B2349"/>
                </a:solidFill>
              </a:rPr>
              <a:t>O observado indica onde a densidade prevista deve ser alta. A perda é a NLL.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10F291-5FA4-4FA5-816B-346E8A617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8125" y="2434079"/>
            <a:ext cx="3429000" cy="42774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1AF9D9B-CA48-4C06-A52B-A4C047A31E61}"/>
              </a:ext>
            </a:extLst>
          </p:cNvPr>
          <p:cNvSpPr>
            <a:spLocks noGrp="1"/>
          </p:cNvSpPr>
          <p:nvPr/>
        </p:nvSpPr>
        <p:spPr>
          <a:xfrm>
            <a:off x="428625" y="3209925"/>
            <a:ext cx="857250" cy="438150"/>
          </a:xfrm>
          <a:prstGeom prst="roundRect">
            <a:avLst>
              <a:gd name="adj" fmla="val 10870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4930A2-CC6D-43E7-8FD2-F64970523880}"/>
              </a:ext>
            </a:extLst>
          </p:cNvPr>
          <p:cNvSpPr>
            <a:spLocks noGrp="1"/>
          </p:cNvSpPr>
          <p:nvPr/>
        </p:nvSpPr>
        <p:spPr>
          <a:xfrm>
            <a:off x="476250" y="3276600"/>
            <a:ext cx="76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 b="1">
                <a:solidFill>
                  <a:srgbClr val="0B2349"/>
                </a:solidFill>
              </a:defRPr>
            </a:defPPr>
            <a:lvl1pPr algn="ctr">
              <a:defRPr sz="1650" b="1">
                <a:solidFill>
                  <a:srgbClr val="0B2349"/>
                </a:solidFill>
              </a:defRPr>
            </a:lvl1pPr>
            <a:lvl2pPr algn="ctr">
              <a:defRPr sz="1650" b="1">
                <a:solidFill>
                  <a:srgbClr val="0B2349"/>
                </a:solidFill>
              </a:defRPr>
            </a:lvl2pPr>
            <a:lvl3pPr algn="ctr">
              <a:defRPr sz="1650" b="1">
                <a:solidFill>
                  <a:srgbClr val="0B2349"/>
                </a:solidFill>
              </a:defRPr>
            </a:lvl3pPr>
            <a:lvl4pPr algn="ctr">
              <a:defRPr sz="1650" b="1">
                <a:solidFill>
                  <a:srgbClr val="0B2349"/>
                </a:solidFill>
              </a:defRPr>
            </a:lvl4pPr>
            <a:lvl5pPr algn="ctr">
              <a:defRPr sz="1650" b="1">
                <a:solidFill>
                  <a:srgbClr val="0B2349"/>
                </a:solidFill>
              </a:defRPr>
            </a:lvl5pPr>
            <a:lvl6pPr algn="ctr">
              <a:defRPr sz="1650" b="1">
                <a:solidFill>
                  <a:srgbClr val="0B2349"/>
                </a:solidFill>
              </a:defRPr>
            </a:lvl6pPr>
            <a:lvl7pPr algn="ctr">
              <a:defRPr sz="1650" b="1">
                <a:solidFill>
                  <a:srgbClr val="0B2349"/>
                </a:solidFill>
              </a:defRPr>
            </a:lvl7pPr>
            <a:lvl8pPr algn="ctr">
              <a:defRPr sz="1650" b="1">
                <a:solidFill>
                  <a:srgbClr val="0B2349"/>
                </a:solidFill>
              </a:defRPr>
            </a:lvl8pPr>
            <a:lvl9pPr algn="ctr">
              <a:defRPr sz="1650" b="1">
                <a:solidFill>
                  <a:srgbClr val="0B2349"/>
                </a:solidFill>
              </a:defRPr>
            </a:lvl9pPr>
          </a:lstStyle>
          <a:p>
            <a:pPr algn="ctr"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z(t−2)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F9EACC7-6179-4E63-BEFB-CC0FFDE895F8}"/>
              </a:ext>
            </a:extLst>
          </p:cNvPr>
          <p:cNvCxnSpPr/>
          <p:nvPr/>
        </p:nvCxnSpPr>
        <p:spPr>
          <a:xfrm>
            <a:off x="1285875" y="3429000"/>
            <a:ext cx="295275" cy="0"/>
          </a:xfrm>
          <a:prstGeom prst="straightConnector1">
            <a:avLst/>
          </a:prstGeom>
          <a:ln w="23813">
            <a:solidFill>
              <a:srgbClr val="0B2349"/>
            </a:solidFill>
            <a:prstDash val="solid"/>
            <a:tailEnd type="triangle" w="sm" len="sm"/>
          </a:ln>
        </p:spPr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6DAD10D-24B3-4FF2-9F26-C26ACF2663D2}"/>
              </a:ext>
            </a:extLst>
          </p:cNvPr>
          <p:cNvSpPr>
            <a:spLocks noGrp="1"/>
          </p:cNvSpPr>
          <p:nvPr/>
        </p:nvSpPr>
        <p:spPr>
          <a:xfrm>
            <a:off x="1581150" y="3209925"/>
            <a:ext cx="857250" cy="438150"/>
          </a:xfrm>
          <a:prstGeom prst="roundRect">
            <a:avLst>
              <a:gd name="adj" fmla="val 10870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86E6B9-9A8D-4FFB-9988-653EE0BCBAD9}"/>
              </a:ext>
            </a:extLst>
          </p:cNvPr>
          <p:cNvSpPr>
            <a:spLocks noGrp="1"/>
          </p:cNvSpPr>
          <p:nvPr/>
        </p:nvSpPr>
        <p:spPr>
          <a:xfrm>
            <a:off x="1628775" y="3276600"/>
            <a:ext cx="76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 b="1">
                <a:solidFill>
                  <a:srgbClr val="0B2349"/>
                </a:solidFill>
              </a:defRPr>
            </a:defPPr>
            <a:lvl1pPr algn="ctr">
              <a:defRPr sz="1650" b="1">
                <a:solidFill>
                  <a:srgbClr val="0B2349"/>
                </a:solidFill>
              </a:defRPr>
            </a:lvl1pPr>
            <a:lvl2pPr algn="ctr">
              <a:defRPr sz="1650" b="1">
                <a:solidFill>
                  <a:srgbClr val="0B2349"/>
                </a:solidFill>
              </a:defRPr>
            </a:lvl2pPr>
            <a:lvl3pPr algn="ctr">
              <a:defRPr sz="1650" b="1">
                <a:solidFill>
                  <a:srgbClr val="0B2349"/>
                </a:solidFill>
              </a:defRPr>
            </a:lvl3pPr>
            <a:lvl4pPr algn="ctr">
              <a:defRPr sz="1650" b="1">
                <a:solidFill>
                  <a:srgbClr val="0B2349"/>
                </a:solidFill>
              </a:defRPr>
            </a:lvl4pPr>
            <a:lvl5pPr algn="ctr">
              <a:defRPr sz="1650" b="1">
                <a:solidFill>
                  <a:srgbClr val="0B2349"/>
                </a:solidFill>
              </a:defRPr>
            </a:lvl5pPr>
            <a:lvl6pPr algn="ctr">
              <a:defRPr sz="1650" b="1">
                <a:solidFill>
                  <a:srgbClr val="0B2349"/>
                </a:solidFill>
              </a:defRPr>
            </a:lvl6pPr>
            <a:lvl7pPr algn="ctr">
              <a:defRPr sz="1650" b="1">
                <a:solidFill>
                  <a:srgbClr val="0B2349"/>
                </a:solidFill>
              </a:defRPr>
            </a:lvl7pPr>
            <a:lvl8pPr algn="ctr">
              <a:defRPr sz="1650" b="1">
                <a:solidFill>
                  <a:srgbClr val="0B2349"/>
                </a:solidFill>
              </a:defRPr>
            </a:lvl8pPr>
            <a:lvl9pPr algn="ctr">
              <a:defRPr sz="1650" b="1">
                <a:solidFill>
                  <a:srgbClr val="0B2349"/>
                </a:solidFill>
              </a:defRPr>
            </a:lvl9pPr>
          </a:lstStyle>
          <a:p>
            <a:pPr algn="ctr"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z(t−1)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D89B258-ECA0-410D-9D42-B2593E67D7B0}"/>
              </a:ext>
            </a:extLst>
          </p:cNvPr>
          <p:cNvCxnSpPr/>
          <p:nvPr/>
        </p:nvCxnSpPr>
        <p:spPr>
          <a:xfrm>
            <a:off x="2438400" y="3429000"/>
            <a:ext cx="295275" cy="0"/>
          </a:xfrm>
          <a:prstGeom prst="straightConnector1">
            <a:avLst/>
          </a:prstGeom>
          <a:ln w="23813">
            <a:solidFill>
              <a:srgbClr val="0B2349"/>
            </a:solidFill>
            <a:prstDash val="solid"/>
            <a:tailEnd type="triangle" w="sm" len="sm"/>
          </a:ln>
        </p:spPr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A3F7DC7-20BA-41DA-91E2-AD8D368BFF0F}"/>
              </a:ext>
            </a:extLst>
          </p:cNvPr>
          <p:cNvSpPr>
            <a:spLocks noGrp="1"/>
          </p:cNvSpPr>
          <p:nvPr/>
        </p:nvSpPr>
        <p:spPr>
          <a:xfrm>
            <a:off x="2733675" y="3209925"/>
            <a:ext cx="857250" cy="438150"/>
          </a:xfrm>
          <a:prstGeom prst="roundRect">
            <a:avLst>
              <a:gd name="adj" fmla="val 10870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BF16EC-A628-404B-B5F1-DE37E83BFEFD}"/>
              </a:ext>
            </a:extLst>
          </p:cNvPr>
          <p:cNvSpPr>
            <a:spLocks noGrp="1"/>
          </p:cNvSpPr>
          <p:nvPr/>
        </p:nvSpPr>
        <p:spPr>
          <a:xfrm>
            <a:off x="2781300" y="3276600"/>
            <a:ext cx="76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 b="1">
                <a:solidFill>
                  <a:srgbClr val="0B2349"/>
                </a:solidFill>
              </a:defRPr>
            </a:defPPr>
            <a:lvl1pPr algn="ctr">
              <a:defRPr sz="1650" b="1">
                <a:solidFill>
                  <a:srgbClr val="0B2349"/>
                </a:solidFill>
              </a:defRPr>
            </a:lvl1pPr>
            <a:lvl2pPr algn="ctr">
              <a:defRPr sz="1650" b="1">
                <a:solidFill>
                  <a:srgbClr val="0B2349"/>
                </a:solidFill>
              </a:defRPr>
            </a:lvl2pPr>
            <a:lvl3pPr algn="ctr">
              <a:defRPr sz="1650" b="1">
                <a:solidFill>
                  <a:srgbClr val="0B2349"/>
                </a:solidFill>
              </a:defRPr>
            </a:lvl3pPr>
            <a:lvl4pPr algn="ctr">
              <a:defRPr sz="1650" b="1">
                <a:solidFill>
                  <a:srgbClr val="0B2349"/>
                </a:solidFill>
              </a:defRPr>
            </a:lvl4pPr>
            <a:lvl5pPr algn="ctr">
              <a:defRPr sz="1650" b="1">
                <a:solidFill>
                  <a:srgbClr val="0B2349"/>
                </a:solidFill>
              </a:defRPr>
            </a:lvl5pPr>
            <a:lvl6pPr algn="ctr">
              <a:defRPr sz="1650" b="1">
                <a:solidFill>
                  <a:srgbClr val="0B2349"/>
                </a:solidFill>
              </a:defRPr>
            </a:lvl6pPr>
            <a:lvl7pPr algn="ctr">
              <a:defRPr sz="1650" b="1">
                <a:solidFill>
                  <a:srgbClr val="0B2349"/>
                </a:solidFill>
              </a:defRPr>
            </a:lvl7pPr>
            <a:lvl8pPr algn="ctr">
              <a:defRPr sz="1650" b="1">
                <a:solidFill>
                  <a:srgbClr val="0B2349"/>
                </a:solidFill>
              </a:defRPr>
            </a:lvl8pPr>
            <a:lvl9pPr algn="ctr">
              <a:defRPr sz="1650" b="1">
                <a:solidFill>
                  <a:srgbClr val="0B2349"/>
                </a:solidFill>
              </a:defRPr>
            </a:lvl9pPr>
          </a:lstStyle>
          <a:p>
            <a:pPr algn="ctr"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z(t)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7B46FBE-8254-4126-94B8-E15E59625CE0}"/>
              </a:ext>
            </a:extLst>
          </p:cNvPr>
          <p:cNvCxnSpPr/>
          <p:nvPr/>
        </p:nvCxnSpPr>
        <p:spPr>
          <a:xfrm flipH="1">
            <a:off x="457200" y="3933825"/>
            <a:ext cx="2790825" cy="0"/>
          </a:xfrm>
          <a:prstGeom prst="straightConnector1">
            <a:avLst/>
          </a:prstGeom>
          <a:ln w="23813">
            <a:solidFill>
              <a:srgbClr val="F43B65"/>
            </a:solidFill>
            <a:prstDash val="solid"/>
            <a:tailEnd type="triangle" w="sm" len="sm"/>
          </a:ln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FA9A748E-B16A-4B22-B6F9-D9BD289FCFEC}"/>
              </a:ext>
            </a:extLst>
          </p:cNvPr>
          <p:cNvSpPr>
            <a:spLocks noGrp="1"/>
          </p:cNvSpPr>
          <p:nvPr/>
        </p:nvSpPr>
        <p:spPr>
          <a:xfrm>
            <a:off x="1304925" y="40386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F43B65"/>
                </a:solidFill>
              </a:defRPr>
            </a:defPPr>
            <a:lvl1pPr>
              <a:defRPr sz="1500" b="1">
                <a:solidFill>
                  <a:srgbClr val="F43B65"/>
                </a:solidFill>
              </a:defRPr>
            </a:lvl1pPr>
            <a:lvl2pPr>
              <a:defRPr sz="1500" b="1">
                <a:solidFill>
                  <a:srgbClr val="F43B65"/>
                </a:solidFill>
              </a:defRPr>
            </a:lvl2pPr>
            <a:lvl3pPr>
              <a:defRPr sz="1500" b="1">
                <a:solidFill>
                  <a:srgbClr val="F43B65"/>
                </a:solidFill>
              </a:defRPr>
            </a:lvl3pPr>
            <a:lvl4pPr>
              <a:defRPr sz="1500" b="1">
                <a:solidFill>
                  <a:srgbClr val="F43B65"/>
                </a:solidFill>
              </a:defRPr>
            </a:lvl4pPr>
            <a:lvl5pPr>
              <a:defRPr sz="1500" b="1">
                <a:solidFill>
                  <a:srgbClr val="F43B65"/>
                </a:solidFill>
              </a:defRPr>
            </a:lvl5pPr>
            <a:lvl6pPr>
              <a:defRPr sz="1500" b="1">
                <a:solidFill>
                  <a:srgbClr val="F43B65"/>
                </a:solidFill>
              </a:defRPr>
            </a:lvl6pPr>
            <a:lvl7pPr>
              <a:defRPr sz="1500" b="1">
                <a:solidFill>
                  <a:srgbClr val="F43B65"/>
                </a:solidFill>
              </a:defRPr>
            </a:lvl7pPr>
            <a:lvl8pPr>
              <a:defRPr sz="1500" b="1">
                <a:solidFill>
                  <a:srgbClr val="F43B65"/>
                </a:solidFill>
              </a:defRPr>
            </a:lvl8pPr>
            <a:lvl9pPr>
              <a:defRPr sz="1500" b="1">
                <a:solidFill>
                  <a:srgbClr val="F43B65"/>
                </a:solidFill>
              </a:defRPr>
            </a:lvl9pPr>
          </a:lstStyle>
          <a:p>
            <a:pPr>
              <a:defRPr sz="1500" b="1">
                <a:solidFill>
                  <a:srgbClr val="F43B65"/>
                </a:solidFill>
              </a:defRPr>
            </a:pPr>
            <a:r>
              <a:rPr sz="1500" b="1">
                <a:solidFill>
                  <a:srgbClr val="F43B65"/>
                </a:solidFill>
              </a:rPr>
              <a:t>gradiente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84CD72-2D77-47CA-9AE9-BBBB9F594B33}"/>
              </a:ext>
            </a:extLst>
          </p:cNvPr>
          <p:cNvSpPr>
            <a:spLocks noGrp="1"/>
          </p:cNvSpPr>
          <p:nvPr/>
        </p:nvSpPr>
        <p:spPr>
          <a:xfrm>
            <a:off x="285750" y="4371975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0B2349"/>
                </a:solidFill>
              </a:defRPr>
            </a:defPPr>
            <a:lvl1pPr>
              <a:defRPr sz="1350" b="0">
                <a:solidFill>
                  <a:srgbClr val="0B2349"/>
                </a:solidFill>
              </a:defRPr>
            </a:lvl1pPr>
            <a:lvl2pPr>
              <a:defRPr sz="1350" b="0">
                <a:solidFill>
                  <a:srgbClr val="0B2349"/>
                </a:solidFill>
              </a:defRPr>
            </a:lvl2pPr>
            <a:lvl3pPr>
              <a:defRPr sz="1350" b="0">
                <a:solidFill>
                  <a:srgbClr val="0B2349"/>
                </a:solidFill>
              </a:defRPr>
            </a:lvl3pPr>
            <a:lvl4pPr>
              <a:defRPr sz="1350" b="0">
                <a:solidFill>
                  <a:srgbClr val="0B2349"/>
                </a:solidFill>
              </a:defRPr>
            </a:lvl4pPr>
            <a:lvl5pPr>
              <a:defRPr sz="1350" b="0">
                <a:solidFill>
                  <a:srgbClr val="0B2349"/>
                </a:solidFill>
              </a:defRPr>
            </a:lvl5pPr>
            <a:lvl6pPr>
              <a:defRPr sz="1350" b="0">
                <a:solidFill>
                  <a:srgbClr val="0B2349"/>
                </a:solidFill>
              </a:defRPr>
            </a:lvl6pPr>
            <a:lvl7pPr>
              <a:defRPr sz="1350" b="0">
                <a:solidFill>
                  <a:srgbClr val="0B2349"/>
                </a:solidFill>
              </a:defRPr>
            </a:lvl7pPr>
            <a:lvl8pPr>
              <a:defRPr sz="1350" b="0">
                <a:solidFill>
                  <a:srgbClr val="0B2349"/>
                </a:solidFill>
              </a:defRPr>
            </a:lvl8pPr>
            <a:lvl9pPr>
              <a:defRPr sz="1350" b="0">
                <a:solidFill>
                  <a:srgbClr val="0B2349"/>
                </a:solidFill>
              </a:defRPr>
            </a:lvl9pPr>
          </a:lstStyle>
          <a:p>
            <a:pPr>
              <a:defRPr sz="1350" b="0">
                <a:solidFill>
                  <a:srgbClr val="0B2349"/>
                </a:solidFill>
              </a:defRPr>
            </a:pPr>
            <a:r>
              <a:rPr sz="1350" b="0">
                <a:solidFill>
                  <a:srgbClr val="0B2349"/>
                </a:solidFill>
              </a:rPr>
              <a:t>Estado completo da LSTM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C5681F0-BBBE-4223-A5E2-99A256413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570246" y="4352925"/>
            <a:ext cx="974558" cy="257175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D2D86E7-F6F1-4485-8750-FA06F1178359}"/>
              </a:ext>
            </a:extLst>
          </p:cNvPr>
          <p:cNvSpPr>
            <a:spLocks noGrp="1"/>
          </p:cNvSpPr>
          <p:nvPr/>
        </p:nvSpPr>
        <p:spPr>
          <a:xfrm>
            <a:off x="4048125" y="1419225"/>
            <a:ext cx="4381500" cy="1114425"/>
          </a:xfrm>
          <a:prstGeom prst="roundRect">
            <a:avLst>
              <a:gd name="adj" fmla="val 7692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9B6C6FE-34D6-4993-AE96-1CB77F6299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460014" y="1590675"/>
            <a:ext cx="3538672" cy="7334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DE76E45-D96C-42E4-921B-6DF628AA22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209309" y="2714625"/>
            <a:ext cx="2059132" cy="55245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4D5B87F2-E113-4C7C-9ED8-EC643ED049EE}"/>
              </a:ext>
            </a:extLst>
          </p:cNvPr>
          <p:cNvSpPr>
            <a:spLocks noGrp="1"/>
          </p:cNvSpPr>
          <p:nvPr/>
        </p:nvSpPr>
        <p:spPr>
          <a:xfrm>
            <a:off x="4095750" y="3419475"/>
            <a:ext cx="42291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0">
                <a:solidFill>
                  <a:srgbClr val="0B2349"/>
                </a:solidFill>
              </a:defRPr>
            </a:defPPr>
            <a:lvl1pPr>
              <a:defRPr sz="1575" b="0">
                <a:solidFill>
                  <a:srgbClr val="0B2349"/>
                </a:solidFill>
              </a:defRPr>
            </a:lvl1pPr>
            <a:lvl2pPr>
              <a:defRPr sz="1575" b="0">
                <a:solidFill>
                  <a:srgbClr val="0B2349"/>
                </a:solidFill>
              </a:defRPr>
            </a:lvl2pPr>
            <a:lvl3pPr>
              <a:defRPr sz="1575" b="0">
                <a:solidFill>
                  <a:srgbClr val="0B2349"/>
                </a:solidFill>
              </a:defRPr>
            </a:lvl3pPr>
            <a:lvl4pPr>
              <a:defRPr sz="1575" b="0">
                <a:solidFill>
                  <a:srgbClr val="0B2349"/>
                </a:solidFill>
              </a:defRPr>
            </a:lvl4pPr>
            <a:lvl5pPr>
              <a:defRPr sz="1575" b="0">
                <a:solidFill>
                  <a:srgbClr val="0B2349"/>
                </a:solidFill>
              </a:defRPr>
            </a:lvl5pPr>
            <a:lvl6pPr>
              <a:defRPr sz="1575" b="0">
                <a:solidFill>
                  <a:srgbClr val="0B2349"/>
                </a:solidFill>
              </a:defRPr>
            </a:lvl6pPr>
            <a:lvl7pPr>
              <a:defRPr sz="1575" b="0">
                <a:solidFill>
                  <a:srgbClr val="0B2349"/>
                </a:solidFill>
              </a:defRPr>
            </a:lvl7pPr>
            <a:lvl8pPr>
              <a:defRPr sz="1575" b="0">
                <a:solidFill>
                  <a:srgbClr val="0B2349"/>
                </a:solidFill>
              </a:defRPr>
            </a:lvl8pPr>
            <a:lvl9pPr>
              <a:defRPr sz="1575" b="0">
                <a:solidFill>
                  <a:srgbClr val="0B2349"/>
                </a:solidFill>
              </a:defRPr>
            </a:lvl9pPr>
          </a:lstStyle>
          <a:p>
            <a:pPr>
              <a:defRPr sz="1575" b="0">
                <a:solidFill>
                  <a:srgbClr val="0B2349"/>
                </a:solidFill>
              </a:defRPr>
            </a:pPr>
            <a:r>
              <a:rPr sz="1575" b="0">
                <a:solidFill>
                  <a:srgbClr val="0B2349"/>
                </a:solidFill>
              </a:rPr>
              <a:t>Cada passo acrescenta uma transformação.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D384096-A6BD-4924-8888-67E0A67B5136}"/>
              </a:ext>
            </a:extLst>
          </p:cNvPr>
          <p:cNvSpPr>
            <a:spLocks noGrp="1"/>
          </p:cNvSpPr>
          <p:nvPr/>
        </p:nvSpPr>
        <p:spPr>
          <a:xfrm>
            <a:off x="4095750" y="4010025"/>
            <a:ext cx="1762125" cy="409575"/>
          </a:xfrm>
          <a:prstGeom prst="roundRect">
            <a:avLst>
              <a:gd name="adj" fmla="val 11628"/>
            </a:avLst>
          </a:prstGeom>
          <a:solidFill>
            <a:srgbClr val="FFF3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8DB9A56-9D8E-4402-9021-1CC6A3D1C4C6}"/>
              </a:ext>
            </a:extLst>
          </p:cNvPr>
          <p:cNvSpPr>
            <a:spLocks noGrp="1"/>
          </p:cNvSpPr>
          <p:nvPr/>
        </p:nvSpPr>
        <p:spPr>
          <a:xfrm>
            <a:off x="4143375" y="4076700"/>
            <a:ext cx="16668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75" b="1">
                <a:solidFill>
                  <a:srgbClr val="0B2349"/>
                </a:solidFill>
              </a:defRPr>
            </a:defPPr>
            <a:lvl1pPr algn="ctr">
              <a:defRPr sz="1575" b="1">
                <a:solidFill>
                  <a:srgbClr val="0B2349"/>
                </a:solidFill>
              </a:defRPr>
            </a:lvl1pPr>
            <a:lvl2pPr algn="ctr">
              <a:defRPr sz="1575" b="1">
                <a:solidFill>
                  <a:srgbClr val="0B2349"/>
                </a:solidFill>
              </a:defRPr>
            </a:lvl2pPr>
            <a:lvl3pPr algn="ctr">
              <a:defRPr sz="1575" b="1">
                <a:solidFill>
                  <a:srgbClr val="0B2349"/>
                </a:solidFill>
              </a:defRPr>
            </a:lvl3pPr>
            <a:lvl4pPr algn="ctr">
              <a:defRPr sz="1575" b="1">
                <a:solidFill>
                  <a:srgbClr val="0B2349"/>
                </a:solidFill>
              </a:defRPr>
            </a:lvl4pPr>
            <a:lvl5pPr algn="ctr">
              <a:defRPr sz="1575" b="1">
                <a:solidFill>
                  <a:srgbClr val="0B2349"/>
                </a:solidFill>
              </a:defRPr>
            </a:lvl5pPr>
            <a:lvl6pPr algn="ctr">
              <a:defRPr sz="1575" b="1">
                <a:solidFill>
                  <a:srgbClr val="0B2349"/>
                </a:solidFill>
              </a:defRPr>
            </a:lvl6pPr>
            <a:lvl7pPr algn="ctr">
              <a:defRPr sz="1575" b="1">
                <a:solidFill>
                  <a:srgbClr val="0B2349"/>
                </a:solidFill>
              </a:defRPr>
            </a:lvl7pPr>
            <a:lvl8pPr algn="ctr">
              <a:defRPr sz="1575" b="1">
                <a:solidFill>
                  <a:srgbClr val="0B2349"/>
                </a:solidFill>
              </a:defRPr>
            </a:lvl8pPr>
            <a:lvl9pPr algn="ctr">
              <a:defRPr sz="1575" b="1">
                <a:solidFill>
                  <a:srgbClr val="0B2349"/>
                </a:solidFill>
              </a:defRPr>
            </a:lvl9pPr>
          </a:lstStyle>
          <a:p>
            <a:pPr algn="ctr"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Cabeça de saída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5DAD611-6D04-4489-9125-E4AD167F029F}"/>
              </a:ext>
            </a:extLst>
          </p:cNvPr>
          <p:cNvSpPr>
            <a:spLocks noGrp="1"/>
          </p:cNvSpPr>
          <p:nvPr/>
        </p:nvSpPr>
        <p:spPr>
          <a:xfrm>
            <a:off x="6400800" y="4010025"/>
            <a:ext cx="1962150" cy="409575"/>
          </a:xfrm>
          <a:prstGeom prst="roundRect">
            <a:avLst>
              <a:gd name="adj" fmla="val 11628"/>
            </a:avLst>
          </a:prstGeom>
          <a:solidFill>
            <a:srgbClr val="E9F8E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A471B91-BE44-4EC5-BDE7-49DDDB643EA1}"/>
              </a:ext>
            </a:extLst>
          </p:cNvPr>
          <p:cNvSpPr>
            <a:spLocks noGrp="1"/>
          </p:cNvSpPr>
          <p:nvPr/>
        </p:nvSpPr>
        <p:spPr>
          <a:xfrm>
            <a:off x="6448425" y="4076700"/>
            <a:ext cx="18669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75" b="1">
                <a:solidFill>
                  <a:srgbClr val="0B2349"/>
                </a:solidFill>
              </a:defRPr>
            </a:defPPr>
            <a:lvl1pPr algn="ctr">
              <a:defRPr sz="1575" b="1">
                <a:solidFill>
                  <a:srgbClr val="0B2349"/>
                </a:solidFill>
              </a:defRPr>
            </a:lvl1pPr>
            <a:lvl2pPr algn="ctr">
              <a:defRPr sz="1575" b="1">
                <a:solidFill>
                  <a:srgbClr val="0B2349"/>
                </a:solidFill>
              </a:defRPr>
            </a:lvl2pPr>
            <a:lvl3pPr algn="ctr">
              <a:defRPr sz="1575" b="1">
                <a:solidFill>
                  <a:srgbClr val="0B2349"/>
                </a:solidFill>
              </a:defRPr>
            </a:lvl3pPr>
            <a:lvl4pPr algn="ctr">
              <a:defRPr sz="1575" b="1">
                <a:solidFill>
                  <a:srgbClr val="0B2349"/>
                </a:solidFill>
              </a:defRPr>
            </a:lvl4pPr>
            <a:lvl5pPr algn="ctr">
              <a:defRPr sz="1575" b="1">
                <a:solidFill>
                  <a:srgbClr val="0B2349"/>
                </a:solidFill>
              </a:defRPr>
            </a:lvl5pPr>
            <a:lvl6pPr algn="ctr">
              <a:defRPr sz="1575" b="1">
                <a:solidFill>
                  <a:srgbClr val="0B2349"/>
                </a:solidFill>
              </a:defRPr>
            </a:lvl6pPr>
            <a:lvl7pPr algn="ctr">
              <a:defRPr sz="1575" b="1">
                <a:solidFill>
                  <a:srgbClr val="0B2349"/>
                </a:solidFill>
              </a:defRPr>
            </a:lvl7pPr>
            <a:lvl8pPr algn="ctr">
              <a:defRPr sz="1575" b="1">
                <a:solidFill>
                  <a:srgbClr val="0B2349"/>
                </a:solidFill>
              </a:defRPr>
            </a:lvl8pPr>
            <a:lvl9pPr algn="ctr">
              <a:defRPr sz="1575" b="1">
                <a:solidFill>
                  <a:srgbClr val="0B2349"/>
                </a:solidFill>
              </a:defRPr>
            </a:lvl9pPr>
          </a:lstStyle>
          <a:p>
            <a:pPr algn="ctr"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LSTM e portas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9282F4C-A166-40A9-842D-644FDC28CB38}"/>
              </a:ext>
            </a:extLst>
          </p:cNvPr>
          <p:cNvCxnSpPr/>
          <p:nvPr/>
        </p:nvCxnSpPr>
        <p:spPr>
          <a:xfrm>
            <a:off x="5953125" y="4219575"/>
            <a:ext cx="352425" cy="0"/>
          </a:xfrm>
          <a:prstGeom prst="straightConnector1">
            <a:avLst/>
          </a:prstGeom>
          <a:ln w="23813">
            <a:solidFill>
              <a:srgbClr val="F39B2E"/>
            </a:solidFill>
            <a:prstDash val="dash"/>
            <a:tailEnd type="triangle" w="sm" len="sm"/>
          </a:ln>
        </p:spPr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76CEF5F-5AB2-4643-B293-F1A948E0FEC2}"/>
              </a:ext>
            </a:extLst>
          </p:cNvPr>
          <p:cNvSpPr>
            <a:spLocks noGrp="1"/>
          </p:cNvSpPr>
          <p:nvPr/>
        </p:nvSpPr>
        <p:spPr>
          <a:xfrm>
            <a:off x="8810625" y="1409700"/>
            <a:ext cx="3143250" cy="933450"/>
          </a:xfrm>
          <a:prstGeom prst="roundRect">
            <a:avLst>
              <a:gd name="adj" fmla="val 9184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81842AA-A0AF-47ED-BF8F-F978AF5926EA}"/>
              </a:ext>
            </a:extLst>
          </p:cNvPr>
          <p:cNvSpPr>
            <a:spLocks noGrp="1"/>
          </p:cNvSpPr>
          <p:nvPr/>
        </p:nvSpPr>
        <p:spPr>
          <a:xfrm>
            <a:off x="8924925" y="15049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7A3C41-58EB-4CED-B616-A8583306729D}"/>
              </a:ext>
            </a:extLst>
          </p:cNvPr>
          <p:cNvSpPr>
            <a:spLocks noGrp="1"/>
          </p:cNvSpPr>
          <p:nvPr/>
        </p:nvSpPr>
        <p:spPr>
          <a:xfrm>
            <a:off x="9305925" y="15049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Densidade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28434E-62BE-40DA-8E54-DF385BA0CF01}"/>
              </a:ext>
            </a:extLst>
          </p:cNvPr>
          <p:cNvSpPr>
            <a:spLocks noGrp="1"/>
          </p:cNvSpPr>
          <p:nvPr/>
        </p:nvSpPr>
        <p:spPr>
          <a:xfrm>
            <a:off x="9305925" y="1828800"/>
            <a:ext cx="25241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A rede produz pesos, médias e desvios.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74AFB72-FEAE-4994-8BD9-1D053650EE22}"/>
              </a:ext>
            </a:extLst>
          </p:cNvPr>
          <p:cNvSpPr>
            <a:spLocks noGrp="1"/>
          </p:cNvSpPr>
          <p:nvPr/>
        </p:nvSpPr>
        <p:spPr>
          <a:xfrm>
            <a:off x="8810625" y="2476500"/>
            <a:ext cx="3143250" cy="933450"/>
          </a:xfrm>
          <a:prstGeom prst="roundRect">
            <a:avLst>
              <a:gd name="adj" fmla="val 9184"/>
            </a:avLst>
          </a:prstGeom>
          <a:solidFill>
            <a:srgbClr val="E9F8E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0537FFC-7A5A-4112-A023-14542BF44499}"/>
              </a:ext>
            </a:extLst>
          </p:cNvPr>
          <p:cNvSpPr>
            <a:spLocks noGrp="1"/>
          </p:cNvSpPr>
          <p:nvPr/>
        </p:nvSpPr>
        <p:spPr>
          <a:xfrm>
            <a:off x="8924925" y="25717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22C73E0-F883-4E46-999B-405DBA9C06D8}"/>
              </a:ext>
            </a:extLst>
          </p:cNvPr>
          <p:cNvSpPr>
            <a:spLocks noGrp="1"/>
          </p:cNvSpPr>
          <p:nvPr/>
        </p:nvSpPr>
        <p:spPr>
          <a:xfrm>
            <a:off x="9305925" y="25717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Perda NLL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945B2EF-A8C6-4E20-BF79-ACCCACBDDF07}"/>
              </a:ext>
            </a:extLst>
          </p:cNvPr>
          <p:cNvSpPr>
            <a:spLocks noGrp="1"/>
          </p:cNvSpPr>
          <p:nvPr/>
        </p:nvSpPr>
        <p:spPr>
          <a:xfrm>
            <a:off x="9305925" y="2895600"/>
            <a:ext cx="25241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Baixa densidade no observado aumenta a perda.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816D026-526C-429E-965F-99743ED03866}"/>
              </a:ext>
            </a:extLst>
          </p:cNvPr>
          <p:cNvSpPr>
            <a:spLocks noGrp="1"/>
          </p:cNvSpPr>
          <p:nvPr/>
        </p:nvSpPr>
        <p:spPr>
          <a:xfrm>
            <a:off x="8810625" y="3543300"/>
            <a:ext cx="3143250" cy="933450"/>
          </a:xfrm>
          <a:prstGeom prst="roundRect">
            <a:avLst>
              <a:gd name="adj" fmla="val 9184"/>
            </a:avLst>
          </a:prstGeom>
          <a:solidFill>
            <a:srgbClr val="FFF3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0395825-C789-4279-9A7C-CB8B6BA85FEF}"/>
              </a:ext>
            </a:extLst>
          </p:cNvPr>
          <p:cNvSpPr>
            <a:spLocks noGrp="1"/>
          </p:cNvSpPr>
          <p:nvPr/>
        </p:nvSpPr>
        <p:spPr>
          <a:xfrm>
            <a:off x="8924925" y="36385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577BCE9-768E-409C-9D8F-EC286596E17E}"/>
              </a:ext>
            </a:extLst>
          </p:cNvPr>
          <p:cNvSpPr>
            <a:spLocks noGrp="1"/>
          </p:cNvSpPr>
          <p:nvPr/>
        </p:nvSpPr>
        <p:spPr>
          <a:xfrm>
            <a:off x="9305925" y="36385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Atualização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E9CEBEC-33BF-4244-AEB4-E15D65594E77}"/>
              </a:ext>
            </a:extLst>
          </p:cNvPr>
          <p:cNvSpPr>
            <a:spLocks noGrp="1"/>
          </p:cNvSpPr>
          <p:nvPr/>
        </p:nvSpPr>
        <p:spPr>
          <a:xfrm>
            <a:off x="9305925" y="3962400"/>
            <a:ext cx="25241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O gradiente ajusta a MDN e a LSTM.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592DF0E-F55C-4880-8B25-154BB6434CC2}"/>
              </a:ext>
            </a:extLst>
          </p:cNvPr>
          <p:cNvSpPr>
            <a:spLocks noGrp="1"/>
          </p:cNvSpPr>
          <p:nvPr/>
        </p:nvSpPr>
        <p:spPr>
          <a:xfrm>
            <a:off x="95250" y="4810125"/>
            <a:ext cx="12001500" cy="1571625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89234C-793D-4626-A0E2-D632EBB5152E}"/>
              </a:ext>
            </a:extLst>
          </p:cNvPr>
          <p:cNvSpPr>
            <a:spLocks noGrp="1"/>
          </p:cNvSpPr>
          <p:nvPr/>
        </p:nvSpPr>
        <p:spPr>
          <a:xfrm>
            <a:off x="238125" y="4914900"/>
            <a:ext cx="11715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Exemplo numérico para uma janela de treinamento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B728DB2-5BE9-4394-BD39-058ED86A20AF}"/>
              </a:ext>
            </a:extLst>
          </p:cNvPr>
          <p:cNvSpPr>
            <a:spLocks noGrp="1"/>
          </p:cNvSpPr>
          <p:nvPr/>
        </p:nvSpPr>
        <p:spPr>
          <a:xfrm>
            <a:off x="257175" y="5267325"/>
            <a:ext cx="3314700" cy="933450"/>
          </a:xfrm>
          <a:prstGeom prst="roundRect">
            <a:avLst>
              <a:gd name="adj" fmla="val 9184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503384C-A3E5-479E-9DA8-4C88D4763DB5}"/>
              </a:ext>
            </a:extLst>
          </p:cNvPr>
          <p:cNvSpPr>
            <a:spLocks noGrp="1"/>
          </p:cNvSpPr>
          <p:nvPr/>
        </p:nvSpPr>
        <p:spPr>
          <a:xfrm>
            <a:off x="409575" y="5353050"/>
            <a:ext cx="3048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07BC8"/>
                </a:solidFill>
              </a:defRPr>
            </a:defPPr>
            <a:lvl1pPr>
              <a:defRPr sz="1575" b="1">
                <a:solidFill>
                  <a:srgbClr val="007BC8"/>
                </a:solidFill>
              </a:defRPr>
            </a:lvl1pPr>
            <a:lvl2pPr>
              <a:defRPr sz="1575" b="1">
                <a:solidFill>
                  <a:srgbClr val="007BC8"/>
                </a:solidFill>
              </a:defRPr>
            </a:lvl2pPr>
            <a:lvl3pPr>
              <a:defRPr sz="1575" b="1">
                <a:solidFill>
                  <a:srgbClr val="007BC8"/>
                </a:solidFill>
              </a:defRPr>
            </a:lvl3pPr>
            <a:lvl4pPr>
              <a:defRPr sz="1575" b="1">
                <a:solidFill>
                  <a:srgbClr val="007BC8"/>
                </a:solidFill>
              </a:defRPr>
            </a:lvl4pPr>
            <a:lvl5pPr>
              <a:defRPr sz="1575" b="1">
                <a:solidFill>
                  <a:srgbClr val="007BC8"/>
                </a:solidFill>
              </a:defRPr>
            </a:lvl5pPr>
            <a:lvl6pPr>
              <a:defRPr sz="1575" b="1">
                <a:solidFill>
                  <a:srgbClr val="007BC8"/>
                </a:solidFill>
              </a:defRPr>
            </a:lvl6pPr>
            <a:lvl7pPr>
              <a:defRPr sz="1575" b="1">
                <a:solidFill>
                  <a:srgbClr val="007BC8"/>
                </a:solidFill>
              </a:defRPr>
            </a:lvl7pPr>
            <a:lvl8pPr>
              <a:defRPr sz="1575" b="1">
                <a:solidFill>
                  <a:srgbClr val="007BC8"/>
                </a:solidFill>
              </a:defRPr>
            </a:lvl8pPr>
            <a:lvl9pPr>
              <a:defRPr sz="1575" b="1">
                <a:solidFill>
                  <a:srgbClr val="007BC8"/>
                </a:solidFill>
              </a:defRPr>
            </a:lvl9pPr>
          </a:lstStyle>
          <a:p>
            <a:pPr>
              <a:defRPr sz="1575" b="1">
                <a:solidFill>
                  <a:srgbClr val="007BC8"/>
                </a:solidFill>
              </a:defRPr>
            </a:pPr>
            <a:r>
              <a:rPr sz="1575" b="1">
                <a:solidFill>
                  <a:srgbClr val="007BC8"/>
                </a:solidFill>
              </a:rPr>
              <a:t>Vazão observada: 50 m³/s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F5A3D71-7EE0-4730-A1BA-87B846BB5AF0}"/>
              </a:ext>
            </a:extLst>
          </p:cNvPr>
          <p:cNvSpPr>
            <a:spLocks noGrp="1"/>
          </p:cNvSpPr>
          <p:nvPr/>
        </p:nvSpPr>
        <p:spPr>
          <a:xfrm>
            <a:off x="409575" y="57721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0B2349"/>
                </a:solidFill>
              </a:defRPr>
            </a:defPPr>
            <a:lvl1pPr>
              <a:defRPr sz="1425" b="0">
                <a:solidFill>
                  <a:srgbClr val="0B2349"/>
                </a:solidFill>
              </a:defRPr>
            </a:lvl1pPr>
            <a:lvl2pPr>
              <a:defRPr sz="1425" b="0">
                <a:solidFill>
                  <a:srgbClr val="0B2349"/>
                </a:solidFill>
              </a:defRPr>
            </a:lvl2pPr>
            <a:lvl3pPr>
              <a:defRPr sz="1425" b="0">
                <a:solidFill>
                  <a:srgbClr val="0B2349"/>
                </a:solidFill>
              </a:defRPr>
            </a:lvl3pPr>
            <a:lvl4pPr>
              <a:defRPr sz="1425" b="0">
                <a:solidFill>
                  <a:srgbClr val="0B2349"/>
                </a:solidFill>
              </a:defRPr>
            </a:lvl4pPr>
            <a:lvl5pPr>
              <a:defRPr sz="1425" b="0">
                <a:solidFill>
                  <a:srgbClr val="0B2349"/>
                </a:solidFill>
              </a:defRPr>
            </a:lvl5pPr>
            <a:lvl6pPr>
              <a:defRPr sz="1425" b="0">
                <a:solidFill>
                  <a:srgbClr val="0B2349"/>
                </a:solidFill>
              </a:defRPr>
            </a:lvl6pPr>
            <a:lvl7pPr>
              <a:defRPr sz="1425" b="0">
                <a:solidFill>
                  <a:srgbClr val="0B2349"/>
                </a:solidFill>
              </a:defRPr>
            </a:lvl7pPr>
            <a:lvl8pPr>
              <a:defRPr sz="1425" b="0">
                <a:solidFill>
                  <a:srgbClr val="0B2349"/>
                </a:solidFill>
              </a:defRPr>
            </a:lvl8pPr>
            <a:lvl9pPr>
              <a:defRPr sz="1425" b="0">
                <a:solidFill>
                  <a:srgbClr val="0B2349"/>
                </a:solidFill>
              </a:defRPr>
            </a:lvl9pPr>
          </a:lstStyle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Densidade nesse valor: 0,008947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A863DFE-3C91-4FEA-9F93-629663F588BE}"/>
              </a:ext>
            </a:extLst>
          </p:cNvPr>
          <p:cNvSpPr>
            <a:spLocks noGrp="1"/>
          </p:cNvSpPr>
          <p:nvPr/>
        </p:nvSpPr>
        <p:spPr>
          <a:xfrm>
            <a:off x="3714750" y="5267325"/>
            <a:ext cx="3429000" cy="933450"/>
          </a:xfrm>
          <a:prstGeom prst="roundRect">
            <a:avLst>
              <a:gd name="adj" fmla="val 9184"/>
            </a:avLst>
          </a:prstGeom>
          <a:solidFill>
            <a:srgbClr val="E9F8E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F85911B-99EC-4B7E-9824-A61C9028CA88}"/>
              </a:ext>
            </a:extLst>
          </p:cNvPr>
          <p:cNvSpPr>
            <a:spLocks noGrp="1"/>
          </p:cNvSpPr>
          <p:nvPr/>
        </p:nvSpPr>
        <p:spPr>
          <a:xfrm>
            <a:off x="3876675" y="5353050"/>
            <a:ext cx="31242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9A88A"/>
                </a:solidFill>
              </a:defRPr>
            </a:defPPr>
            <a:lvl1pPr>
              <a:defRPr sz="1500" b="1">
                <a:solidFill>
                  <a:srgbClr val="09A88A"/>
                </a:solidFill>
              </a:defRPr>
            </a:lvl1pPr>
            <a:lvl2pPr>
              <a:defRPr sz="1500" b="1">
                <a:solidFill>
                  <a:srgbClr val="09A88A"/>
                </a:solidFill>
              </a:defRPr>
            </a:lvl2pPr>
            <a:lvl3pPr>
              <a:defRPr sz="1500" b="1">
                <a:solidFill>
                  <a:srgbClr val="09A88A"/>
                </a:solidFill>
              </a:defRPr>
            </a:lvl3pPr>
            <a:lvl4pPr>
              <a:defRPr sz="1500" b="1">
                <a:solidFill>
                  <a:srgbClr val="09A88A"/>
                </a:solidFill>
              </a:defRPr>
            </a:lvl4pPr>
            <a:lvl5pPr>
              <a:defRPr sz="1500" b="1">
                <a:solidFill>
                  <a:srgbClr val="09A88A"/>
                </a:solidFill>
              </a:defRPr>
            </a:lvl5pPr>
            <a:lvl6pPr>
              <a:defRPr sz="1500" b="1">
                <a:solidFill>
                  <a:srgbClr val="09A88A"/>
                </a:solidFill>
              </a:defRPr>
            </a:lvl6pPr>
            <a:lvl7pPr>
              <a:defRPr sz="1500" b="1">
                <a:solidFill>
                  <a:srgbClr val="09A88A"/>
                </a:solidFill>
              </a:defRPr>
            </a:lvl7pPr>
            <a:lvl8pPr>
              <a:defRPr sz="1500" b="1">
                <a:solidFill>
                  <a:srgbClr val="09A88A"/>
                </a:solidFill>
              </a:defRPr>
            </a:lvl8pPr>
            <a:lvl9pPr>
              <a:defRPr sz="1500" b="1">
                <a:solidFill>
                  <a:srgbClr val="09A88A"/>
                </a:solidFill>
              </a:defRPr>
            </a:lvl9pPr>
          </a:lstStyle>
          <a:p>
            <a:pPr>
              <a:defRPr sz="1500" b="1">
                <a:solidFill>
                  <a:srgbClr val="09A88A"/>
                </a:solidFill>
              </a:defRPr>
            </a:pPr>
            <a:r>
              <a:rPr sz="1500" b="1">
                <a:solidFill>
                  <a:srgbClr val="09A88A"/>
                </a:solidFill>
              </a:rPr>
              <a:t>Perda por log-verossimilhança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62B6D020-AC21-4245-BDCA-694D168C0D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854531" y="5715000"/>
            <a:ext cx="3206587" cy="409575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9D194C96-7F52-4E5D-B714-DBA4181D190A}"/>
              </a:ext>
            </a:extLst>
          </p:cNvPr>
          <p:cNvSpPr>
            <a:spLocks noGrp="1"/>
          </p:cNvSpPr>
          <p:nvPr/>
        </p:nvSpPr>
        <p:spPr>
          <a:xfrm>
            <a:off x="7286625" y="5267325"/>
            <a:ext cx="4648200" cy="933450"/>
          </a:xfrm>
          <a:prstGeom prst="roundRect">
            <a:avLst>
              <a:gd name="adj" fmla="val 9184"/>
            </a:avLst>
          </a:prstGeom>
          <a:solidFill>
            <a:srgbClr val="FFF3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ADC302B-7E01-47A0-AA73-5BB8DA5DDE89}"/>
              </a:ext>
            </a:extLst>
          </p:cNvPr>
          <p:cNvSpPr>
            <a:spLocks noGrp="1"/>
          </p:cNvSpPr>
          <p:nvPr/>
        </p:nvSpPr>
        <p:spPr>
          <a:xfrm>
            <a:off x="7458075" y="5353050"/>
            <a:ext cx="426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1">
                <a:solidFill>
                  <a:srgbClr val="0B2349"/>
                </a:solidFill>
              </a:defRPr>
            </a:defPPr>
            <a:lvl1pPr>
              <a:defRPr sz="1350" b="1">
                <a:solidFill>
                  <a:srgbClr val="0B2349"/>
                </a:solidFill>
              </a:defRPr>
            </a:lvl1pPr>
            <a:lvl2pPr>
              <a:defRPr sz="1350" b="1">
                <a:solidFill>
                  <a:srgbClr val="0B2349"/>
                </a:solidFill>
              </a:defRPr>
            </a:lvl2pPr>
            <a:lvl3pPr>
              <a:defRPr sz="1350" b="1">
                <a:solidFill>
                  <a:srgbClr val="0B2349"/>
                </a:solidFill>
              </a:defRPr>
            </a:lvl3pPr>
            <a:lvl4pPr>
              <a:defRPr sz="1350" b="1">
                <a:solidFill>
                  <a:srgbClr val="0B2349"/>
                </a:solidFill>
              </a:defRPr>
            </a:lvl4pPr>
            <a:lvl5pPr>
              <a:defRPr sz="1350" b="1">
                <a:solidFill>
                  <a:srgbClr val="0B2349"/>
                </a:solidFill>
              </a:defRPr>
            </a:lvl5pPr>
            <a:lvl6pPr>
              <a:defRPr sz="1350" b="1">
                <a:solidFill>
                  <a:srgbClr val="0B2349"/>
                </a:solidFill>
              </a:defRPr>
            </a:lvl6pPr>
            <a:lvl7pPr>
              <a:defRPr sz="1350" b="1">
                <a:solidFill>
                  <a:srgbClr val="0B2349"/>
                </a:solidFill>
              </a:defRPr>
            </a:lvl7pPr>
            <a:lvl8pPr>
              <a:defRPr sz="1350" b="1">
                <a:solidFill>
                  <a:srgbClr val="0B2349"/>
                </a:solidFill>
              </a:defRPr>
            </a:lvl8pPr>
            <a:lvl9pPr>
              <a:defRPr sz="1350" b="1">
                <a:solidFill>
                  <a:srgbClr val="0B2349"/>
                </a:solidFill>
              </a:defRPr>
            </a:lvl9pPr>
          </a:lstStyle>
          <a:p>
            <a:pPr>
              <a:defRPr sz="1350" b="1">
                <a:solidFill>
                  <a:srgbClr val="0B2349"/>
                </a:solidFill>
              </a:defRPr>
            </a:pPr>
            <a:r>
              <a:rPr sz="1350" b="1">
                <a:solidFill>
                  <a:srgbClr val="0B2349"/>
                </a:solidFill>
              </a:rPr>
              <a:t>Gradiente em μ (ρ: contribuição relativa)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CF074F83-213D-462F-ACA1-EC8E8A425B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848508" y="5667375"/>
            <a:ext cx="1524435" cy="476250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99F2CFA0-D55D-4C12-859F-E607FCD13D9D}"/>
              </a:ext>
            </a:extLst>
          </p:cNvPr>
          <p:cNvSpPr>
            <a:spLocks noGrp="1"/>
          </p:cNvSpPr>
          <p:nvPr/>
        </p:nvSpPr>
        <p:spPr>
          <a:xfrm>
            <a:off x="247650" y="6524625"/>
            <a:ext cx="11334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 b="0">
                <a:solidFill>
                  <a:srgbClr val="0B2349"/>
                </a:solidFill>
              </a:defRPr>
            </a:defPPr>
            <a:lvl1pPr>
              <a:defRPr sz="1125" b="0">
                <a:solidFill>
                  <a:srgbClr val="0B2349"/>
                </a:solidFill>
              </a:defRPr>
            </a:lvl1pPr>
            <a:lvl2pPr>
              <a:defRPr sz="1125" b="0">
                <a:solidFill>
                  <a:srgbClr val="0B2349"/>
                </a:solidFill>
              </a:defRPr>
            </a:lvl2pPr>
            <a:lvl3pPr>
              <a:defRPr sz="1125" b="0">
                <a:solidFill>
                  <a:srgbClr val="0B2349"/>
                </a:solidFill>
              </a:defRPr>
            </a:lvl3pPr>
            <a:lvl4pPr>
              <a:defRPr sz="1125" b="0">
                <a:solidFill>
                  <a:srgbClr val="0B2349"/>
                </a:solidFill>
              </a:defRPr>
            </a:lvl4pPr>
            <a:lvl5pPr>
              <a:defRPr sz="1125" b="0">
                <a:solidFill>
                  <a:srgbClr val="0B2349"/>
                </a:solidFill>
              </a:defRPr>
            </a:lvl5pPr>
            <a:lvl6pPr>
              <a:defRPr sz="1125" b="0">
                <a:solidFill>
                  <a:srgbClr val="0B2349"/>
                </a:solidFill>
              </a:defRPr>
            </a:lvl6pPr>
            <a:lvl7pPr>
              <a:defRPr sz="1125" b="0">
                <a:solidFill>
                  <a:srgbClr val="0B2349"/>
                </a:solidFill>
              </a:defRPr>
            </a:lvl7pPr>
            <a:lvl8pPr>
              <a:defRPr sz="1125" b="0">
                <a:solidFill>
                  <a:srgbClr val="0B2349"/>
                </a:solidFill>
              </a:defRPr>
            </a:lvl8pPr>
            <a:lvl9pPr>
              <a:defRPr sz="1125" b="0">
                <a:solidFill>
                  <a:srgbClr val="0B2349"/>
                </a:solidFill>
              </a:defRPr>
            </a:lvl9pPr>
          </a:lstStyle>
          <a:p>
            <a:pPr>
              <a:defRPr sz="1125" b="0">
                <a:solidFill>
                  <a:srgbClr val="0B2349"/>
                </a:solidFill>
              </a:defRPr>
            </a:pPr>
            <a:r>
              <a:rPr sz="1125" b="0">
                <a:solidFill>
                  <a:srgbClr val="0B2349"/>
                </a:solidFill>
              </a:rPr>
              <a:t>Exemplo: π = (0,2; 0,5; 0,3), μ = (20; 40; 70), σ = (5; 6; 8). No lote, minimizar a NLL média.</a:t>
            </a:r>
          </a:p>
        </p:txBody>
      </p:sp>
    </p:spTree>
    <p:extLst>
      <p:ext uri="{BB962C8B-B14F-4D97-AF65-F5344CB8AC3E}">
        <p14:creationId xmlns:p14="http://schemas.microsoft.com/office/powerpoint/2010/main" val="348967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827523A-402F-4329-BF7D-CF6B4763CC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oundRect">
            <a:avLst>
              <a:gd name="adj" fmla="val 10256"/>
            </a:avLst>
          </a:prstGeom>
          <a:solidFill>
            <a:srgbClr val="0A2C4D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B1E7C6-359E-4583-8A30-434D2FE1F5D4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 dirty="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6994BB-790B-4CEB-BDFF-9D70324FD896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620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FFFFFF"/>
                </a:solidFill>
              </a:defRPr>
            </a:defPPr>
            <a:lvl1pPr>
              <a:defRPr sz="2400" b="1">
                <a:solidFill>
                  <a:srgbClr val="FFFFFF"/>
                </a:solidFill>
              </a:defRPr>
            </a:lvl1pPr>
            <a:lvl2pPr>
              <a:defRPr sz="2400" b="1">
                <a:solidFill>
                  <a:srgbClr val="FFFFFF"/>
                </a:solidFill>
              </a:defRPr>
            </a:lvl2pPr>
            <a:lvl3pPr>
              <a:defRPr sz="2400" b="1">
                <a:solidFill>
                  <a:srgbClr val="FFFFFF"/>
                </a:solidFill>
              </a:defRPr>
            </a:lvl3pPr>
            <a:lvl4pPr>
              <a:defRPr sz="2400" b="1">
                <a:solidFill>
                  <a:srgbClr val="FFFFFF"/>
                </a:solidFill>
              </a:defRPr>
            </a:lvl4pPr>
            <a:lvl5pPr>
              <a:defRPr sz="2400" b="1">
                <a:solidFill>
                  <a:srgbClr val="FFFFFF"/>
                </a:solidFill>
              </a:defRPr>
            </a:lvl5pPr>
            <a:lvl6pPr>
              <a:defRPr sz="2400" b="1">
                <a:solidFill>
                  <a:srgbClr val="FFFFFF"/>
                </a:solidFill>
              </a:defRPr>
            </a:lvl6pPr>
            <a:lvl7pPr>
              <a:defRPr sz="2400" b="1">
                <a:solidFill>
                  <a:srgbClr val="FFFFFF"/>
                </a:solidFill>
              </a:defRPr>
            </a:lvl7pPr>
            <a:lvl8pPr>
              <a:defRPr sz="2400" b="1">
                <a:solidFill>
                  <a:srgbClr val="FFFFFF"/>
                </a:solidFill>
              </a:defRPr>
            </a:lvl8pPr>
            <a:lvl9pPr>
              <a:defRPr sz="2400" b="1">
                <a:solidFill>
                  <a:srgbClr val="FFFFFF"/>
                </a:solidFill>
              </a:defRPr>
            </a:lvl9pPr>
          </a:lstStyle>
          <a:p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Média e variância da mistura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1DC7BE-C7C7-40A5-B2B8-C6C13054DE90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939E633-6EE2-4A85-93F0-0CCD68E875C8}"/>
              </a:ext>
            </a:extLst>
          </p:cNvPr>
          <p:cNvSpPr>
            <a:spLocks noGrp="1"/>
          </p:cNvSpPr>
          <p:nvPr/>
        </p:nvSpPr>
        <p:spPr>
          <a:xfrm>
            <a:off x="0" y="733425"/>
            <a:ext cx="12192000" cy="28575"/>
          </a:xfrm>
          <a:prstGeom prst="roundRect">
            <a:avLst>
              <a:gd name="adj" fmla="val 50000"/>
            </a:avLst>
          </a:prstGeom>
          <a:solidFill>
            <a:srgbClr val="55CFF4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187E28A-E0AF-4838-9235-37EF1BDBFD6B}"/>
              </a:ext>
            </a:extLst>
          </p:cNvPr>
          <p:cNvSpPr>
            <a:spLocks noGrp="1"/>
          </p:cNvSpPr>
          <p:nvPr/>
        </p:nvSpPr>
        <p:spPr>
          <a:xfrm>
            <a:off x="95250" y="876300"/>
            <a:ext cx="3714750" cy="3819525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A692A4-C72F-49AC-A8C2-6962CEC45C19}"/>
              </a:ext>
            </a:extLst>
          </p:cNvPr>
          <p:cNvSpPr>
            <a:spLocks noGrp="1"/>
          </p:cNvSpPr>
          <p:nvPr/>
        </p:nvSpPr>
        <p:spPr>
          <a:xfrm>
            <a:off x="3905250" y="876300"/>
            <a:ext cx="4667250" cy="3819525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71755F-165A-406B-9111-DF95B4CB5AB5}"/>
              </a:ext>
            </a:extLst>
          </p:cNvPr>
          <p:cNvSpPr>
            <a:spLocks noGrp="1"/>
          </p:cNvSpPr>
          <p:nvPr/>
        </p:nvSpPr>
        <p:spPr>
          <a:xfrm>
            <a:off x="8667750" y="876300"/>
            <a:ext cx="3429000" cy="3819525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4C8037-2E55-4765-AF2B-F612C645D306}"/>
              </a:ext>
            </a:extLst>
          </p:cNvPr>
          <p:cNvSpPr>
            <a:spLocks noGrp="1"/>
          </p:cNvSpPr>
          <p:nvPr/>
        </p:nvSpPr>
        <p:spPr>
          <a:xfrm>
            <a:off x="238125" y="981075"/>
            <a:ext cx="34290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Ideia central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07F417-AC1D-4CE9-BCA1-4919741D50C0}"/>
              </a:ext>
            </a:extLst>
          </p:cNvPr>
          <p:cNvSpPr>
            <a:spLocks noGrp="1"/>
          </p:cNvSpPr>
          <p:nvPr/>
        </p:nvSpPr>
        <p:spPr>
          <a:xfrm>
            <a:off x="4048125" y="981075"/>
            <a:ext cx="4381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Decomposição da variância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F6C3F0-A842-46C7-AA44-291478A0917F}"/>
              </a:ext>
            </a:extLst>
          </p:cNvPr>
          <p:cNvSpPr>
            <a:spLocks noGrp="1"/>
          </p:cNvSpPr>
          <p:nvPr/>
        </p:nvSpPr>
        <p:spPr>
          <a:xfrm>
            <a:off x="8810625" y="981075"/>
            <a:ext cx="3143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Leitura intuitiva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CF9BDA-FA43-455F-BCFB-77959616B74D}"/>
              </a:ext>
            </a:extLst>
          </p:cNvPr>
          <p:cNvSpPr>
            <a:spLocks noGrp="1"/>
          </p:cNvSpPr>
          <p:nvPr/>
        </p:nvSpPr>
        <p:spPr>
          <a:xfrm>
            <a:off x="95250" y="4810125"/>
            <a:ext cx="1200150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AD7B05-8A0C-4039-BA8C-6196B7082464}"/>
              </a:ext>
            </a:extLst>
          </p:cNvPr>
          <p:cNvSpPr>
            <a:spLocks noGrp="1"/>
          </p:cNvSpPr>
          <p:nvPr/>
        </p:nvSpPr>
        <p:spPr>
          <a:xfrm>
            <a:off x="238125" y="4914900"/>
            <a:ext cx="11715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Exemplo com os mesmos parâmetros da mistura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C81AACD-8722-4E95-A855-364B055D2124}"/>
              </a:ext>
            </a:extLst>
          </p:cNvPr>
          <p:cNvSpPr>
            <a:spLocks noGrp="1"/>
          </p:cNvSpPr>
          <p:nvPr/>
        </p:nvSpPr>
        <p:spPr>
          <a:xfrm>
            <a:off x="257175" y="5267325"/>
            <a:ext cx="3314700" cy="933450"/>
          </a:xfrm>
          <a:prstGeom prst="roundRect">
            <a:avLst>
              <a:gd name="adj" fmla="val 8163"/>
            </a:avLst>
          </a:prstGeom>
          <a:solidFill>
            <a:srgbClr val="EAF6FE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78B3A93-5205-4678-8BE5-BCF10522A3DC}"/>
              </a:ext>
            </a:extLst>
          </p:cNvPr>
          <p:cNvSpPr>
            <a:spLocks noGrp="1"/>
          </p:cNvSpPr>
          <p:nvPr/>
        </p:nvSpPr>
        <p:spPr>
          <a:xfrm>
            <a:off x="3714750" y="5267325"/>
            <a:ext cx="3429000" cy="933450"/>
          </a:xfrm>
          <a:prstGeom prst="roundRect">
            <a:avLst>
              <a:gd name="adj" fmla="val 8163"/>
            </a:avLst>
          </a:prstGeom>
          <a:solidFill>
            <a:srgbClr val="E9F8E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A7991A0-C74A-43CE-87E0-5BB644E1EC58}"/>
              </a:ext>
            </a:extLst>
          </p:cNvPr>
          <p:cNvSpPr>
            <a:spLocks noGrp="1"/>
          </p:cNvSpPr>
          <p:nvPr/>
        </p:nvSpPr>
        <p:spPr>
          <a:xfrm>
            <a:off x="7286625" y="5267325"/>
            <a:ext cx="4648200" cy="933450"/>
          </a:xfrm>
          <a:prstGeom prst="roundRect">
            <a:avLst>
              <a:gd name="adj" fmla="val 8163"/>
            </a:avLst>
          </a:prstGeom>
          <a:solidFill>
            <a:srgbClr val="FFF3E2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FE21A9-5EAC-4968-B12C-13DEADA4A558}"/>
              </a:ext>
            </a:extLst>
          </p:cNvPr>
          <p:cNvSpPr>
            <a:spLocks noGrp="1"/>
          </p:cNvSpPr>
          <p:nvPr/>
        </p:nvSpPr>
        <p:spPr>
          <a:xfrm>
            <a:off x="266700" y="1419225"/>
            <a:ext cx="338137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0B2349"/>
                </a:solidFill>
              </a:defRPr>
            </a:defPPr>
            <a:lvl1pPr>
              <a:defRPr sz="1800" b="0">
                <a:solidFill>
                  <a:srgbClr val="0B2349"/>
                </a:solidFill>
              </a:defRPr>
            </a:lvl1pPr>
            <a:lvl2pPr>
              <a:defRPr sz="1800" b="0">
                <a:solidFill>
                  <a:srgbClr val="0B2349"/>
                </a:solidFill>
              </a:defRPr>
            </a:lvl2pPr>
            <a:lvl3pPr>
              <a:defRPr sz="1800" b="0">
                <a:solidFill>
                  <a:srgbClr val="0B2349"/>
                </a:solidFill>
              </a:defRPr>
            </a:lvl3pPr>
            <a:lvl4pPr>
              <a:defRPr sz="1800" b="0">
                <a:solidFill>
                  <a:srgbClr val="0B2349"/>
                </a:solidFill>
              </a:defRPr>
            </a:lvl4pPr>
            <a:lvl5pPr>
              <a:defRPr sz="1800" b="0">
                <a:solidFill>
                  <a:srgbClr val="0B2349"/>
                </a:solidFill>
              </a:defRPr>
            </a:lvl5pPr>
            <a:lvl6pPr>
              <a:defRPr sz="1800" b="0">
                <a:solidFill>
                  <a:srgbClr val="0B2349"/>
                </a:solidFill>
              </a:defRPr>
            </a:lvl6pPr>
            <a:lvl7pPr>
              <a:defRPr sz="1800" b="0">
                <a:solidFill>
                  <a:srgbClr val="0B2349"/>
                </a:solidFill>
              </a:defRPr>
            </a:lvl7pPr>
            <a:lvl8pPr>
              <a:defRPr sz="1800" b="0">
                <a:solidFill>
                  <a:srgbClr val="0B2349"/>
                </a:solidFill>
              </a:defRPr>
            </a:lvl8pPr>
            <a:lvl9pPr>
              <a:defRPr sz="1800" b="0">
                <a:solidFill>
                  <a:srgbClr val="0B2349"/>
                </a:solidFill>
              </a:defRPr>
            </a:lvl9pPr>
          </a:lstStyle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A média pondera as médias</a:t>
            </a:r>
          </a:p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das componentes.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5200BF-FE8E-44B4-B4AF-FD4C6DDD59E2}"/>
              </a:ext>
            </a:extLst>
          </p:cNvPr>
          <p:cNvSpPr>
            <a:spLocks noGrp="1"/>
          </p:cNvSpPr>
          <p:nvPr/>
        </p:nvSpPr>
        <p:spPr>
          <a:xfrm>
            <a:off x="266700" y="2628900"/>
            <a:ext cx="3381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124B78"/>
                </a:solidFill>
              </a:defRPr>
            </a:defPPr>
            <a:lvl1pPr>
              <a:defRPr sz="2400" b="1">
                <a:solidFill>
                  <a:srgbClr val="124B78"/>
                </a:solidFill>
              </a:defRPr>
            </a:lvl1pPr>
            <a:lvl2pPr>
              <a:defRPr sz="2400" b="1">
                <a:solidFill>
                  <a:srgbClr val="124B78"/>
                </a:solidFill>
              </a:defRPr>
            </a:lvl2pPr>
            <a:lvl3pPr>
              <a:defRPr sz="2400" b="1">
                <a:solidFill>
                  <a:srgbClr val="124B78"/>
                </a:solidFill>
              </a:defRPr>
            </a:lvl3pPr>
            <a:lvl4pPr>
              <a:defRPr sz="2400" b="1">
                <a:solidFill>
                  <a:srgbClr val="124B78"/>
                </a:solidFill>
              </a:defRPr>
            </a:lvl4pPr>
            <a:lvl5pPr>
              <a:defRPr sz="2400" b="1">
                <a:solidFill>
                  <a:srgbClr val="124B78"/>
                </a:solidFill>
              </a:defRPr>
            </a:lvl5pPr>
            <a:lvl6pPr>
              <a:defRPr sz="2400" b="1">
                <a:solidFill>
                  <a:srgbClr val="124B78"/>
                </a:solidFill>
              </a:defRPr>
            </a:lvl6pPr>
            <a:lvl7pPr>
              <a:defRPr sz="2400" b="1">
                <a:solidFill>
                  <a:srgbClr val="124B78"/>
                </a:solidFill>
              </a:defRPr>
            </a:lvl7pPr>
            <a:lvl8pPr>
              <a:defRPr sz="2400" b="1">
                <a:solidFill>
                  <a:srgbClr val="124B78"/>
                </a:solidFill>
              </a:defRPr>
            </a:lvl8pPr>
            <a:lvl9pPr>
              <a:defRPr sz="2400" b="1">
                <a:solidFill>
                  <a:srgbClr val="124B78"/>
                </a:solidFill>
              </a:defRPr>
            </a:lvl9pPr>
          </a:lstStyle>
          <a:p>
            <a:pPr>
              <a:defRPr sz="2400" b="1">
                <a:solidFill>
                  <a:srgbClr val="124B78"/>
                </a:solidFill>
              </a:defRPr>
            </a:pPr>
            <a:r>
              <a:rPr sz="2400" b="1">
                <a:solidFill>
                  <a:srgbClr val="124B78"/>
                </a:solidFill>
              </a:rPr>
              <a:t>m = Σₖ πₖ μₖ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EBE169-D73F-47E5-A4A6-D2437C28CDA4}"/>
              </a:ext>
            </a:extLst>
          </p:cNvPr>
          <p:cNvSpPr>
            <a:spLocks noGrp="1"/>
          </p:cNvSpPr>
          <p:nvPr/>
        </p:nvSpPr>
        <p:spPr>
          <a:xfrm>
            <a:off x="266700" y="3629025"/>
            <a:ext cx="33813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0B2349"/>
                </a:solidFill>
              </a:defRPr>
            </a:defPPr>
            <a:lvl1pPr>
              <a:defRPr sz="1725" b="0">
                <a:solidFill>
                  <a:srgbClr val="0B2349"/>
                </a:solidFill>
              </a:defRPr>
            </a:lvl1pPr>
            <a:lvl2pPr>
              <a:defRPr sz="1725" b="0">
                <a:solidFill>
                  <a:srgbClr val="0B2349"/>
                </a:solidFill>
              </a:defRPr>
            </a:lvl2pPr>
            <a:lvl3pPr>
              <a:defRPr sz="1725" b="0">
                <a:solidFill>
                  <a:srgbClr val="0B2349"/>
                </a:solidFill>
              </a:defRPr>
            </a:lvl3pPr>
            <a:lvl4pPr>
              <a:defRPr sz="1725" b="0">
                <a:solidFill>
                  <a:srgbClr val="0B2349"/>
                </a:solidFill>
              </a:defRPr>
            </a:lvl4pPr>
            <a:lvl5pPr>
              <a:defRPr sz="1725" b="0">
                <a:solidFill>
                  <a:srgbClr val="0B2349"/>
                </a:solidFill>
              </a:defRPr>
            </a:lvl5pPr>
            <a:lvl6pPr>
              <a:defRPr sz="1725" b="0">
                <a:solidFill>
                  <a:srgbClr val="0B2349"/>
                </a:solidFill>
              </a:defRPr>
            </a:lvl6pPr>
            <a:lvl7pPr>
              <a:defRPr sz="1725" b="0">
                <a:solidFill>
                  <a:srgbClr val="0B2349"/>
                </a:solidFill>
              </a:defRPr>
            </a:lvl7pPr>
            <a:lvl8pPr>
              <a:defRPr sz="1725" b="0">
                <a:solidFill>
                  <a:srgbClr val="0B2349"/>
                </a:solidFill>
              </a:defRPr>
            </a:lvl8pPr>
            <a:lvl9pPr>
              <a:defRPr sz="1725" b="0">
                <a:solidFill>
                  <a:srgbClr val="0B2349"/>
                </a:solidFill>
              </a:defRPr>
            </a:lvl9pPr>
          </a:lstStyle>
          <a:p>
            <a:pPr>
              <a:defRPr sz="1725" b="0">
                <a:solidFill>
                  <a:srgbClr val="0B2349"/>
                </a:solidFill>
              </a:defRPr>
            </a:pPr>
            <a:r>
              <a:rPr sz="1725" b="0">
                <a:solidFill>
                  <a:srgbClr val="0B2349"/>
                </a:solidFill>
              </a:rPr>
              <a:t>O desvio total não é a média</a:t>
            </a:r>
          </a:p>
          <a:p>
            <a:pPr>
              <a:defRPr sz="1725" b="0">
                <a:solidFill>
                  <a:srgbClr val="0B2349"/>
                </a:solidFill>
              </a:defRPr>
            </a:pPr>
            <a:r>
              <a:rPr sz="1725" b="0">
                <a:solidFill>
                  <a:srgbClr val="0B2349"/>
                </a:solidFill>
              </a:rPr>
              <a:t>ponderada dos desvios.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B5D4453-51D8-4ED3-A899-26EFD42202E5}"/>
              </a:ext>
            </a:extLst>
          </p:cNvPr>
          <p:cNvSpPr>
            <a:spLocks noGrp="1"/>
          </p:cNvSpPr>
          <p:nvPr/>
        </p:nvSpPr>
        <p:spPr>
          <a:xfrm>
            <a:off x="4048125" y="1419225"/>
            <a:ext cx="4381500" cy="1095375"/>
          </a:xfrm>
          <a:prstGeom prst="roundRect">
            <a:avLst>
              <a:gd name="adj" fmla="val 6957"/>
            </a:avLst>
          </a:prstGeom>
          <a:solidFill>
            <a:srgbClr val="EAF6FE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5EB0F1-1932-417B-9D41-66B52A3A24C8}"/>
              </a:ext>
            </a:extLst>
          </p:cNvPr>
          <p:cNvSpPr>
            <a:spLocks noGrp="1"/>
          </p:cNvSpPr>
          <p:nvPr/>
        </p:nvSpPr>
        <p:spPr>
          <a:xfrm>
            <a:off x="4191000" y="1714500"/>
            <a:ext cx="4095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124B78"/>
                </a:solidFill>
              </a:defRPr>
            </a:defPPr>
            <a:lvl1pPr>
              <a:defRPr sz="1875" b="1">
                <a:solidFill>
                  <a:srgbClr val="124B78"/>
                </a:solidFill>
              </a:defRPr>
            </a:lvl1pPr>
            <a:lvl2pPr>
              <a:defRPr sz="1875" b="1">
                <a:solidFill>
                  <a:srgbClr val="124B78"/>
                </a:solidFill>
              </a:defRPr>
            </a:lvl2pPr>
            <a:lvl3pPr>
              <a:defRPr sz="1875" b="1">
                <a:solidFill>
                  <a:srgbClr val="124B78"/>
                </a:solidFill>
              </a:defRPr>
            </a:lvl3pPr>
            <a:lvl4pPr>
              <a:defRPr sz="1875" b="1">
                <a:solidFill>
                  <a:srgbClr val="124B78"/>
                </a:solidFill>
              </a:defRPr>
            </a:lvl4pPr>
            <a:lvl5pPr>
              <a:defRPr sz="1875" b="1">
                <a:solidFill>
                  <a:srgbClr val="124B78"/>
                </a:solidFill>
              </a:defRPr>
            </a:lvl5pPr>
            <a:lvl6pPr>
              <a:defRPr sz="1875" b="1">
                <a:solidFill>
                  <a:srgbClr val="124B78"/>
                </a:solidFill>
              </a:defRPr>
            </a:lvl6pPr>
            <a:lvl7pPr>
              <a:defRPr sz="1875" b="1">
                <a:solidFill>
                  <a:srgbClr val="124B78"/>
                </a:solidFill>
              </a:defRPr>
            </a:lvl7pPr>
            <a:lvl8pPr>
              <a:defRPr sz="1875" b="1">
                <a:solidFill>
                  <a:srgbClr val="124B78"/>
                </a:solidFill>
              </a:defRPr>
            </a:lvl8pPr>
            <a:lvl9pPr>
              <a:defRPr sz="1875" b="1">
                <a:solidFill>
                  <a:srgbClr val="124B78"/>
                </a:solidFill>
              </a:defRPr>
            </a:lvl9pPr>
          </a:lstStyle>
          <a:p>
            <a:pPr>
              <a:defRPr sz="1875" b="1">
                <a:solidFill>
                  <a:srgbClr val="124B78"/>
                </a:solidFill>
              </a:defRPr>
            </a:pPr>
            <a:r>
              <a:rPr sz="1875" b="1">
                <a:solidFill>
                  <a:srgbClr val="124B78"/>
                </a:solidFill>
              </a:rPr>
              <a:t>Var(Q) = Σₖ πₖ(σₖ² + μₖ²) − m²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0552A5-9F2E-4259-B405-B01C71A4A926}"/>
              </a:ext>
            </a:extLst>
          </p:cNvPr>
          <p:cNvSpPr>
            <a:spLocks noGrp="1"/>
          </p:cNvSpPr>
          <p:nvPr/>
        </p:nvSpPr>
        <p:spPr>
          <a:xfrm>
            <a:off x="4143375" y="2781300"/>
            <a:ext cx="4191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0B2349"/>
                </a:solidFill>
              </a:defRPr>
            </a:defPPr>
            <a:lvl1pPr>
              <a:defRPr sz="1875" b="0">
                <a:solidFill>
                  <a:srgbClr val="0B2349"/>
                </a:solidFill>
              </a:defRPr>
            </a:lvl1pPr>
            <a:lvl2pPr>
              <a:defRPr sz="1875" b="0">
                <a:solidFill>
                  <a:srgbClr val="0B2349"/>
                </a:solidFill>
              </a:defRPr>
            </a:lvl2pPr>
            <a:lvl3pPr>
              <a:defRPr sz="1875" b="0">
                <a:solidFill>
                  <a:srgbClr val="0B2349"/>
                </a:solidFill>
              </a:defRPr>
            </a:lvl3pPr>
            <a:lvl4pPr>
              <a:defRPr sz="1875" b="0">
                <a:solidFill>
                  <a:srgbClr val="0B2349"/>
                </a:solidFill>
              </a:defRPr>
            </a:lvl4pPr>
            <a:lvl5pPr>
              <a:defRPr sz="1875" b="0">
                <a:solidFill>
                  <a:srgbClr val="0B2349"/>
                </a:solidFill>
              </a:defRPr>
            </a:lvl5pPr>
            <a:lvl6pPr>
              <a:defRPr sz="1875" b="0">
                <a:solidFill>
                  <a:srgbClr val="0B2349"/>
                </a:solidFill>
              </a:defRPr>
            </a:lvl6pPr>
            <a:lvl7pPr>
              <a:defRPr sz="1875" b="0">
                <a:solidFill>
                  <a:srgbClr val="0B2349"/>
                </a:solidFill>
              </a:defRPr>
            </a:lvl7pPr>
            <a:lvl8pPr>
              <a:defRPr sz="1875" b="0">
                <a:solidFill>
                  <a:srgbClr val="0B2349"/>
                </a:solidFill>
              </a:defRPr>
            </a:lvl8pPr>
            <a:lvl9pPr>
              <a:defRPr sz="1875" b="0">
                <a:solidFill>
                  <a:srgbClr val="0B2349"/>
                </a:solidFill>
              </a:defRPr>
            </a:lvl9pPr>
          </a:lstStyle>
          <a:p>
            <a:pPr>
              <a:defRPr sz="1875" b="0">
                <a:solidFill>
                  <a:srgbClr val="0B2349"/>
                </a:solidFill>
              </a:defRPr>
            </a:pPr>
            <a:r>
              <a:rPr sz="1875" b="0">
                <a:solidFill>
                  <a:srgbClr val="0B2349"/>
                </a:solidFill>
              </a:rPr>
              <a:t>Dentro das componentes</a:t>
            </a:r>
          </a:p>
          <a:p>
            <a:pPr>
              <a:defRPr sz="1875" b="0">
                <a:solidFill>
                  <a:srgbClr val="0B2349"/>
                </a:solidFill>
              </a:defRPr>
            </a:pPr>
            <a:r>
              <a:rPr sz="1875" b="0">
                <a:solidFill>
                  <a:srgbClr val="0B2349"/>
                </a:solidFill>
              </a:rPr>
              <a:t>Σₖ πₖ σₖ²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9310CB-E42E-41DE-A7C2-52002C67F62C}"/>
              </a:ext>
            </a:extLst>
          </p:cNvPr>
          <p:cNvSpPr>
            <a:spLocks noGrp="1"/>
          </p:cNvSpPr>
          <p:nvPr/>
        </p:nvSpPr>
        <p:spPr>
          <a:xfrm>
            <a:off x="4143375" y="3810000"/>
            <a:ext cx="4191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0B2349"/>
                </a:solidFill>
              </a:defRPr>
            </a:defPPr>
            <a:lvl1pPr>
              <a:defRPr sz="1875" b="0">
                <a:solidFill>
                  <a:srgbClr val="0B2349"/>
                </a:solidFill>
              </a:defRPr>
            </a:lvl1pPr>
            <a:lvl2pPr>
              <a:defRPr sz="1875" b="0">
                <a:solidFill>
                  <a:srgbClr val="0B2349"/>
                </a:solidFill>
              </a:defRPr>
            </a:lvl2pPr>
            <a:lvl3pPr>
              <a:defRPr sz="1875" b="0">
                <a:solidFill>
                  <a:srgbClr val="0B2349"/>
                </a:solidFill>
              </a:defRPr>
            </a:lvl3pPr>
            <a:lvl4pPr>
              <a:defRPr sz="1875" b="0">
                <a:solidFill>
                  <a:srgbClr val="0B2349"/>
                </a:solidFill>
              </a:defRPr>
            </a:lvl4pPr>
            <a:lvl5pPr>
              <a:defRPr sz="1875" b="0">
                <a:solidFill>
                  <a:srgbClr val="0B2349"/>
                </a:solidFill>
              </a:defRPr>
            </a:lvl5pPr>
            <a:lvl6pPr>
              <a:defRPr sz="1875" b="0">
                <a:solidFill>
                  <a:srgbClr val="0B2349"/>
                </a:solidFill>
              </a:defRPr>
            </a:lvl6pPr>
            <a:lvl7pPr>
              <a:defRPr sz="1875" b="0">
                <a:solidFill>
                  <a:srgbClr val="0B2349"/>
                </a:solidFill>
              </a:defRPr>
            </a:lvl7pPr>
            <a:lvl8pPr>
              <a:defRPr sz="1875" b="0">
                <a:solidFill>
                  <a:srgbClr val="0B2349"/>
                </a:solidFill>
              </a:defRPr>
            </a:lvl8pPr>
            <a:lvl9pPr>
              <a:defRPr sz="1875" b="0">
                <a:solidFill>
                  <a:srgbClr val="0B2349"/>
                </a:solidFill>
              </a:defRPr>
            </a:lvl9pPr>
          </a:lstStyle>
          <a:p>
            <a:pPr>
              <a:defRPr sz="1875" b="0">
                <a:solidFill>
                  <a:srgbClr val="0B2349"/>
                </a:solidFill>
              </a:defRPr>
            </a:pPr>
            <a:r>
              <a:rPr sz="1875" b="0">
                <a:solidFill>
                  <a:srgbClr val="0B2349"/>
                </a:solidFill>
              </a:rPr>
              <a:t>Entre as médias</a:t>
            </a:r>
          </a:p>
          <a:p>
            <a:pPr>
              <a:defRPr sz="1875" b="0">
                <a:solidFill>
                  <a:srgbClr val="0B2349"/>
                </a:solidFill>
              </a:defRPr>
            </a:pPr>
            <a:r>
              <a:rPr sz="1875" b="0">
                <a:solidFill>
                  <a:srgbClr val="0B2349"/>
                </a:solidFill>
              </a:rPr>
              <a:t>Σₖ πₖ(μₖ − m)²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00424F0-5A0F-416E-952B-6DA554FCC9CE}"/>
              </a:ext>
            </a:extLst>
          </p:cNvPr>
          <p:cNvSpPr>
            <a:spLocks noGrp="1"/>
          </p:cNvSpPr>
          <p:nvPr/>
        </p:nvSpPr>
        <p:spPr>
          <a:xfrm>
            <a:off x="8810625" y="14097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EAF6FE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B42F0D-BB0D-46BA-AE5A-83F0E4F06223}"/>
              </a:ext>
            </a:extLst>
          </p:cNvPr>
          <p:cNvSpPr>
            <a:spLocks noGrp="1"/>
          </p:cNvSpPr>
          <p:nvPr/>
        </p:nvSpPr>
        <p:spPr>
          <a:xfrm>
            <a:off x="8924925" y="15049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A0A2F3-7CE5-44A0-A57D-CB855254E70D}"/>
              </a:ext>
            </a:extLst>
          </p:cNvPr>
          <p:cNvSpPr>
            <a:spLocks noGrp="1"/>
          </p:cNvSpPr>
          <p:nvPr/>
        </p:nvSpPr>
        <p:spPr>
          <a:xfrm>
            <a:off x="9305925" y="15049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B2349"/>
                </a:solidFill>
              </a:defRPr>
            </a:defPPr>
            <a:lvl1pPr>
              <a:defRPr sz="1650" b="1">
                <a:solidFill>
                  <a:srgbClr val="0B2349"/>
                </a:solidFill>
              </a:defRPr>
            </a:lvl1pPr>
            <a:lvl2pPr>
              <a:defRPr sz="1650" b="1">
                <a:solidFill>
                  <a:srgbClr val="0B2349"/>
                </a:solidFill>
              </a:defRPr>
            </a:lvl2pPr>
            <a:lvl3pPr>
              <a:defRPr sz="1650" b="1">
                <a:solidFill>
                  <a:srgbClr val="0B2349"/>
                </a:solidFill>
              </a:defRPr>
            </a:lvl3pPr>
            <a:lvl4pPr>
              <a:defRPr sz="1650" b="1">
                <a:solidFill>
                  <a:srgbClr val="0B2349"/>
                </a:solidFill>
              </a:defRPr>
            </a:lvl4pPr>
            <a:lvl5pPr>
              <a:defRPr sz="1650" b="1">
                <a:solidFill>
                  <a:srgbClr val="0B2349"/>
                </a:solidFill>
              </a:defRPr>
            </a:lvl5pPr>
            <a:lvl6pPr>
              <a:defRPr sz="1650" b="1">
                <a:solidFill>
                  <a:srgbClr val="0B2349"/>
                </a:solidFill>
              </a:defRPr>
            </a:lvl6pPr>
            <a:lvl7pPr>
              <a:defRPr sz="1650" b="1">
                <a:solidFill>
                  <a:srgbClr val="0B2349"/>
                </a:solidFill>
              </a:defRPr>
            </a:lvl7pPr>
            <a:lvl8pPr>
              <a:defRPr sz="1650" b="1">
                <a:solidFill>
                  <a:srgbClr val="0B2349"/>
                </a:solidFill>
              </a:defRPr>
            </a:lvl8pPr>
            <a:lvl9pPr>
              <a:defRPr sz="1650" b="1">
                <a:solidFill>
                  <a:srgbClr val="0B2349"/>
                </a:solidFill>
              </a:defRPr>
            </a:lvl9pPr>
          </a:lstStyle>
          <a:p>
            <a:pPr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Variância interna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C7BE2F-3503-43FD-87A3-A48281898CA5}"/>
              </a:ext>
            </a:extLst>
          </p:cNvPr>
          <p:cNvSpPr>
            <a:spLocks noGrp="1"/>
          </p:cNvSpPr>
          <p:nvPr/>
        </p:nvSpPr>
        <p:spPr>
          <a:xfrm>
            <a:off x="9305925" y="1828800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B2349"/>
                </a:solidFill>
              </a:defRPr>
            </a:defPPr>
            <a:lvl1pPr>
              <a:defRPr sz="1425" b="0">
                <a:solidFill>
                  <a:srgbClr val="0B2349"/>
                </a:solidFill>
              </a:defRPr>
            </a:lvl1pPr>
            <a:lvl2pPr>
              <a:defRPr sz="1425" b="0">
                <a:solidFill>
                  <a:srgbClr val="0B2349"/>
                </a:solidFill>
              </a:defRPr>
            </a:lvl2pPr>
            <a:lvl3pPr>
              <a:defRPr sz="1425" b="0">
                <a:solidFill>
                  <a:srgbClr val="0B2349"/>
                </a:solidFill>
              </a:defRPr>
            </a:lvl3pPr>
            <a:lvl4pPr>
              <a:defRPr sz="1425" b="0">
                <a:solidFill>
                  <a:srgbClr val="0B2349"/>
                </a:solidFill>
              </a:defRPr>
            </a:lvl4pPr>
            <a:lvl5pPr>
              <a:defRPr sz="1425" b="0">
                <a:solidFill>
                  <a:srgbClr val="0B2349"/>
                </a:solidFill>
              </a:defRPr>
            </a:lvl5pPr>
            <a:lvl6pPr>
              <a:defRPr sz="1425" b="0">
                <a:solidFill>
                  <a:srgbClr val="0B2349"/>
                </a:solidFill>
              </a:defRPr>
            </a:lvl6pPr>
            <a:lvl7pPr>
              <a:defRPr sz="1425" b="0">
                <a:solidFill>
                  <a:srgbClr val="0B2349"/>
                </a:solidFill>
              </a:defRPr>
            </a:lvl7pPr>
            <a:lvl8pPr>
              <a:defRPr sz="1425" b="0">
                <a:solidFill>
                  <a:srgbClr val="0B2349"/>
                </a:solidFill>
              </a:defRPr>
            </a:lvl8pPr>
            <a:lvl9pPr>
              <a:defRPr sz="1425" b="0">
                <a:solidFill>
                  <a:srgbClr val="0B2349"/>
                </a:solidFill>
              </a:defRPr>
            </a:lvl9pPr>
          </a:lstStyle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Cada gaussiana tem</a:t>
            </a:r>
          </a:p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sua própria dispersão.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3258ED6-C4DC-4DC3-B290-523C2429C767}"/>
              </a:ext>
            </a:extLst>
          </p:cNvPr>
          <p:cNvSpPr>
            <a:spLocks noGrp="1"/>
          </p:cNvSpPr>
          <p:nvPr/>
        </p:nvSpPr>
        <p:spPr>
          <a:xfrm>
            <a:off x="8810625" y="24765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E9F8E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B5AB23-1F15-41DE-9E9F-5AD3AA282BB1}"/>
              </a:ext>
            </a:extLst>
          </p:cNvPr>
          <p:cNvSpPr>
            <a:spLocks noGrp="1"/>
          </p:cNvSpPr>
          <p:nvPr/>
        </p:nvSpPr>
        <p:spPr>
          <a:xfrm>
            <a:off x="8924925" y="25717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167569-29D9-4212-BB63-C4D7F8ACED24}"/>
              </a:ext>
            </a:extLst>
          </p:cNvPr>
          <p:cNvSpPr>
            <a:spLocks noGrp="1"/>
          </p:cNvSpPr>
          <p:nvPr/>
        </p:nvSpPr>
        <p:spPr>
          <a:xfrm>
            <a:off x="9305925" y="25717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B2349"/>
                </a:solidFill>
              </a:defRPr>
            </a:defPPr>
            <a:lvl1pPr>
              <a:defRPr sz="1650" b="1">
                <a:solidFill>
                  <a:srgbClr val="0B2349"/>
                </a:solidFill>
              </a:defRPr>
            </a:lvl1pPr>
            <a:lvl2pPr>
              <a:defRPr sz="1650" b="1">
                <a:solidFill>
                  <a:srgbClr val="0B2349"/>
                </a:solidFill>
              </a:defRPr>
            </a:lvl2pPr>
            <a:lvl3pPr>
              <a:defRPr sz="1650" b="1">
                <a:solidFill>
                  <a:srgbClr val="0B2349"/>
                </a:solidFill>
              </a:defRPr>
            </a:lvl3pPr>
            <a:lvl4pPr>
              <a:defRPr sz="1650" b="1">
                <a:solidFill>
                  <a:srgbClr val="0B2349"/>
                </a:solidFill>
              </a:defRPr>
            </a:lvl4pPr>
            <a:lvl5pPr>
              <a:defRPr sz="1650" b="1">
                <a:solidFill>
                  <a:srgbClr val="0B2349"/>
                </a:solidFill>
              </a:defRPr>
            </a:lvl5pPr>
            <a:lvl6pPr>
              <a:defRPr sz="1650" b="1">
                <a:solidFill>
                  <a:srgbClr val="0B2349"/>
                </a:solidFill>
              </a:defRPr>
            </a:lvl6pPr>
            <a:lvl7pPr>
              <a:defRPr sz="1650" b="1">
                <a:solidFill>
                  <a:srgbClr val="0B2349"/>
                </a:solidFill>
              </a:defRPr>
            </a:lvl7pPr>
            <a:lvl8pPr>
              <a:defRPr sz="1650" b="1">
                <a:solidFill>
                  <a:srgbClr val="0B2349"/>
                </a:solidFill>
              </a:defRPr>
            </a:lvl8pPr>
            <a:lvl9pPr>
              <a:defRPr sz="1650" b="1">
                <a:solidFill>
                  <a:srgbClr val="0B2349"/>
                </a:solidFill>
              </a:defRPr>
            </a:lvl9pPr>
          </a:lstStyle>
          <a:p>
            <a:pPr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Entre as médias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2AC3C0-D138-4EC0-A814-2C8CB87A5DBA}"/>
              </a:ext>
            </a:extLst>
          </p:cNvPr>
          <p:cNvSpPr>
            <a:spLocks noGrp="1"/>
          </p:cNvSpPr>
          <p:nvPr/>
        </p:nvSpPr>
        <p:spPr>
          <a:xfrm>
            <a:off x="9305925" y="2895600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B2349"/>
                </a:solidFill>
              </a:defRPr>
            </a:defPPr>
            <a:lvl1pPr>
              <a:defRPr sz="1425" b="0">
                <a:solidFill>
                  <a:srgbClr val="0B2349"/>
                </a:solidFill>
              </a:defRPr>
            </a:lvl1pPr>
            <a:lvl2pPr>
              <a:defRPr sz="1425" b="0">
                <a:solidFill>
                  <a:srgbClr val="0B2349"/>
                </a:solidFill>
              </a:defRPr>
            </a:lvl2pPr>
            <a:lvl3pPr>
              <a:defRPr sz="1425" b="0">
                <a:solidFill>
                  <a:srgbClr val="0B2349"/>
                </a:solidFill>
              </a:defRPr>
            </a:lvl3pPr>
            <a:lvl4pPr>
              <a:defRPr sz="1425" b="0">
                <a:solidFill>
                  <a:srgbClr val="0B2349"/>
                </a:solidFill>
              </a:defRPr>
            </a:lvl4pPr>
            <a:lvl5pPr>
              <a:defRPr sz="1425" b="0">
                <a:solidFill>
                  <a:srgbClr val="0B2349"/>
                </a:solidFill>
              </a:defRPr>
            </a:lvl5pPr>
            <a:lvl6pPr>
              <a:defRPr sz="1425" b="0">
                <a:solidFill>
                  <a:srgbClr val="0B2349"/>
                </a:solidFill>
              </a:defRPr>
            </a:lvl6pPr>
            <a:lvl7pPr>
              <a:defRPr sz="1425" b="0">
                <a:solidFill>
                  <a:srgbClr val="0B2349"/>
                </a:solidFill>
              </a:defRPr>
            </a:lvl7pPr>
            <a:lvl8pPr>
              <a:defRPr sz="1425" b="0">
                <a:solidFill>
                  <a:srgbClr val="0B2349"/>
                </a:solidFill>
              </a:defRPr>
            </a:lvl8pPr>
            <a:lvl9pPr>
              <a:defRPr sz="1425" b="0">
                <a:solidFill>
                  <a:srgbClr val="0B2349"/>
                </a:solidFill>
              </a:defRPr>
            </a:lvl9pPr>
          </a:lstStyle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A distância entre médias</a:t>
            </a:r>
          </a:p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também contribui.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081B818-E6B0-4450-B5A3-3AEA79D32BF3}"/>
              </a:ext>
            </a:extLst>
          </p:cNvPr>
          <p:cNvSpPr>
            <a:spLocks noGrp="1"/>
          </p:cNvSpPr>
          <p:nvPr/>
        </p:nvSpPr>
        <p:spPr>
          <a:xfrm>
            <a:off x="8810625" y="35433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FFF3E2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75D3F3B-F851-4C69-A55B-D7705CCEE768}"/>
              </a:ext>
            </a:extLst>
          </p:cNvPr>
          <p:cNvSpPr>
            <a:spLocks noGrp="1"/>
          </p:cNvSpPr>
          <p:nvPr/>
        </p:nvSpPr>
        <p:spPr>
          <a:xfrm>
            <a:off x="8924925" y="36385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90DFA5D-9467-4892-B707-1C6CA858A46A}"/>
              </a:ext>
            </a:extLst>
          </p:cNvPr>
          <p:cNvSpPr>
            <a:spLocks noGrp="1"/>
          </p:cNvSpPr>
          <p:nvPr/>
        </p:nvSpPr>
        <p:spPr>
          <a:xfrm>
            <a:off x="9305925" y="36385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B2349"/>
                </a:solidFill>
              </a:defRPr>
            </a:defPPr>
            <a:lvl1pPr>
              <a:defRPr sz="1650" b="1">
                <a:solidFill>
                  <a:srgbClr val="0B2349"/>
                </a:solidFill>
              </a:defRPr>
            </a:lvl1pPr>
            <a:lvl2pPr>
              <a:defRPr sz="1650" b="1">
                <a:solidFill>
                  <a:srgbClr val="0B2349"/>
                </a:solidFill>
              </a:defRPr>
            </a:lvl2pPr>
            <a:lvl3pPr>
              <a:defRPr sz="1650" b="1">
                <a:solidFill>
                  <a:srgbClr val="0B2349"/>
                </a:solidFill>
              </a:defRPr>
            </a:lvl3pPr>
            <a:lvl4pPr>
              <a:defRPr sz="1650" b="1">
                <a:solidFill>
                  <a:srgbClr val="0B2349"/>
                </a:solidFill>
              </a:defRPr>
            </a:lvl4pPr>
            <a:lvl5pPr>
              <a:defRPr sz="1650" b="1">
                <a:solidFill>
                  <a:srgbClr val="0B2349"/>
                </a:solidFill>
              </a:defRPr>
            </a:lvl5pPr>
            <a:lvl6pPr>
              <a:defRPr sz="1650" b="1">
                <a:solidFill>
                  <a:srgbClr val="0B2349"/>
                </a:solidFill>
              </a:defRPr>
            </a:lvl6pPr>
            <a:lvl7pPr>
              <a:defRPr sz="1650" b="1">
                <a:solidFill>
                  <a:srgbClr val="0B2349"/>
                </a:solidFill>
              </a:defRPr>
            </a:lvl7pPr>
            <a:lvl8pPr>
              <a:defRPr sz="1650" b="1">
                <a:solidFill>
                  <a:srgbClr val="0B2349"/>
                </a:solidFill>
              </a:defRPr>
            </a:lvl8pPr>
            <a:lvl9pPr>
              <a:defRPr sz="1650" b="1">
                <a:solidFill>
                  <a:srgbClr val="0B2349"/>
                </a:solidFill>
              </a:defRPr>
            </a:lvl9pPr>
          </a:lstStyle>
          <a:p>
            <a:pPr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Desvio total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76D7957-E3A4-48F4-8B78-746059DA691E}"/>
              </a:ext>
            </a:extLst>
          </p:cNvPr>
          <p:cNvSpPr>
            <a:spLocks noGrp="1"/>
          </p:cNvSpPr>
          <p:nvPr/>
        </p:nvSpPr>
        <p:spPr>
          <a:xfrm>
            <a:off x="9305925" y="3962400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B2349"/>
                </a:solidFill>
              </a:defRPr>
            </a:defPPr>
            <a:lvl1pPr>
              <a:defRPr sz="1425" b="0">
                <a:solidFill>
                  <a:srgbClr val="0B2349"/>
                </a:solidFill>
              </a:defRPr>
            </a:lvl1pPr>
            <a:lvl2pPr>
              <a:defRPr sz="1425" b="0">
                <a:solidFill>
                  <a:srgbClr val="0B2349"/>
                </a:solidFill>
              </a:defRPr>
            </a:lvl2pPr>
            <a:lvl3pPr>
              <a:defRPr sz="1425" b="0">
                <a:solidFill>
                  <a:srgbClr val="0B2349"/>
                </a:solidFill>
              </a:defRPr>
            </a:lvl3pPr>
            <a:lvl4pPr>
              <a:defRPr sz="1425" b="0">
                <a:solidFill>
                  <a:srgbClr val="0B2349"/>
                </a:solidFill>
              </a:defRPr>
            </a:lvl4pPr>
            <a:lvl5pPr>
              <a:defRPr sz="1425" b="0">
                <a:solidFill>
                  <a:srgbClr val="0B2349"/>
                </a:solidFill>
              </a:defRPr>
            </a:lvl5pPr>
            <a:lvl6pPr>
              <a:defRPr sz="1425" b="0">
                <a:solidFill>
                  <a:srgbClr val="0B2349"/>
                </a:solidFill>
              </a:defRPr>
            </a:lvl6pPr>
            <a:lvl7pPr>
              <a:defRPr sz="1425" b="0">
                <a:solidFill>
                  <a:srgbClr val="0B2349"/>
                </a:solidFill>
              </a:defRPr>
            </a:lvl7pPr>
            <a:lvl8pPr>
              <a:defRPr sz="1425" b="0">
                <a:solidFill>
                  <a:srgbClr val="0B2349"/>
                </a:solidFill>
              </a:defRPr>
            </a:lvl8pPr>
            <a:lvl9pPr>
              <a:defRPr sz="1425" b="0">
                <a:solidFill>
                  <a:srgbClr val="0B2349"/>
                </a:solidFill>
              </a:defRPr>
            </a:lvl9pPr>
          </a:lstStyle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Calcular a raiz quadrada</a:t>
            </a:r>
          </a:p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da variância total.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2E35265-ABF2-43BE-8C10-7F0EB0F79DBC}"/>
              </a:ext>
            </a:extLst>
          </p:cNvPr>
          <p:cNvSpPr>
            <a:spLocks noGrp="1"/>
          </p:cNvSpPr>
          <p:nvPr/>
        </p:nvSpPr>
        <p:spPr>
          <a:xfrm>
            <a:off x="409575" y="5353050"/>
            <a:ext cx="3048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Média (m³/s)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20ECE36-A0CA-43DF-AF1A-88CF376E56D1}"/>
              </a:ext>
            </a:extLst>
          </p:cNvPr>
          <p:cNvSpPr>
            <a:spLocks noGrp="1"/>
          </p:cNvSpPr>
          <p:nvPr/>
        </p:nvSpPr>
        <p:spPr>
          <a:xfrm>
            <a:off x="409575" y="5762625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0">
                <a:solidFill>
                  <a:srgbClr val="0B2349"/>
                </a:solidFill>
              </a:defRPr>
            </a:defPPr>
            <a:lvl1pPr>
              <a:defRPr sz="2250" b="0">
                <a:solidFill>
                  <a:srgbClr val="0B2349"/>
                </a:solidFill>
              </a:defRPr>
            </a:lvl1pPr>
            <a:lvl2pPr>
              <a:defRPr sz="2250" b="0">
                <a:solidFill>
                  <a:srgbClr val="0B2349"/>
                </a:solidFill>
              </a:defRPr>
            </a:lvl2pPr>
            <a:lvl3pPr>
              <a:defRPr sz="2250" b="0">
                <a:solidFill>
                  <a:srgbClr val="0B2349"/>
                </a:solidFill>
              </a:defRPr>
            </a:lvl3pPr>
            <a:lvl4pPr>
              <a:defRPr sz="2250" b="0">
                <a:solidFill>
                  <a:srgbClr val="0B2349"/>
                </a:solidFill>
              </a:defRPr>
            </a:lvl4pPr>
            <a:lvl5pPr>
              <a:defRPr sz="2250" b="0">
                <a:solidFill>
                  <a:srgbClr val="0B2349"/>
                </a:solidFill>
              </a:defRPr>
            </a:lvl5pPr>
            <a:lvl6pPr>
              <a:defRPr sz="2250" b="0">
                <a:solidFill>
                  <a:srgbClr val="0B2349"/>
                </a:solidFill>
              </a:defRPr>
            </a:lvl6pPr>
            <a:lvl7pPr>
              <a:defRPr sz="2250" b="0">
                <a:solidFill>
                  <a:srgbClr val="0B2349"/>
                </a:solidFill>
              </a:defRPr>
            </a:lvl7pPr>
            <a:lvl8pPr>
              <a:defRPr sz="2250" b="0">
                <a:solidFill>
                  <a:srgbClr val="0B2349"/>
                </a:solidFill>
              </a:defRPr>
            </a:lvl8pPr>
            <a:lvl9pPr>
              <a:defRPr sz="2250" b="0">
                <a:solidFill>
                  <a:srgbClr val="0B2349"/>
                </a:solidFill>
              </a:defRPr>
            </a:lvl9pPr>
          </a:lstStyle>
          <a:p>
            <a:pPr>
              <a:defRPr sz="2250" b="0">
                <a:solidFill>
                  <a:srgbClr val="0B2349"/>
                </a:solidFill>
              </a:defRPr>
            </a:pPr>
            <a:r>
              <a:rPr sz="2250" b="0">
                <a:solidFill>
                  <a:srgbClr val="0B2349"/>
                </a:solidFill>
              </a:rPr>
              <a:t>m = 45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B605123-E615-4E77-819F-F8FF3073519D}"/>
              </a:ext>
            </a:extLst>
          </p:cNvPr>
          <p:cNvSpPr>
            <a:spLocks noGrp="1"/>
          </p:cNvSpPr>
          <p:nvPr/>
        </p:nvSpPr>
        <p:spPr>
          <a:xfrm>
            <a:off x="3876675" y="5353050"/>
            <a:ext cx="3124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Variância (m³/s)²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E4602D-C6E5-44A0-B9DE-83DD3EAB8930}"/>
              </a:ext>
            </a:extLst>
          </p:cNvPr>
          <p:cNvSpPr>
            <a:spLocks noGrp="1"/>
          </p:cNvSpPr>
          <p:nvPr/>
        </p:nvSpPr>
        <p:spPr>
          <a:xfrm>
            <a:off x="3876675" y="5762625"/>
            <a:ext cx="3124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0B2349"/>
                </a:solidFill>
              </a:defRPr>
            </a:defPPr>
            <a:lvl1pPr>
              <a:defRPr sz="1875" b="0">
                <a:solidFill>
                  <a:srgbClr val="0B2349"/>
                </a:solidFill>
              </a:defRPr>
            </a:lvl1pPr>
            <a:lvl2pPr>
              <a:defRPr sz="1875" b="0">
                <a:solidFill>
                  <a:srgbClr val="0B2349"/>
                </a:solidFill>
              </a:defRPr>
            </a:lvl2pPr>
            <a:lvl3pPr>
              <a:defRPr sz="1875" b="0">
                <a:solidFill>
                  <a:srgbClr val="0B2349"/>
                </a:solidFill>
              </a:defRPr>
            </a:lvl3pPr>
            <a:lvl4pPr>
              <a:defRPr sz="1875" b="0">
                <a:solidFill>
                  <a:srgbClr val="0B2349"/>
                </a:solidFill>
              </a:defRPr>
            </a:lvl4pPr>
            <a:lvl5pPr>
              <a:defRPr sz="1875" b="0">
                <a:solidFill>
                  <a:srgbClr val="0B2349"/>
                </a:solidFill>
              </a:defRPr>
            </a:lvl5pPr>
            <a:lvl6pPr>
              <a:defRPr sz="1875" b="0">
                <a:solidFill>
                  <a:srgbClr val="0B2349"/>
                </a:solidFill>
              </a:defRPr>
            </a:lvl6pPr>
            <a:lvl7pPr>
              <a:defRPr sz="1875" b="0">
                <a:solidFill>
                  <a:srgbClr val="0B2349"/>
                </a:solidFill>
              </a:defRPr>
            </a:lvl7pPr>
            <a:lvl8pPr>
              <a:defRPr sz="1875" b="0">
                <a:solidFill>
                  <a:srgbClr val="0B2349"/>
                </a:solidFill>
              </a:defRPr>
            </a:lvl8pPr>
            <a:lvl9pPr>
              <a:defRPr sz="1875" b="0">
                <a:solidFill>
                  <a:srgbClr val="0B2349"/>
                </a:solidFill>
              </a:defRPr>
            </a:lvl9pPr>
          </a:lstStyle>
          <a:p>
            <a:pPr>
              <a:defRPr sz="1875" b="0">
                <a:solidFill>
                  <a:srgbClr val="0B2349"/>
                </a:solidFill>
              </a:defRPr>
            </a:pPr>
            <a:r>
              <a:rPr sz="1875" b="0">
                <a:solidFill>
                  <a:srgbClr val="0B2349"/>
                </a:solidFill>
              </a:rPr>
              <a:t>42,2 + 325 = 367,2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A86FA88-0882-4305-9A7D-1D99498C2C40}"/>
              </a:ext>
            </a:extLst>
          </p:cNvPr>
          <p:cNvSpPr>
            <a:spLocks noGrp="1"/>
          </p:cNvSpPr>
          <p:nvPr/>
        </p:nvSpPr>
        <p:spPr>
          <a:xfrm>
            <a:off x="7458075" y="5353050"/>
            <a:ext cx="426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Desvio padrão (m³/s)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5674B00-6F59-496C-987D-EE8A58F2496F}"/>
              </a:ext>
            </a:extLst>
          </p:cNvPr>
          <p:cNvSpPr>
            <a:spLocks noGrp="1"/>
          </p:cNvSpPr>
          <p:nvPr/>
        </p:nvSpPr>
        <p:spPr>
          <a:xfrm>
            <a:off x="7458075" y="5762625"/>
            <a:ext cx="4267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0B2349"/>
                </a:solidFill>
              </a:defRPr>
            </a:defPPr>
            <a:lvl1pPr>
              <a:defRPr sz="2025" b="0">
                <a:solidFill>
                  <a:srgbClr val="0B2349"/>
                </a:solidFill>
              </a:defRPr>
            </a:lvl1pPr>
            <a:lvl2pPr>
              <a:defRPr sz="2025" b="0">
                <a:solidFill>
                  <a:srgbClr val="0B2349"/>
                </a:solidFill>
              </a:defRPr>
            </a:lvl2pPr>
            <a:lvl3pPr>
              <a:defRPr sz="2025" b="0">
                <a:solidFill>
                  <a:srgbClr val="0B2349"/>
                </a:solidFill>
              </a:defRPr>
            </a:lvl3pPr>
            <a:lvl4pPr>
              <a:defRPr sz="2025" b="0">
                <a:solidFill>
                  <a:srgbClr val="0B2349"/>
                </a:solidFill>
              </a:defRPr>
            </a:lvl4pPr>
            <a:lvl5pPr>
              <a:defRPr sz="2025" b="0">
                <a:solidFill>
                  <a:srgbClr val="0B2349"/>
                </a:solidFill>
              </a:defRPr>
            </a:lvl5pPr>
            <a:lvl6pPr>
              <a:defRPr sz="2025" b="0">
                <a:solidFill>
                  <a:srgbClr val="0B2349"/>
                </a:solidFill>
              </a:defRPr>
            </a:lvl6pPr>
            <a:lvl7pPr>
              <a:defRPr sz="2025" b="0">
                <a:solidFill>
                  <a:srgbClr val="0B2349"/>
                </a:solidFill>
              </a:defRPr>
            </a:lvl7pPr>
            <a:lvl8pPr>
              <a:defRPr sz="2025" b="0">
                <a:solidFill>
                  <a:srgbClr val="0B2349"/>
                </a:solidFill>
              </a:defRPr>
            </a:lvl8pPr>
            <a:lvl9pPr>
              <a:defRPr sz="2025" b="0">
                <a:solidFill>
                  <a:srgbClr val="0B2349"/>
                </a:solidFill>
              </a:defRPr>
            </a:lvl9pPr>
          </a:lstStyle>
          <a:p>
            <a:pPr>
              <a:defRPr sz="2025" b="0">
                <a:solidFill>
                  <a:srgbClr val="0B2349"/>
                </a:solidFill>
              </a:defRPr>
            </a:pPr>
            <a:r>
              <a:rPr sz="2025" b="0">
                <a:solidFill>
                  <a:srgbClr val="0B2349"/>
                </a:solidFill>
              </a:rPr>
              <a:t>DP(Q) = √367,2 ≈ 19,16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B1A060D-A700-445C-B2C0-B8A3C88A6C7E}"/>
              </a:ext>
            </a:extLst>
          </p:cNvPr>
          <p:cNvSpPr>
            <a:spLocks noGrp="1"/>
          </p:cNvSpPr>
          <p:nvPr/>
        </p:nvSpPr>
        <p:spPr>
          <a:xfrm>
            <a:off x="247650" y="6524625"/>
            <a:ext cx="11525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456078"/>
                </a:solidFill>
              </a:defRPr>
            </a:defPPr>
            <a:lvl1pPr>
              <a:defRPr sz="1200" b="0">
                <a:solidFill>
                  <a:srgbClr val="456078"/>
                </a:solidFill>
              </a:defRPr>
            </a:lvl1pPr>
            <a:lvl2pPr>
              <a:defRPr sz="1200" b="0">
                <a:solidFill>
                  <a:srgbClr val="456078"/>
                </a:solidFill>
              </a:defRPr>
            </a:lvl2pPr>
            <a:lvl3pPr>
              <a:defRPr sz="1200" b="0">
                <a:solidFill>
                  <a:srgbClr val="456078"/>
                </a:solidFill>
              </a:defRPr>
            </a:lvl3pPr>
            <a:lvl4pPr>
              <a:defRPr sz="1200" b="0">
                <a:solidFill>
                  <a:srgbClr val="456078"/>
                </a:solidFill>
              </a:defRPr>
            </a:lvl4pPr>
            <a:lvl5pPr>
              <a:defRPr sz="1200" b="0">
                <a:solidFill>
                  <a:srgbClr val="456078"/>
                </a:solidFill>
              </a:defRPr>
            </a:lvl5pPr>
            <a:lvl6pPr>
              <a:defRPr sz="1200" b="0">
                <a:solidFill>
                  <a:srgbClr val="456078"/>
                </a:solidFill>
              </a:defRPr>
            </a:lvl6pPr>
            <a:lvl7pPr>
              <a:defRPr sz="1200" b="0">
                <a:solidFill>
                  <a:srgbClr val="456078"/>
                </a:solidFill>
              </a:defRPr>
            </a:lvl7pPr>
            <a:lvl8pPr>
              <a:defRPr sz="1200" b="0">
                <a:solidFill>
                  <a:srgbClr val="456078"/>
                </a:solidFill>
              </a:defRPr>
            </a:lvl8pPr>
            <a:lvl9pPr>
              <a:defRPr sz="1200" b="0">
                <a:solidFill>
                  <a:srgbClr val="456078"/>
                </a:solidFill>
              </a:defRPr>
            </a:lvl9pPr>
          </a:lstStyle>
          <a:p>
            <a:pPr>
              <a:defRPr sz="1200" b="0">
                <a:solidFill>
                  <a:srgbClr val="456078"/>
                </a:solidFill>
              </a:defRPr>
            </a:pPr>
            <a:r>
              <a:rPr sz="1200" b="0">
                <a:solidFill>
                  <a:srgbClr val="456078"/>
                </a:solidFill>
              </a:rPr>
              <a:t>Exemplo: π = (0,2; 0,5; 0,3), μ = (20; 40; 70), σ = (5; 6; 8). Valores arredondados ao final.</a:t>
            </a:r>
          </a:p>
        </p:txBody>
      </p:sp>
    </p:spTree>
    <p:extLst>
      <p:ext uri="{BB962C8B-B14F-4D97-AF65-F5344CB8AC3E}">
        <p14:creationId xmlns:p14="http://schemas.microsoft.com/office/powerpoint/2010/main" val="1891317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F4C176A8-B5E2-4E67-9DE4-953EB3E761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B2D52"/>
          </a:solidFill>
          <a:ln w="9525">
            <a:solidFill>
              <a:srgbClr val="0B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F29D14-6237-4558-AED6-DEEE31AFCDEB}"/>
              </a:ext>
            </a:extLst>
          </p:cNvPr>
          <p:cNvSpPr>
            <a:spLocks noGrp="1"/>
          </p:cNvSpPr>
          <p:nvPr/>
        </p:nvSpPr>
        <p:spPr>
          <a:xfrm>
            <a:off x="0" y="752475"/>
            <a:ext cx="12192000" cy="19050"/>
          </a:xfrm>
          <a:prstGeom prst="rect">
            <a:avLst/>
          </a:prstGeom>
          <a:solidFill>
            <a:srgbClr val="49CDF4"/>
          </a:solidFill>
          <a:ln w="9525">
            <a:solidFill>
              <a:srgbClr val="49CD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24175F6-2F97-46A3-BBB2-7EE5A1EB9575}"/>
              </a:ext>
            </a:extLst>
          </p:cNvPr>
          <p:cNvSpPr>
            <a:spLocks noGrp="1"/>
          </p:cNvSpPr>
          <p:nvPr/>
        </p:nvSpPr>
        <p:spPr>
          <a:xfrm>
            <a:off x="228600" y="133350"/>
            <a:ext cx="476250" cy="476250"/>
          </a:xfrm>
          <a:prstGeom prst="ellipse">
            <a:avLst/>
          </a:prstGeom>
          <a:solidFill>
            <a:srgbClr val="0B2D52"/>
          </a:solidFill>
          <a:ln w="28575">
            <a:solidFill>
              <a:srgbClr val="49CD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43D1F386-6AD1-4545-A8B1-DC3082639AFC}"/>
              </a:ext>
            </a:extLst>
          </p:cNvPr>
          <p:cNvSpPr>
            <a:spLocks noGrp="1"/>
          </p:cNvSpPr>
          <p:nvPr/>
        </p:nvSpPr>
        <p:spPr>
          <a:xfrm>
            <a:off x="276225" y="219075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lang="en-US" dirty="0"/>
              <a:t>20</a:t>
            </a:r>
            <a:endParaRPr sz="2200" b="1" dirty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" name="txt-4">
            <a:extLst>
              <a:ext uri="{FF2B5EF4-FFF2-40B4-BE49-F238E27FC236}">
                <a16:creationId xmlns:a16="http://schemas.microsoft.com/office/drawing/2014/main" id="{F16687C6-F3B3-423E-BE5D-6978CCB723C8}"/>
              </a:ext>
            </a:extLst>
          </p:cNvPr>
          <p:cNvSpPr>
            <a:spLocks noGrp="1"/>
          </p:cNvSpPr>
          <p:nvPr/>
        </p:nvSpPr>
        <p:spPr>
          <a:xfrm>
            <a:off x="942975" y="190500"/>
            <a:ext cx="923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LSTM-GMM: exemplo de hidrograma probabilístico</a:t>
            </a:r>
          </a:p>
        </p:txBody>
      </p:sp>
      <p:sp>
        <p:nvSpPr>
          <p:cNvPr id="6" name="txt-5">
            <a:extLst>
              <a:ext uri="{FF2B5EF4-FFF2-40B4-BE49-F238E27FC236}">
                <a16:creationId xmlns:a16="http://schemas.microsoft.com/office/drawing/2014/main" id="{DC19D84D-8FAA-4668-912E-5379E89AC44C}"/>
              </a:ext>
            </a:extLst>
          </p:cNvPr>
          <p:cNvSpPr>
            <a:spLocks noGrp="1"/>
          </p:cNvSpPr>
          <p:nvPr/>
        </p:nvSpPr>
        <p:spPr>
          <a:xfrm>
            <a:off x="10410825" y="152400"/>
            <a:ext cx="15525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defPPr>
            <a:lvl1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1pPr>
            <a:lvl2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2pPr>
            <a:lvl3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3pPr>
            <a:lvl4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4pPr>
            <a:lvl5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5pPr>
            <a:lvl6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6pPr>
            <a:lvl7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7pPr>
            <a:lvl8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8pPr>
            <a:lvl9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pPr>
            <a:r>
              <a:rPr sz="1000" b="0">
                <a:solidFill>
                  <a:srgbClr val="D6E8F7"/>
                </a:solidFill>
                <a:latin typeface="Inter"/>
                <a:ea typeface="Inter"/>
                <a:cs typeface="Inter"/>
              </a:rPr>
              <a:t>Curso Epagri 2026
Aula 05</a:t>
            </a:r>
          </a:p>
          <a:p>
            <a: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pPr>
            <a:endParaRPr sz="1000" b="0">
              <a:solidFill>
                <a:srgbClr val="D6E8F7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" name="txt-13">
            <a:extLst>
              <a:ext uri="{FF2B5EF4-FFF2-40B4-BE49-F238E27FC236}">
                <a16:creationId xmlns:a16="http://schemas.microsoft.com/office/drawing/2014/main" id="{6767D296-885A-42D6-AD35-3350617C7DB6}"/>
              </a:ext>
            </a:extLst>
          </p:cNvPr>
          <p:cNvSpPr>
            <a:spLocks noGrp="1"/>
          </p:cNvSpPr>
          <p:nvPr/>
        </p:nvSpPr>
        <p:spPr>
          <a:xfrm>
            <a:off x="428625" y="1176338"/>
            <a:ext cx="1997583" cy="480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0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l">
              <a:defRPr sz="20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l">
              <a:defRPr sz="20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l">
              <a:defRPr sz="20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l">
              <a:defRPr sz="20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l">
              <a:defRPr sz="20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l">
              <a:defRPr sz="20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l">
              <a:defRPr sz="20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l">
              <a:defRPr sz="20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l">
              <a:defRPr sz="20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0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20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Contexto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4C00BB1-A068-42CA-AB2B-C6862A4F2AD5}"/>
              </a:ext>
            </a:extLst>
          </p:cNvPr>
          <p:cNvSpPr>
            <a:spLocks noGrp="1"/>
          </p:cNvSpPr>
          <p:nvPr/>
        </p:nvSpPr>
        <p:spPr>
          <a:xfrm>
            <a:off x="2952750" y="990600"/>
            <a:ext cx="8972550" cy="4569142"/>
          </a:xfrm>
          <a:prstGeom prst="roundRect">
            <a:avLst>
              <a:gd name="adj" fmla="val 1876"/>
            </a:avLst>
          </a:prstGeom>
          <a:solidFill>
            <a:srgbClr val="FFFF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xt-20">
            <a:extLst>
              <a:ext uri="{FF2B5EF4-FFF2-40B4-BE49-F238E27FC236}">
                <a16:creationId xmlns:a16="http://schemas.microsoft.com/office/drawing/2014/main" id="{D7A3BCE9-1656-4FC4-AE27-ED000672F53D}"/>
              </a:ext>
            </a:extLst>
          </p:cNvPr>
          <p:cNvSpPr>
            <a:spLocks noGrp="1"/>
          </p:cNvSpPr>
          <p:nvPr/>
        </p:nvSpPr>
        <p:spPr>
          <a:xfrm>
            <a:off x="457200" y="2136458"/>
            <a:ext cx="1932241" cy="831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2365B"/>
                </a:solidFill>
                <a:latin typeface="Inter"/>
                <a:ea typeface="Inter"/>
                <a:cs typeface="Inter"/>
              </a:rPr>
              <a:t>Bacia identificada na figura: 14182500</a:t>
            </a:r>
          </a:p>
        </p:txBody>
      </p:sp>
      <p:sp>
        <p:nvSpPr>
          <p:cNvPr id="24" name="txt-23">
            <a:extLst>
              <a:ext uri="{FF2B5EF4-FFF2-40B4-BE49-F238E27FC236}">
                <a16:creationId xmlns:a16="http://schemas.microsoft.com/office/drawing/2014/main" id="{76C4DD43-25AF-4F31-A6DA-3DE8E1C49535}"/>
              </a:ext>
            </a:extLst>
          </p:cNvPr>
          <p:cNvSpPr>
            <a:spLocks noGrp="1"/>
          </p:cNvSpPr>
          <p:nvPr/>
        </p:nvSpPr>
        <p:spPr>
          <a:xfrm>
            <a:off x="457200" y="3336608"/>
            <a:ext cx="1932241" cy="831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2365B"/>
                </a:solidFill>
                <a:latin typeface="Inter"/>
                <a:ea typeface="Inter"/>
                <a:cs typeface="Inter"/>
              </a:rPr>
              <a:t>Linha preta: vazão observada</a:t>
            </a:r>
          </a:p>
        </p:txBody>
      </p:sp>
      <p:sp>
        <p:nvSpPr>
          <p:cNvPr id="27" name="txt-26">
            <a:extLst>
              <a:ext uri="{FF2B5EF4-FFF2-40B4-BE49-F238E27FC236}">
                <a16:creationId xmlns:a16="http://schemas.microsoft.com/office/drawing/2014/main" id="{A2F8D665-225C-4535-8296-AFFAF4B9B5CC}"/>
              </a:ext>
            </a:extLst>
          </p:cNvPr>
          <p:cNvSpPr>
            <a:spLocks noGrp="1"/>
          </p:cNvSpPr>
          <p:nvPr/>
        </p:nvSpPr>
        <p:spPr>
          <a:xfrm>
            <a:off x="457200" y="4536758"/>
            <a:ext cx="1932241" cy="831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2365B"/>
                </a:solidFill>
                <a:latin typeface="Inter"/>
                <a:ea typeface="Inter"/>
                <a:cs typeface="Inter"/>
              </a:rPr>
              <a:t>Faixas: quantis da distribuição prevista</a:t>
            </a:r>
          </a:p>
        </p:txBody>
      </p:sp>
      <p:sp>
        <p:nvSpPr>
          <p:cNvPr id="38" name="txt-36">
            <a:extLst>
              <a:ext uri="{FF2B5EF4-FFF2-40B4-BE49-F238E27FC236}">
                <a16:creationId xmlns:a16="http://schemas.microsoft.com/office/drawing/2014/main" id="{6CC4C0A2-31DA-42D4-9640-0C56465F8B5F}"/>
              </a:ext>
            </a:extLst>
          </p:cNvPr>
          <p:cNvSpPr>
            <a:spLocks noGrp="1"/>
          </p:cNvSpPr>
          <p:nvPr/>
        </p:nvSpPr>
        <p:spPr>
          <a:xfrm>
            <a:off x="3181888" y="5182552"/>
            <a:ext cx="8502215" cy="3343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75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75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75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75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75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75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75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75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75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75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75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12365B"/>
                </a:solidFill>
                <a:latin typeface="Inter"/>
                <a:ea typeface="Inter"/>
                <a:cs typeface="Inter"/>
              </a:rPr>
              <a:t>As faixas resumem a densidade condicional produzida pela LSTM-GMM.</a:t>
            </a:r>
          </a:p>
        </p:txBody>
      </p:sp>
      <p:sp>
        <p:nvSpPr>
          <p:cNvPr id="40" name="Adaptado 40"/>
          <p:cNvSpPr txBox="1"/>
          <p:nvPr/>
        </p:nvSpPr>
        <p:spPr>
          <a:xfrm>
            <a:off x="266700" y="5629275"/>
            <a:ext cx="11658600" cy="9525"/>
          </a:xfrm>
          <a:prstGeom prst="rect">
            <a:avLst/>
          </a:prstGeom>
          <a:solidFill>
            <a:srgbClr val="D6E6F0"/>
          </a:solidFill>
          <a:ln>
            <a:noFill/>
          </a:ln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41" name="Adaptado 41"/>
          <p:cNvSpPr txBox="1"/>
          <p:nvPr/>
        </p:nvSpPr>
        <p:spPr>
          <a:xfrm>
            <a:off x="342900" y="579120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400" b="1">
                <a:solidFill>
                  <a:srgbClr val="009DCD"/>
                </a:solidFill>
                <a:latin typeface="Inter"/>
              </a:rPr>
              <a:t>01</a:t>
            </a:r>
          </a:p>
        </p:txBody>
      </p:sp>
      <p:sp>
        <p:nvSpPr>
          <p:cNvPr id="42" name="Adaptado 42"/>
          <p:cNvSpPr txBox="1"/>
          <p:nvPr/>
        </p:nvSpPr>
        <p:spPr>
          <a:xfrm>
            <a:off x="723900" y="5772150"/>
            <a:ext cx="33147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540" b="0">
                <a:solidFill>
                  <a:srgbClr val="163B5C"/>
                </a:solidFill>
                <a:latin typeface="Inter"/>
              </a:rPr>
              <a:t>5–95%: intervalo nominal de 90%.</a:t>
            </a:r>
          </a:p>
        </p:txBody>
      </p:sp>
      <p:sp>
        <p:nvSpPr>
          <p:cNvPr id="43" name="Adaptado 43"/>
          <p:cNvSpPr txBox="1"/>
          <p:nvPr/>
        </p:nvSpPr>
        <p:spPr>
          <a:xfrm>
            <a:off x="4248150" y="579120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400" b="1">
                <a:solidFill>
                  <a:srgbClr val="0DAE96"/>
                </a:solidFill>
                <a:latin typeface="Inter"/>
              </a:rPr>
              <a:t>02</a:t>
            </a:r>
          </a:p>
        </p:txBody>
      </p:sp>
      <p:sp>
        <p:nvSpPr>
          <p:cNvPr id="44" name="Adaptado 44"/>
          <p:cNvSpPr txBox="1"/>
          <p:nvPr/>
        </p:nvSpPr>
        <p:spPr>
          <a:xfrm>
            <a:off x="4629150" y="5772150"/>
            <a:ext cx="33147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540" b="0">
                <a:solidFill>
                  <a:srgbClr val="163B5C"/>
                </a:solidFill>
                <a:latin typeface="Inter"/>
              </a:rPr>
              <a:t>25–75%: intervalo nominal de 50%.</a:t>
            </a:r>
          </a:p>
        </p:txBody>
      </p:sp>
      <p:sp>
        <p:nvSpPr>
          <p:cNvPr id="45" name="Adaptado 45"/>
          <p:cNvSpPr txBox="1"/>
          <p:nvPr/>
        </p:nvSpPr>
        <p:spPr>
          <a:xfrm>
            <a:off x="8153400" y="579120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400" b="1">
                <a:solidFill>
                  <a:srgbClr val="E89C23"/>
                </a:solidFill>
                <a:latin typeface="Inter"/>
              </a:rPr>
              <a:t>03</a:t>
            </a:r>
          </a:p>
        </p:txBody>
      </p:sp>
      <p:sp>
        <p:nvSpPr>
          <p:cNvPr id="46" name="Adaptado 46"/>
          <p:cNvSpPr txBox="1"/>
          <p:nvPr/>
        </p:nvSpPr>
        <p:spPr>
          <a:xfrm>
            <a:off x="8534400" y="5772150"/>
            <a:ext cx="33147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540" b="0">
                <a:solidFill>
                  <a:srgbClr val="163B5C"/>
                </a:solidFill>
                <a:latin typeface="Inter"/>
              </a:rPr>
              <a:t>A faixa varia ao longo do hidrograma.</a:t>
            </a:r>
          </a:p>
        </p:txBody>
      </p:sp>
      <p:sp>
        <p:nvSpPr>
          <p:cNvPr id="47" name="Adaptado 47"/>
          <p:cNvSpPr txBox="1"/>
          <p:nvPr/>
        </p:nvSpPr>
        <p:spPr>
          <a:xfrm>
            <a:off x="409575" y="6381750"/>
            <a:ext cx="11372850" cy="342900"/>
          </a:xfrm>
          <a:prstGeom prst="rect">
            <a:avLst/>
          </a:prstGeom>
          <a:solidFill>
            <a:srgbClr val="EAF5FC"/>
          </a:solidFill>
          <a:ln>
            <a:noFill/>
          </a:ln>
        </p:spPr>
        <p:txBody>
          <a:bodyPr wrap="square" lIns="0" tIns="0" rIns="0" bIns="0"/>
          <a:lstStyle/>
          <a:p>
            <a:r>
              <a:rPr lang="pt-BR" sz="1640" b="0">
                <a:solidFill>
                  <a:srgbClr val="143958"/>
                </a:solidFill>
                <a:latin typeface="Inter"/>
              </a:rPr>
              <a:t>Os quantis descrevem a distribuição prevista. A cobertura deve ser verificada em muitas previsões.</a:t>
            </a:r>
          </a:p>
        </p:txBody>
      </p:sp>
      <p:sp>
        <p:nvSpPr>
          <p:cNvPr id="48" name="Adaptado 48"/>
          <p:cNvSpPr txBox="1"/>
          <p:nvPr/>
        </p:nvSpPr>
        <p:spPr>
          <a:xfrm>
            <a:off x="266700" y="6753225"/>
            <a:ext cx="10287000" cy="95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750" b="0">
                <a:solidFill>
                  <a:srgbClr val="52738C"/>
                </a:solidFill>
                <a:latin typeface="Inter"/>
              </a:rPr>
              <a:t>HYDRO-UAI  •  CHUVA FUTURA E INCERTEZA</a:t>
            </a:r>
          </a:p>
        </p:txBody>
      </p:sp>
      <p:sp>
        <p:nvSpPr>
          <p:cNvPr id="49" name="Adaptado 49"/>
          <p:cNvSpPr txBox="1"/>
          <p:nvPr/>
        </p:nvSpPr>
        <p:spPr>
          <a:xfrm>
            <a:off x="11334750" y="6753225"/>
            <a:ext cx="666750" cy="95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750" b="0">
                <a:solidFill>
                  <a:srgbClr val="52738C"/>
                </a:solidFill>
                <a:latin typeface="Inter"/>
              </a:rPr>
              <a:t>37 / 45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FCAA0C-30F7-585F-D5C1-67EF64A03C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533" y="952500"/>
            <a:ext cx="8204924" cy="461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015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A97B59-5BD8-4A49-949B-1C664A8945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0A2C4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4F552F-3DE9-4550-89F5-F5F0C809DBE4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55CFF4"/>
                </a:solidFill>
              </a:defRPr>
            </a:defPPr>
            <a:lvl1pPr>
              <a:defRPr sz="1875" b="1">
                <a:solidFill>
                  <a:srgbClr val="55CFF4"/>
                </a:solidFill>
              </a:defRPr>
            </a:lvl1pPr>
            <a:lvl2pPr>
              <a:defRPr sz="1875" b="1">
                <a:solidFill>
                  <a:srgbClr val="55CFF4"/>
                </a:solidFill>
              </a:defRPr>
            </a:lvl2pPr>
            <a:lvl3pPr>
              <a:defRPr sz="1875" b="1">
                <a:solidFill>
                  <a:srgbClr val="55CFF4"/>
                </a:solidFill>
              </a:defRPr>
            </a:lvl3pPr>
            <a:lvl4pPr>
              <a:defRPr sz="1875" b="1">
                <a:solidFill>
                  <a:srgbClr val="55CFF4"/>
                </a:solidFill>
              </a:defRPr>
            </a:lvl4pPr>
            <a:lvl5pPr>
              <a:defRPr sz="1875" b="1">
                <a:solidFill>
                  <a:srgbClr val="55CFF4"/>
                </a:solidFill>
              </a:defRPr>
            </a:lvl5pPr>
            <a:lvl6pPr>
              <a:defRPr sz="1875" b="1">
                <a:solidFill>
                  <a:srgbClr val="55CFF4"/>
                </a:solidFill>
              </a:defRPr>
            </a:lvl6pPr>
            <a:lvl7pPr>
              <a:defRPr sz="1875" b="1">
                <a:solidFill>
                  <a:srgbClr val="55CFF4"/>
                </a:solidFill>
              </a:defRPr>
            </a:lvl7pPr>
            <a:lvl8pPr>
              <a:defRPr sz="1875" b="1">
                <a:solidFill>
                  <a:srgbClr val="55CFF4"/>
                </a:solidFill>
              </a:defRPr>
            </a:lvl8pPr>
            <a:lvl9pPr>
              <a:defRPr sz="1875" b="1">
                <a:solidFill>
                  <a:srgbClr val="55CFF4"/>
                </a:solidFill>
              </a:defRPr>
            </a:lvl9pPr>
          </a:lstStyle>
          <a:p>
            <a:pPr>
              <a:defRPr sz="1875" b="1">
                <a:solidFill>
                  <a:srgbClr val="55CFF4"/>
                </a:solidFill>
              </a:defRPr>
            </a:pPr>
            <a:r>
              <a:rPr lang="en-US" dirty="0"/>
              <a:t>21</a:t>
            </a:r>
            <a:endParaRPr sz="1875" b="1" dirty="0">
              <a:solidFill>
                <a:srgbClr val="55CFF4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59732B-B3F6-47B0-B976-0291B0523E2C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5726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FFFFFF"/>
                </a:solidFill>
              </a:defRPr>
            </a:defPPr>
            <a:lvl1pPr>
              <a:defRPr sz="2325" b="1">
                <a:solidFill>
                  <a:srgbClr val="FFFFFF"/>
                </a:solidFill>
              </a:defRPr>
            </a:lvl1pPr>
            <a:lvl2pPr>
              <a:defRPr sz="2325" b="1">
                <a:solidFill>
                  <a:srgbClr val="FFFFFF"/>
                </a:solidFill>
              </a:defRPr>
            </a:lvl2pPr>
            <a:lvl3pPr>
              <a:defRPr sz="2325" b="1">
                <a:solidFill>
                  <a:srgbClr val="FFFFFF"/>
                </a:solidFill>
              </a:defRPr>
            </a:lvl3pPr>
            <a:lvl4pPr>
              <a:defRPr sz="2325" b="1">
                <a:solidFill>
                  <a:srgbClr val="FFFFFF"/>
                </a:solidFill>
              </a:defRPr>
            </a:lvl4pPr>
            <a:lvl5pPr>
              <a:defRPr sz="2325" b="1">
                <a:solidFill>
                  <a:srgbClr val="FFFFFF"/>
                </a:solidFill>
              </a:defRPr>
            </a:lvl5pPr>
            <a:lvl6pPr>
              <a:defRPr sz="2325" b="1">
                <a:solidFill>
                  <a:srgbClr val="FFFFFF"/>
                </a:solidFill>
              </a:defRPr>
            </a:lvl6pPr>
            <a:lvl7pPr>
              <a:defRPr sz="2325" b="1">
                <a:solidFill>
                  <a:srgbClr val="FFFFFF"/>
                </a:solidFill>
              </a:defRPr>
            </a:lvl7pPr>
            <a:lvl8pPr>
              <a:defRPr sz="2325" b="1">
                <a:solidFill>
                  <a:srgbClr val="FFFFFF"/>
                </a:solidFill>
              </a:defRPr>
            </a:lvl8pPr>
            <a:lvl9pPr>
              <a:defRPr sz="2325" b="1">
                <a:solidFill>
                  <a:srgbClr val="FFFFFF"/>
                </a:solidFill>
              </a:defRPr>
            </a:lvl9pPr>
          </a:lstStyle>
          <a:p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LSTM-GMM: previsão probabilística de vazões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EFCB5B-DE71-46AD-8F9F-ABB87604A2EC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5BAFA3-2DA6-4B77-AB4A-9B8B0DBBE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" y="771525"/>
            <a:ext cx="12096750" cy="6048375"/>
          </a:xfrm>
          <a:prstGeom prst="rect">
            <a:avLst/>
          </a:prstGeom>
        </p:spPr>
      </p:pic>
      <p:pic>
        <p:nvPicPr>
          <p:cNvPr id="7" name="lstm_gmm_animacao">
            <a:hlinkClick r:id="" action="ppaction://media"/>
            <a:extLst>
              <a:ext uri="{FF2B5EF4-FFF2-40B4-BE49-F238E27FC236}">
                <a16:creationId xmlns:a16="http://schemas.microsoft.com/office/drawing/2014/main" id="{7DDDB453-8FAF-03C3-8A1A-1B095DDC898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5206" y="79175"/>
            <a:ext cx="11797244" cy="663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363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C5AD79-013C-30B7-B839-6B036F28CC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oundRect">
            <a:avLst>
              <a:gd name="adj" fmla="val 10256"/>
            </a:avLst>
          </a:prstGeom>
          <a:solidFill>
            <a:srgbClr val="0A2C4D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B0DFDC-57ED-BBF6-7622-CCEB00B2F3EF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>
            <a:pPr>
              <a:defRPr sz="1875" b="1">
                <a:solidFill>
                  <a:srgbClr val="FFFFFF"/>
                </a:solidFill>
              </a:defRPr>
            </a:pPr>
            <a:r>
              <a:rPr lang="en-US" dirty="0"/>
              <a:t>22</a:t>
            </a:r>
            <a:endParaRPr sz="1875" b="1"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F88C4B-FABD-8844-F401-220766276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6603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AE43C0-E18A-1FE9-F3CB-F76DDCCC2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144AFD7-FFD0-F796-2FA8-3DC9BAE86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05625" y="0"/>
            <a:ext cx="51435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64A2BCC-7E1F-AA18-7894-42E1C2EC19DD}"/>
              </a:ext>
            </a:extLst>
          </p:cNvPr>
          <p:cNvSpPr>
            <a:spLocks noGrp="1"/>
          </p:cNvSpPr>
          <p:nvPr/>
        </p:nvSpPr>
        <p:spPr>
          <a:xfrm>
            <a:off x="6667500" y="0"/>
            <a:ext cx="76200" cy="6858000"/>
          </a:xfrm>
          <a:prstGeom prst="rect">
            <a:avLst/>
          </a:prstGeom>
          <a:solidFill>
            <a:srgbClr val="64DDF5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E3F96D-813B-1E0D-D3E2-0ED17E4D5931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64DDF5"/>
                </a:solidFill>
              </a:defRPr>
            </a:defPPr>
            <a:lvl1pPr>
              <a:defRPr sz="1200" b="1">
                <a:solidFill>
                  <a:srgbClr val="64DDF5"/>
                </a:solidFill>
              </a:defRPr>
            </a:lvl1pPr>
            <a:lvl2pPr>
              <a:defRPr sz="1200" b="1">
                <a:solidFill>
                  <a:srgbClr val="64DDF5"/>
                </a:solidFill>
              </a:defRPr>
            </a:lvl2pPr>
            <a:lvl3pPr>
              <a:defRPr sz="1200" b="1">
                <a:solidFill>
                  <a:srgbClr val="64DDF5"/>
                </a:solidFill>
              </a:defRPr>
            </a:lvl3pPr>
            <a:lvl4pPr>
              <a:defRPr sz="1200" b="1">
                <a:solidFill>
                  <a:srgbClr val="64DDF5"/>
                </a:solidFill>
              </a:defRPr>
            </a:lvl4pPr>
            <a:lvl5pPr>
              <a:defRPr sz="1200" b="1">
                <a:solidFill>
                  <a:srgbClr val="64DDF5"/>
                </a:solidFill>
              </a:defRPr>
            </a:lvl5pPr>
            <a:lvl6pPr>
              <a:defRPr sz="1200" b="1">
                <a:solidFill>
                  <a:srgbClr val="64DDF5"/>
                </a:solidFill>
              </a:defRPr>
            </a:lvl6pPr>
            <a:lvl7pPr>
              <a:defRPr sz="1200" b="1">
                <a:solidFill>
                  <a:srgbClr val="64DDF5"/>
                </a:solidFill>
              </a:defRPr>
            </a:lvl7pPr>
            <a:lvl8pPr>
              <a:defRPr sz="1200" b="1">
                <a:solidFill>
                  <a:srgbClr val="64DDF5"/>
                </a:solidFill>
              </a:defRPr>
            </a:lvl8pPr>
            <a:lvl9pPr>
              <a:defRPr sz="1200" b="1">
                <a:solidFill>
                  <a:srgbClr val="64DDF5"/>
                </a:solidFill>
              </a:defRPr>
            </a:lvl9pPr>
          </a:lstStyle>
          <a:p>
            <a:pPr>
              <a:defRPr sz="1200" b="1">
                <a:solidFill>
                  <a:srgbClr val="64DDF5"/>
                </a:solidFill>
              </a:defRPr>
            </a:pPr>
            <a:r>
              <a:rPr sz="1200" b="1">
                <a:solidFill>
                  <a:srgbClr val="64DDF5"/>
                </a:solidFill>
              </a:rPr>
              <a:t>HYDRO-UAI  •  EPAGRI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773012-BE16-0187-BB0B-732D953DF837}"/>
              </a:ext>
            </a:extLst>
          </p:cNvPr>
          <p:cNvSpPr>
            <a:spLocks noGrp="1"/>
          </p:cNvSpPr>
          <p:nvPr/>
        </p:nvSpPr>
        <p:spPr>
          <a:xfrm>
            <a:off x="514350" y="1752600"/>
            <a:ext cx="590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4050" b="1">
                <a:solidFill>
                  <a:srgbClr val="F4F8FF"/>
                </a:solidFill>
              </a:defRPr>
            </a:defPPr>
            <a:lvl1pPr>
              <a:defRPr sz="4050" b="1">
                <a:solidFill>
                  <a:srgbClr val="F4F8FF"/>
                </a:solidFill>
              </a:defRPr>
            </a:lvl1pPr>
            <a:lvl2pPr>
              <a:defRPr sz="4050" b="1">
                <a:solidFill>
                  <a:srgbClr val="F4F8FF"/>
                </a:solidFill>
              </a:defRPr>
            </a:lvl2pPr>
            <a:lvl3pPr>
              <a:defRPr sz="4050" b="1">
                <a:solidFill>
                  <a:srgbClr val="F4F8FF"/>
                </a:solidFill>
              </a:defRPr>
            </a:lvl3pPr>
            <a:lvl4pPr>
              <a:defRPr sz="4050" b="1">
                <a:solidFill>
                  <a:srgbClr val="F4F8FF"/>
                </a:solidFill>
              </a:defRPr>
            </a:lvl4pPr>
            <a:lvl5pPr>
              <a:defRPr sz="4050" b="1">
                <a:solidFill>
                  <a:srgbClr val="F4F8FF"/>
                </a:solidFill>
              </a:defRPr>
            </a:lvl5pPr>
            <a:lvl6pPr>
              <a:defRPr sz="4050" b="1">
                <a:solidFill>
                  <a:srgbClr val="F4F8FF"/>
                </a:solidFill>
              </a:defRPr>
            </a:lvl6pPr>
            <a:lvl7pPr>
              <a:defRPr sz="4050" b="1">
                <a:solidFill>
                  <a:srgbClr val="F4F8FF"/>
                </a:solidFill>
              </a:defRPr>
            </a:lvl7pPr>
            <a:lvl8pPr>
              <a:defRPr sz="4050" b="1">
                <a:solidFill>
                  <a:srgbClr val="F4F8FF"/>
                </a:solidFill>
              </a:defRPr>
            </a:lvl8pPr>
            <a:lvl9pPr>
              <a:defRPr sz="4050" b="1">
                <a:solidFill>
                  <a:srgbClr val="F4F8FF"/>
                </a:solidFill>
              </a:defRPr>
            </a:lvl9pPr>
          </a:lstStyle>
          <a:p>
            <a:pPr>
              <a:defRPr sz="4050" b="1">
                <a:solidFill>
                  <a:srgbClr val="F4F8FF"/>
                </a:solidFill>
              </a:defRPr>
            </a:pPr>
            <a:r>
              <a:rPr sz="4050" b="1" dirty="0" err="1">
                <a:solidFill>
                  <a:srgbClr val="F4F8FF"/>
                </a:solidFill>
              </a:rPr>
              <a:t>Curso</a:t>
            </a:r>
            <a:r>
              <a:rPr sz="4050" b="1" dirty="0">
                <a:solidFill>
                  <a:srgbClr val="F4F8FF"/>
                </a:solidFill>
              </a:rPr>
              <a:t> </a:t>
            </a:r>
            <a:r>
              <a:rPr sz="4050" b="1" dirty="0" err="1">
                <a:solidFill>
                  <a:srgbClr val="F4F8FF"/>
                </a:solidFill>
              </a:rPr>
              <a:t>Epagri</a:t>
            </a:r>
            <a:endParaRPr sz="4050" b="1" dirty="0">
              <a:solidFill>
                <a:srgbClr val="F4F8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730266-BC6C-00BA-5437-B1F5778A7D36}"/>
              </a:ext>
            </a:extLst>
          </p:cNvPr>
          <p:cNvSpPr>
            <a:spLocks noGrp="1"/>
          </p:cNvSpPr>
          <p:nvPr/>
        </p:nvSpPr>
        <p:spPr>
          <a:xfrm>
            <a:off x="514350" y="2419350"/>
            <a:ext cx="59055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5850" b="1">
                <a:solidFill>
                  <a:srgbClr val="64DDF5"/>
                </a:solidFill>
              </a:defRPr>
            </a:defPPr>
            <a:lvl1pPr>
              <a:defRPr sz="5850" b="1">
                <a:solidFill>
                  <a:srgbClr val="64DDF5"/>
                </a:solidFill>
              </a:defRPr>
            </a:lvl1pPr>
            <a:lvl2pPr>
              <a:defRPr sz="5850" b="1">
                <a:solidFill>
                  <a:srgbClr val="64DDF5"/>
                </a:solidFill>
              </a:defRPr>
            </a:lvl2pPr>
            <a:lvl3pPr>
              <a:defRPr sz="5850" b="1">
                <a:solidFill>
                  <a:srgbClr val="64DDF5"/>
                </a:solidFill>
              </a:defRPr>
            </a:lvl3pPr>
            <a:lvl4pPr>
              <a:defRPr sz="5850" b="1">
                <a:solidFill>
                  <a:srgbClr val="64DDF5"/>
                </a:solidFill>
              </a:defRPr>
            </a:lvl4pPr>
            <a:lvl5pPr>
              <a:defRPr sz="5850" b="1">
                <a:solidFill>
                  <a:srgbClr val="64DDF5"/>
                </a:solidFill>
              </a:defRPr>
            </a:lvl5pPr>
            <a:lvl6pPr>
              <a:defRPr sz="5850" b="1">
                <a:solidFill>
                  <a:srgbClr val="64DDF5"/>
                </a:solidFill>
              </a:defRPr>
            </a:lvl6pPr>
            <a:lvl7pPr>
              <a:defRPr sz="5850" b="1">
                <a:solidFill>
                  <a:srgbClr val="64DDF5"/>
                </a:solidFill>
              </a:defRPr>
            </a:lvl7pPr>
            <a:lvl8pPr>
              <a:defRPr sz="5850" b="1">
                <a:solidFill>
                  <a:srgbClr val="64DDF5"/>
                </a:solidFill>
              </a:defRPr>
            </a:lvl8pPr>
            <a:lvl9pPr>
              <a:defRPr sz="5850" b="1">
                <a:solidFill>
                  <a:srgbClr val="64DDF5"/>
                </a:solidFill>
              </a:defRPr>
            </a:lvl9pPr>
          </a:lstStyle>
          <a:p>
            <a:pPr>
              <a:defRPr sz="5850" b="1">
                <a:solidFill>
                  <a:srgbClr val="64DDF5"/>
                </a:solidFill>
              </a:defRPr>
            </a:pPr>
            <a:r>
              <a:rPr sz="5850" b="1">
                <a:solidFill>
                  <a:srgbClr val="64DDF5"/>
                </a:solidFill>
              </a:rPr>
              <a:t>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8A3CDC-5F94-C017-FC00-A6D73BD79CB2}"/>
              </a:ext>
            </a:extLst>
          </p:cNvPr>
          <p:cNvSpPr>
            <a:spLocks noGrp="1"/>
          </p:cNvSpPr>
          <p:nvPr/>
        </p:nvSpPr>
        <p:spPr>
          <a:xfrm>
            <a:off x="552450" y="3486150"/>
            <a:ext cx="952500" cy="47625"/>
          </a:xfrm>
          <a:prstGeom prst="rect">
            <a:avLst/>
          </a:prstGeom>
          <a:solidFill>
            <a:srgbClr val="54DDC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37CA57-1D9B-D55F-02DA-DE46A2CAA279}"/>
              </a:ext>
            </a:extLst>
          </p:cNvPr>
          <p:cNvSpPr>
            <a:spLocks noGrp="1"/>
          </p:cNvSpPr>
          <p:nvPr/>
        </p:nvSpPr>
        <p:spPr>
          <a:xfrm>
            <a:off x="552450" y="3771900"/>
            <a:ext cx="5953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F4F8FF"/>
                </a:solidFill>
              </a:defRPr>
            </a:defPPr>
            <a:lvl1pPr>
              <a:defRPr sz="2100" b="1">
                <a:solidFill>
                  <a:srgbClr val="F4F8FF"/>
                </a:solidFill>
              </a:defRPr>
            </a:lvl1pPr>
            <a:lvl2pPr>
              <a:defRPr sz="2100" b="1">
                <a:solidFill>
                  <a:srgbClr val="F4F8FF"/>
                </a:solidFill>
              </a:defRPr>
            </a:lvl2pPr>
            <a:lvl3pPr>
              <a:defRPr sz="2100" b="1">
                <a:solidFill>
                  <a:srgbClr val="F4F8FF"/>
                </a:solidFill>
              </a:defRPr>
            </a:lvl3pPr>
            <a:lvl4pPr>
              <a:defRPr sz="2100" b="1">
                <a:solidFill>
                  <a:srgbClr val="F4F8FF"/>
                </a:solidFill>
              </a:defRPr>
            </a:lvl4pPr>
            <a:lvl5pPr>
              <a:defRPr sz="2100" b="1">
                <a:solidFill>
                  <a:srgbClr val="F4F8FF"/>
                </a:solidFill>
              </a:defRPr>
            </a:lvl5pPr>
            <a:lvl6pPr>
              <a:defRPr sz="2100" b="1">
                <a:solidFill>
                  <a:srgbClr val="F4F8FF"/>
                </a:solidFill>
              </a:defRPr>
            </a:lvl6pPr>
            <a:lvl7pPr>
              <a:defRPr sz="2100" b="1">
                <a:solidFill>
                  <a:srgbClr val="F4F8FF"/>
                </a:solidFill>
              </a:defRPr>
            </a:lvl7pPr>
            <a:lvl8pPr>
              <a:defRPr sz="2100" b="1">
                <a:solidFill>
                  <a:srgbClr val="F4F8FF"/>
                </a:solidFill>
              </a:defRPr>
            </a:lvl8pPr>
            <a:lvl9pPr>
              <a:defRPr sz="2100" b="1">
                <a:solidFill>
                  <a:srgbClr val="F4F8FF"/>
                </a:solidFill>
              </a:defRPr>
            </a:lvl9pPr>
          </a:lstStyle>
          <a:p>
            <a:pPr>
              <a:defRPr sz="2100" b="1">
                <a:solidFill>
                  <a:srgbClr val="F4F8FF"/>
                </a:solidFill>
              </a:defRPr>
            </a:pPr>
            <a:r>
              <a:rPr lang="en-US" sz="2100" b="1" dirty="0">
                <a:solidFill>
                  <a:srgbClr val="F4F8FF"/>
                </a:solidFill>
              </a:rPr>
              <a:t>OBRIGADO!</a:t>
            </a:r>
            <a:endParaRPr sz="2100" b="1" dirty="0">
              <a:solidFill>
                <a:srgbClr val="F4F8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2D9FBD-37BC-3776-2242-E0344BFFC710}"/>
              </a:ext>
            </a:extLst>
          </p:cNvPr>
          <p:cNvSpPr>
            <a:spLocks noGrp="1"/>
          </p:cNvSpPr>
          <p:nvPr/>
        </p:nvSpPr>
        <p:spPr>
          <a:xfrm>
            <a:off x="552450" y="5505450"/>
            <a:ext cx="581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F4F8FF"/>
                </a:solidFill>
              </a:defRPr>
            </a:defPPr>
            <a:lvl1pPr>
              <a:defRPr sz="1350" b="0">
                <a:solidFill>
                  <a:srgbClr val="F4F8FF"/>
                </a:solidFill>
              </a:defRPr>
            </a:lvl1pPr>
            <a:lvl2pPr>
              <a:defRPr sz="1350" b="0">
                <a:solidFill>
                  <a:srgbClr val="F4F8FF"/>
                </a:solidFill>
              </a:defRPr>
            </a:lvl2pPr>
            <a:lvl3pPr>
              <a:defRPr sz="1350" b="0">
                <a:solidFill>
                  <a:srgbClr val="F4F8FF"/>
                </a:solidFill>
              </a:defRPr>
            </a:lvl3pPr>
            <a:lvl4pPr>
              <a:defRPr sz="1350" b="0">
                <a:solidFill>
                  <a:srgbClr val="F4F8FF"/>
                </a:solidFill>
              </a:defRPr>
            </a:lvl4pPr>
            <a:lvl5pPr>
              <a:defRPr sz="1350" b="0">
                <a:solidFill>
                  <a:srgbClr val="F4F8FF"/>
                </a:solidFill>
              </a:defRPr>
            </a:lvl5pPr>
            <a:lvl6pPr>
              <a:defRPr sz="1350" b="0">
                <a:solidFill>
                  <a:srgbClr val="F4F8FF"/>
                </a:solidFill>
              </a:defRPr>
            </a:lvl6pPr>
            <a:lvl7pPr>
              <a:defRPr sz="1350" b="0">
                <a:solidFill>
                  <a:srgbClr val="F4F8FF"/>
                </a:solidFill>
              </a:defRPr>
            </a:lvl7pPr>
            <a:lvl8pPr>
              <a:defRPr sz="1350" b="0">
                <a:solidFill>
                  <a:srgbClr val="F4F8FF"/>
                </a:solidFill>
              </a:defRPr>
            </a:lvl8pPr>
            <a:lvl9pPr>
              <a:defRPr sz="1350" b="0">
                <a:solidFill>
                  <a:srgbClr val="F4F8FF"/>
                </a:solidFill>
              </a:defRPr>
            </a:lvl9pPr>
          </a:lstStyle>
          <a:p>
            <a:pPr>
              <a:defRPr sz="1350" b="0">
                <a:solidFill>
                  <a:srgbClr val="F4F8FF"/>
                </a:solidFill>
              </a:defRPr>
            </a:pPr>
            <a:r>
              <a:rPr sz="1350" b="0">
                <a:solidFill>
                  <a:srgbClr val="F4F8FF"/>
                </a:solidFill>
              </a:rPr>
              <a:t>André Ferreira Rodrigues  •  Bruno Melo Brentan</a:t>
            </a:r>
          </a:p>
          <a:p>
            <a:pPr>
              <a:defRPr sz="1350" b="0">
                <a:solidFill>
                  <a:srgbClr val="F4F8FF"/>
                </a:solidFill>
              </a:defRPr>
            </a:pPr>
            <a:r>
              <a:rPr sz="1350" b="0">
                <a:solidFill>
                  <a:srgbClr val="F4F8FF"/>
                </a:solidFill>
              </a:rPr>
              <a:t>Rodrigo Perdigão Bezerra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DDD259-48F8-C05C-D942-17D3B2DBDCD7}"/>
              </a:ext>
            </a:extLst>
          </p:cNvPr>
          <p:cNvSpPr>
            <a:spLocks noGrp="1"/>
          </p:cNvSpPr>
          <p:nvPr/>
        </p:nvSpPr>
        <p:spPr>
          <a:xfrm>
            <a:off x="5429250" y="6429375"/>
            <a:ext cx="114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 b="1">
                <a:solidFill>
                  <a:srgbClr val="54DDCB"/>
                </a:solidFill>
              </a:defRPr>
            </a:defPPr>
            <a:lvl1pPr>
              <a:defRPr sz="1050" b="1">
                <a:solidFill>
                  <a:srgbClr val="54DDCB"/>
                </a:solidFill>
              </a:defRPr>
            </a:lvl1pPr>
            <a:lvl2pPr>
              <a:defRPr sz="1050" b="1">
                <a:solidFill>
                  <a:srgbClr val="54DDCB"/>
                </a:solidFill>
              </a:defRPr>
            </a:lvl2pPr>
            <a:lvl3pPr>
              <a:defRPr sz="1050" b="1">
                <a:solidFill>
                  <a:srgbClr val="54DDCB"/>
                </a:solidFill>
              </a:defRPr>
            </a:lvl3pPr>
            <a:lvl4pPr>
              <a:defRPr sz="1050" b="1">
                <a:solidFill>
                  <a:srgbClr val="54DDCB"/>
                </a:solidFill>
              </a:defRPr>
            </a:lvl4pPr>
            <a:lvl5pPr>
              <a:defRPr sz="1050" b="1">
                <a:solidFill>
                  <a:srgbClr val="54DDCB"/>
                </a:solidFill>
              </a:defRPr>
            </a:lvl5pPr>
            <a:lvl6pPr>
              <a:defRPr sz="1050" b="1">
                <a:solidFill>
                  <a:srgbClr val="54DDCB"/>
                </a:solidFill>
              </a:defRPr>
            </a:lvl6pPr>
            <a:lvl7pPr>
              <a:defRPr sz="1050" b="1">
                <a:solidFill>
                  <a:srgbClr val="54DDCB"/>
                </a:solidFill>
              </a:defRPr>
            </a:lvl7pPr>
            <a:lvl8pPr>
              <a:defRPr sz="1050" b="1">
                <a:solidFill>
                  <a:srgbClr val="54DDCB"/>
                </a:solidFill>
              </a:defRPr>
            </a:lvl8pPr>
            <a:lvl9pPr>
              <a:defRPr sz="1050" b="1">
                <a:solidFill>
                  <a:srgbClr val="54DDCB"/>
                </a:solidFill>
              </a:defRPr>
            </a:lvl9pPr>
          </a:lstStyle>
          <a:p>
            <a:pPr>
              <a:defRPr sz="1050" b="1">
                <a:solidFill>
                  <a:srgbClr val="54DDCB"/>
                </a:solidFill>
              </a:defRPr>
            </a:pPr>
            <a:r>
              <a:rPr sz="1050" b="1">
                <a:solidFill>
                  <a:srgbClr val="54DDCB"/>
                </a:solidFill>
              </a:rPr>
              <a:t>AULA 05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404989-F592-5976-085A-1FEED08DF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52450" y="6194996"/>
            <a:ext cx="590550" cy="56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1625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828D0A93C83E44937FD36489FD8449" ma:contentTypeVersion="16" ma:contentTypeDescription="Create a new document." ma:contentTypeScope="" ma:versionID="ce6ec7129fab28fcd08106a0f5d6cf33">
  <xsd:schema xmlns:xsd="http://www.w3.org/2001/XMLSchema" xmlns:xs="http://www.w3.org/2001/XMLSchema" xmlns:p="http://schemas.microsoft.com/office/2006/metadata/properties" xmlns:ns3="98934593-4124-4331-9de8-e2234d2aeaf0" xmlns:ns4="79b4d503-f013-4e9a-b8c0-13b54be3d8f9" targetNamespace="http://schemas.microsoft.com/office/2006/metadata/properties" ma:root="true" ma:fieldsID="d8d1a71cec77fce7400ed74deb55fa4f" ns3:_="" ns4:_="">
    <xsd:import namespace="98934593-4124-4331-9de8-e2234d2aeaf0"/>
    <xsd:import namespace="79b4d503-f013-4e9a-b8c0-13b54be3d8f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_activity" minOccurs="0"/>
                <xsd:element ref="ns3:MediaServiceLocation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934593-4124-4331-9de8-e2234d2aea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b4d503-f013-4e9a-b8c0-13b54be3d8f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8934593-4124-4331-9de8-e2234d2aeaf0" xsi:nil="true"/>
  </documentManagement>
</p:properties>
</file>

<file path=customXml/itemProps1.xml><?xml version="1.0" encoding="utf-8"?>
<ds:datastoreItem xmlns:ds="http://schemas.openxmlformats.org/officeDocument/2006/customXml" ds:itemID="{52E12FAB-C4E0-46DB-86B2-8BF77963E5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934593-4124-4331-9de8-e2234d2aeaf0"/>
    <ds:schemaRef ds:uri="79b4d503-f013-4e9a-b8c0-13b54be3d8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46DBDB9-C8AE-489E-B5CF-892E42F09D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706F82-BA9D-49F2-8CF6-B286C8ABF398}">
  <ds:schemaRefs>
    <ds:schemaRef ds:uri="http://schemas.microsoft.com/office/2006/metadata/properties"/>
    <ds:schemaRef ds:uri="http://schemas.microsoft.com/office/infopath/2007/PartnerControls"/>
    <ds:schemaRef ds:uri="98934593-4124-4331-9de8-e2234d2aeaf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3103</Words>
  <Application>Microsoft Office PowerPoint</Application>
  <DocSecurity>0</DocSecurity>
  <PresentationFormat>Widescreen</PresentationFormat>
  <Paragraphs>504</Paragraphs>
  <Slides>23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Inter</vt:lpstr>
      <vt:lpstr>ChatGPT</vt:lpstr>
      <vt:lpstr>ChatGPT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André Ferreira Rodrigues</cp:lastModifiedBy>
  <cp:revision>1</cp:revision>
  <dcterms:created xsi:type="dcterms:W3CDTF">2026-10-18T12:55:14Z</dcterms:created>
  <dcterms:modified xsi:type="dcterms:W3CDTF">2026-10-19T09:57:24Z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0x010100B7828D0A93C83E44937FD36489FD8449</vt:lpwstr>
  </property>
</Properties>
</file>