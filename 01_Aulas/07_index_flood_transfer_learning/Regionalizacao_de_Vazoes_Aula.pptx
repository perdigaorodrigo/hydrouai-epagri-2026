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11.xml" ContentType="application/vnd.openxmlformats-officedocument.presentationml.notesSlide+xml"/>
  <Override PartName="/ppt/charts/chart6.xml" ContentType="application/vnd.openxmlformats-officedocument.drawingml.chart+xml"/>
  <Override PartName="/ppt/notesSlides/notesSlide12.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notesSlides/notesSlide13.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12.xml" ContentType="application/vnd.openxmlformats-officedocument.drawingml.chart+xml"/>
  <Override PartName="/ppt/charts/chart13.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14.xml" ContentType="application/vnd.openxmlformats-officedocument.drawingml.chart+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284"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é Ferreira Rodrigues" userId="4d6372f0c5f1f077" providerId="LiveId" clId="{966B745C-298F-460E-9885-2942E7ED1A96}"/>
    <pc:docChg chg="delSld">
      <pc:chgData name="André Ferreira Rodrigues" userId="4d6372f0c5f1f077" providerId="LiveId" clId="{966B745C-298F-460E-9885-2942E7ED1A96}" dt="2026-10-22T12:50:27.341" v="3" actId="47"/>
      <pc:docMkLst>
        <pc:docMk/>
      </pc:docMkLst>
      <pc:sldChg chg="del">
        <pc:chgData name="André Ferreira Rodrigues" userId="4d6372f0c5f1f077" providerId="LiveId" clId="{966B745C-298F-460E-9885-2942E7ED1A96}" dt="2026-10-22T12:50:21.888" v="0" actId="47"/>
        <pc:sldMkLst>
          <pc:docMk/>
          <pc:sldMk cId="1367401745" sldId="290"/>
        </pc:sldMkLst>
      </pc:sldChg>
      <pc:sldChg chg="del">
        <pc:chgData name="André Ferreira Rodrigues" userId="4d6372f0c5f1f077" providerId="LiveId" clId="{966B745C-298F-460E-9885-2942E7ED1A96}" dt="2026-10-22T12:50:25.150" v="1" actId="47"/>
        <pc:sldMkLst>
          <pc:docMk/>
          <pc:sldMk cId="1793363213" sldId="291"/>
        </pc:sldMkLst>
      </pc:sldChg>
      <pc:sldChg chg="del">
        <pc:chgData name="André Ferreira Rodrigues" userId="4d6372f0c5f1f077" providerId="LiveId" clId="{966B745C-298F-460E-9885-2942E7ED1A96}" dt="2026-10-22T12:50:26.541" v="2" actId="47"/>
        <pc:sldMkLst>
          <pc:docMk/>
          <pc:sldMk cId="2004231831" sldId="292"/>
        </pc:sldMkLst>
      </pc:sldChg>
      <pc:sldChg chg="del">
        <pc:chgData name="André Ferreira Rodrigues" userId="4d6372f0c5f1f077" providerId="LiveId" clId="{966B745C-298F-460E-9885-2942E7ED1A96}" dt="2026-10-22T12:50:27.341" v="3" actId="47"/>
        <pc:sldMkLst>
          <pc:docMk/>
          <pc:sldMk cId="1218341033" sldId="293"/>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Curva de permanência</c:v>
          </c:tx>
          <c:spPr>
            <a:ln w="28575">
              <a:solidFill>
                <a:srgbClr val="087F88"/>
              </a:solidFill>
              <a:prstDash val="solid"/>
            </a:ln>
          </c:spPr>
          <c:marker>
            <c:symbol val="none"/>
          </c:marker>
          <c:xVal>
            <c:numRef>
              <c:f>'Chart Data'!$A$2:$A$120</c:f>
              <c:numCache>
                <c:formatCode>General</c:formatCode>
                <c:ptCount val="119"/>
                <c:pt idx="0">
                  <c:v>9.1241000000000003E-2</c:v>
                </c:pt>
                <c:pt idx="1">
                  <c:v>0.95886199999999999</c:v>
                </c:pt>
                <c:pt idx="2">
                  <c:v>1.8264819999999999</c:v>
                </c:pt>
                <c:pt idx="3">
                  <c:v>2.6941030000000001</c:v>
                </c:pt>
                <c:pt idx="4">
                  <c:v>3.5617239999999999</c:v>
                </c:pt>
                <c:pt idx="5">
                  <c:v>4.4293440000000004</c:v>
                </c:pt>
                <c:pt idx="6">
                  <c:v>5.2969650000000001</c:v>
                </c:pt>
                <c:pt idx="7">
                  <c:v>6.1645859999999999</c:v>
                </c:pt>
                <c:pt idx="8">
                  <c:v>7.0322060000000004</c:v>
                </c:pt>
                <c:pt idx="9">
                  <c:v>7.8998270000000002</c:v>
                </c:pt>
                <c:pt idx="10">
                  <c:v>8.7674479999999999</c:v>
                </c:pt>
                <c:pt idx="11">
                  <c:v>9.6350689999999997</c:v>
                </c:pt>
                <c:pt idx="12">
                  <c:v>10.502689</c:v>
                </c:pt>
                <c:pt idx="13">
                  <c:v>11.37031</c:v>
                </c:pt>
                <c:pt idx="14">
                  <c:v>12.237931</c:v>
                </c:pt>
                <c:pt idx="15">
                  <c:v>13.105551</c:v>
                </c:pt>
                <c:pt idx="16">
                  <c:v>13.973172</c:v>
                </c:pt>
                <c:pt idx="17">
                  <c:v>14.840793</c:v>
                </c:pt>
                <c:pt idx="18">
                  <c:v>15.708413</c:v>
                </c:pt>
                <c:pt idx="19">
                  <c:v>16.576034</c:v>
                </c:pt>
                <c:pt idx="20">
                  <c:v>17.443655</c:v>
                </c:pt>
                <c:pt idx="21">
                  <c:v>18.311274999999998</c:v>
                </c:pt>
                <c:pt idx="22">
                  <c:v>19.178896000000002</c:v>
                </c:pt>
                <c:pt idx="23">
                  <c:v>20.046517000000001</c:v>
                </c:pt>
                <c:pt idx="24">
                  <c:v>20.914138000000001</c:v>
                </c:pt>
                <c:pt idx="25">
                  <c:v>21.781758</c:v>
                </c:pt>
                <c:pt idx="26">
                  <c:v>22.649379</c:v>
                </c:pt>
                <c:pt idx="27">
                  <c:v>23.516999999999999</c:v>
                </c:pt>
                <c:pt idx="28">
                  <c:v>24.384620000000002</c:v>
                </c:pt>
                <c:pt idx="29">
                  <c:v>25.252241000000001</c:v>
                </c:pt>
                <c:pt idx="30">
                  <c:v>26.119862000000001</c:v>
                </c:pt>
                <c:pt idx="31">
                  <c:v>26.987482</c:v>
                </c:pt>
                <c:pt idx="32">
                  <c:v>27.855103</c:v>
                </c:pt>
                <c:pt idx="33">
                  <c:v>28.722723999999999</c:v>
                </c:pt>
                <c:pt idx="34">
                  <c:v>29.590344000000002</c:v>
                </c:pt>
                <c:pt idx="35">
                  <c:v>30.457965000000002</c:v>
                </c:pt>
                <c:pt idx="36">
                  <c:v>31.325586000000001</c:v>
                </c:pt>
                <c:pt idx="37">
                  <c:v>32.193207000000001</c:v>
                </c:pt>
                <c:pt idx="38">
                  <c:v>33.060827000000003</c:v>
                </c:pt>
                <c:pt idx="39">
                  <c:v>33.928448000000003</c:v>
                </c:pt>
                <c:pt idx="40">
                  <c:v>34.796069000000003</c:v>
                </c:pt>
                <c:pt idx="41">
                  <c:v>35.663688999999998</c:v>
                </c:pt>
                <c:pt idx="42">
                  <c:v>36.531309999999998</c:v>
                </c:pt>
                <c:pt idx="43">
                  <c:v>37.398930999999997</c:v>
                </c:pt>
                <c:pt idx="44">
                  <c:v>38.266551</c:v>
                </c:pt>
                <c:pt idx="45">
                  <c:v>39.134172</c:v>
                </c:pt>
                <c:pt idx="46">
                  <c:v>40.001792999999999</c:v>
                </c:pt>
                <c:pt idx="47">
                  <c:v>40.869413000000002</c:v>
                </c:pt>
                <c:pt idx="48">
                  <c:v>41.737034000000001</c:v>
                </c:pt>
                <c:pt idx="49">
                  <c:v>42.604655000000001</c:v>
                </c:pt>
                <c:pt idx="50">
                  <c:v>43.472276000000001</c:v>
                </c:pt>
                <c:pt idx="51">
                  <c:v>44.339896000000003</c:v>
                </c:pt>
                <c:pt idx="52">
                  <c:v>45.207517000000003</c:v>
                </c:pt>
                <c:pt idx="53">
                  <c:v>46.075138000000003</c:v>
                </c:pt>
                <c:pt idx="54">
                  <c:v>46.942757999999998</c:v>
                </c:pt>
                <c:pt idx="55">
                  <c:v>47.810378999999998</c:v>
                </c:pt>
                <c:pt idx="56">
                  <c:v>48.677999999999997</c:v>
                </c:pt>
                <c:pt idx="57">
                  <c:v>49.54562</c:v>
                </c:pt>
                <c:pt idx="58">
                  <c:v>50.413240999999999</c:v>
                </c:pt>
                <c:pt idx="59">
                  <c:v>51.280861999999999</c:v>
                </c:pt>
                <c:pt idx="60">
                  <c:v>52.148482999999999</c:v>
                </c:pt>
                <c:pt idx="61">
                  <c:v>53.016103000000001</c:v>
                </c:pt>
                <c:pt idx="62">
                  <c:v>53.883724000000001</c:v>
                </c:pt>
                <c:pt idx="63">
                  <c:v>54.751345000000001</c:v>
                </c:pt>
                <c:pt idx="64">
                  <c:v>55.618965000000003</c:v>
                </c:pt>
                <c:pt idx="65">
                  <c:v>56.486586000000003</c:v>
                </c:pt>
                <c:pt idx="66">
                  <c:v>57.354207000000002</c:v>
                </c:pt>
                <c:pt idx="67">
                  <c:v>58.221826999999998</c:v>
                </c:pt>
                <c:pt idx="68">
                  <c:v>59.089447999999997</c:v>
                </c:pt>
                <c:pt idx="69">
                  <c:v>59.957068999999997</c:v>
                </c:pt>
                <c:pt idx="70">
                  <c:v>60.824688999999999</c:v>
                </c:pt>
                <c:pt idx="71">
                  <c:v>61.692309999999999</c:v>
                </c:pt>
                <c:pt idx="72">
                  <c:v>62.559930999999999</c:v>
                </c:pt>
                <c:pt idx="73">
                  <c:v>63.427551999999999</c:v>
                </c:pt>
                <c:pt idx="74">
                  <c:v>64.295171999999994</c:v>
                </c:pt>
                <c:pt idx="75">
                  <c:v>65.162792999999994</c:v>
                </c:pt>
                <c:pt idx="76">
                  <c:v>66.030413999999993</c:v>
                </c:pt>
                <c:pt idx="77">
                  <c:v>66.898033999999996</c:v>
                </c:pt>
                <c:pt idx="78">
                  <c:v>67.765654999999995</c:v>
                </c:pt>
                <c:pt idx="79">
                  <c:v>68.633275999999995</c:v>
                </c:pt>
                <c:pt idx="80">
                  <c:v>69.500895999999997</c:v>
                </c:pt>
                <c:pt idx="81">
                  <c:v>70.368516999999997</c:v>
                </c:pt>
                <c:pt idx="82">
                  <c:v>71.236137999999997</c:v>
                </c:pt>
                <c:pt idx="83">
                  <c:v>72.103757999999999</c:v>
                </c:pt>
                <c:pt idx="84">
                  <c:v>72.971378999999999</c:v>
                </c:pt>
                <c:pt idx="85">
                  <c:v>73.838999999999999</c:v>
                </c:pt>
                <c:pt idx="86">
                  <c:v>74.706620999999998</c:v>
                </c:pt>
                <c:pt idx="87">
                  <c:v>75.574241000000001</c:v>
                </c:pt>
                <c:pt idx="88">
                  <c:v>76.441862</c:v>
                </c:pt>
                <c:pt idx="89">
                  <c:v>77.309483</c:v>
                </c:pt>
                <c:pt idx="90">
                  <c:v>78.177103000000002</c:v>
                </c:pt>
                <c:pt idx="91">
                  <c:v>79.044724000000002</c:v>
                </c:pt>
                <c:pt idx="92">
                  <c:v>79.912345000000002</c:v>
                </c:pt>
                <c:pt idx="93">
                  <c:v>80.779965000000004</c:v>
                </c:pt>
                <c:pt idx="94">
                  <c:v>81.647586000000004</c:v>
                </c:pt>
                <c:pt idx="95">
                  <c:v>82.515207000000004</c:v>
                </c:pt>
                <c:pt idx="96">
                  <c:v>83.382828000000003</c:v>
                </c:pt>
                <c:pt idx="97">
                  <c:v>84.250448000000006</c:v>
                </c:pt>
                <c:pt idx="98">
                  <c:v>85.118069000000006</c:v>
                </c:pt>
                <c:pt idx="99">
                  <c:v>85.985690000000005</c:v>
                </c:pt>
                <c:pt idx="100">
                  <c:v>86.853309999999993</c:v>
                </c:pt>
                <c:pt idx="101">
                  <c:v>87.720930999999993</c:v>
                </c:pt>
                <c:pt idx="102">
                  <c:v>88.588552000000007</c:v>
                </c:pt>
                <c:pt idx="103">
                  <c:v>89.456171999999995</c:v>
                </c:pt>
                <c:pt idx="104">
                  <c:v>90</c:v>
                </c:pt>
                <c:pt idx="105">
                  <c:v>90.323792999999995</c:v>
                </c:pt>
                <c:pt idx="106">
                  <c:v>91.191413999999995</c:v>
                </c:pt>
                <c:pt idx="107">
                  <c:v>92.059033999999997</c:v>
                </c:pt>
                <c:pt idx="108">
                  <c:v>92.926654999999997</c:v>
                </c:pt>
                <c:pt idx="109">
                  <c:v>93.794275999999996</c:v>
                </c:pt>
                <c:pt idx="110">
                  <c:v>94.661896999999996</c:v>
                </c:pt>
                <c:pt idx="111">
                  <c:v>95.529516999999998</c:v>
                </c:pt>
                <c:pt idx="112">
                  <c:v>96.397137999999998</c:v>
                </c:pt>
                <c:pt idx="113">
                  <c:v>97.264758999999998</c:v>
                </c:pt>
                <c:pt idx="114">
                  <c:v>98</c:v>
                </c:pt>
                <c:pt idx="115">
                  <c:v>98.132379</c:v>
                </c:pt>
                <c:pt idx="116">
                  <c:v>99</c:v>
                </c:pt>
                <c:pt idx="117">
                  <c:v>99.5</c:v>
                </c:pt>
                <c:pt idx="118">
                  <c:v>99.908759000000003</c:v>
                </c:pt>
              </c:numCache>
            </c:numRef>
          </c:xVal>
          <c:yVal>
            <c:numRef>
              <c:f>'Chart Data'!$B$2:$B$120</c:f>
              <c:numCache>
                <c:formatCode>0</c:formatCode>
                <c:ptCount val="119"/>
                <c:pt idx="0">
                  <c:v>126.64587899999999</c:v>
                </c:pt>
                <c:pt idx="1">
                  <c:v>85.696844999999996</c:v>
                </c:pt>
                <c:pt idx="2">
                  <c:v>71.646422000000001</c:v>
                </c:pt>
                <c:pt idx="3">
                  <c:v>65.136117999999996</c:v>
                </c:pt>
                <c:pt idx="4">
                  <c:v>57.184068000000003</c:v>
                </c:pt>
                <c:pt idx="5">
                  <c:v>52.468285000000002</c:v>
                </c:pt>
                <c:pt idx="6">
                  <c:v>48.142530999999998</c:v>
                </c:pt>
                <c:pt idx="7">
                  <c:v>45.880459999999999</c:v>
                </c:pt>
                <c:pt idx="8">
                  <c:v>43.081561999999998</c:v>
                </c:pt>
                <c:pt idx="9">
                  <c:v>41.283495000000002</c:v>
                </c:pt>
                <c:pt idx="10">
                  <c:v>38.783330999999997</c:v>
                </c:pt>
                <c:pt idx="11">
                  <c:v>36.777895999999998</c:v>
                </c:pt>
                <c:pt idx="12">
                  <c:v>35.205266999999999</c:v>
                </c:pt>
                <c:pt idx="13">
                  <c:v>33.451475000000002</c:v>
                </c:pt>
                <c:pt idx="14">
                  <c:v>32.582078000000003</c:v>
                </c:pt>
                <c:pt idx="15">
                  <c:v>30.993486999999998</c:v>
                </c:pt>
                <c:pt idx="16">
                  <c:v>29.724641999999999</c:v>
                </c:pt>
                <c:pt idx="17">
                  <c:v>28.720264</c:v>
                </c:pt>
                <c:pt idx="18">
                  <c:v>27.20571</c:v>
                </c:pt>
                <c:pt idx="19">
                  <c:v>26.053820999999999</c:v>
                </c:pt>
                <c:pt idx="20">
                  <c:v>25.269696</c:v>
                </c:pt>
                <c:pt idx="21">
                  <c:v>24.175366</c:v>
                </c:pt>
                <c:pt idx="22">
                  <c:v>23.092796</c:v>
                </c:pt>
                <c:pt idx="23">
                  <c:v>22.458335999999999</c:v>
                </c:pt>
                <c:pt idx="24">
                  <c:v>21.903865</c:v>
                </c:pt>
                <c:pt idx="25">
                  <c:v>21.390229000000001</c:v>
                </c:pt>
                <c:pt idx="26">
                  <c:v>20.315110000000001</c:v>
                </c:pt>
                <c:pt idx="27">
                  <c:v>19.878126999999999</c:v>
                </c:pt>
                <c:pt idx="28">
                  <c:v>19.290738000000001</c:v>
                </c:pt>
                <c:pt idx="29">
                  <c:v>18.673873</c:v>
                </c:pt>
                <c:pt idx="30">
                  <c:v>18.16178</c:v>
                </c:pt>
                <c:pt idx="31">
                  <c:v>17.581025</c:v>
                </c:pt>
                <c:pt idx="32">
                  <c:v>17.111591000000001</c:v>
                </c:pt>
                <c:pt idx="33">
                  <c:v>16.859203999999998</c:v>
                </c:pt>
                <c:pt idx="34">
                  <c:v>16.565683</c:v>
                </c:pt>
                <c:pt idx="35">
                  <c:v>16.087434999999999</c:v>
                </c:pt>
                <c:pt idx="36">
                  <c:v>15.853054</c:v>
                </c:pt>
                <c:pt idx="37">
                  <c:v>15.648211</c:v>
                </c:pt>
                <c:pt idx="38">
                  <c:v>15.450343</c:v>
                </c:pt>
                <c:pt idx="39">
                  <c:v>15.118079</c:v>
                </c:pt>
                <c:pt idx="40">
                  <c:v>14.957746999999999</c:v>
                </c:pt>
                <c:pt idx="41">
                  <c:v>14.7807</c:v>
                </c:pt>
                <c:pt idx="42">
                  <c:v>14.671467</c:v>
                </c:pt>
                <c:pt idx="43">
                  <c:v>14.550948</c:v>
                </c:pt>
                <c:pt idx="44">
                  <c:v>14.426465</c:v>
                </c:pt>
                <c:pt idx="45">
                  <c:v>14.350562999999999</c:v>
                </c:pt>
                <c:pt idx="46">
                  <c:v>14.222512</c:v>
                </c:pt>
                <c:pt idx="47">
                  <c:v>14.113765000000001</c:v>
                </c:pt>
                <c:pt idx="48">
                  <c:v>14.062956</c:v>
                </c:pt>
                <c:pt idx="49">
                  <c:v>14.004773999999999</c:v>
                </c:pt>
                <c:pt idx="50">
                  <c:v>13.942223</c:v>
                </c:pt>
                <c:pt idx="51">
                  <c:v>13.883732999999999</c:v>
                </c:pt>
                <c:pt idx="52">
                  <c:v>13.760643</c:v>
                </c:pt>
                <c:pt idx="53">
                  <c:v>13.707628</c:v>
                </c:pt>
                <c:pt idx="54">
                  <c:v>13.618665999999999</c:v>
                </c:pt>
                <c:pt idx="55">
                  <c:v>13.55317</c:v>
                </c:pt>
                <c:pt idx="56">
                  <c:v>13.478951</c:v>
                </c:pt>
                <c:pt idx="57">
                  <c:v>13.377494</c:v>
                </c:pt>
                <c:pt idx="58">
                  <c:v>13.31329</c:v>
                </c:pt>
                <c:pt idx="59">
                  <c:v>13.261414</c:v>
                </c:pt>
                <c:pt idx="60">
                  <c:v>13.21772</c:v>
                </c:pt>
                <c:pt idx="61">
                  <c:v>13.177733999999999</c:v>
                </c:pt>
                <c:pt idx="62">
                  <c:v>13.124853999999999</c:v>
                </c:pt>
                <c:pt idx="63">
                  <c:v>13.085899</c:v>
                </c:pt>
                <c:pt idx="64">
                  <c:v>13.019190999999999</c:v>
                </c:pt>
                <c:pt idx="65">
                  <c:v>12.915825999999999</c:v>
                </c:pt>
                <c:pt idx="66">
                  <c:v>12.761570000000001</c:v>
                </c:pt>
                <c:pt idx="67">
                  <c:v>12.661970999999999</c:v>
                </c:pt>
                <c:pt idx="68">
                  <c:v>12.559941</c:v>
                </c:pt>
                <c:pt idx="69">
                  <c:v>12.465151000000001</c:v>
                </c:pt>
                <c:pt idx="70">
                  <c:v>12.330588000000001</c:v>
                </c:pt>
                <c:pt idx="71">
                  <c:v>12.283170999999999</c:v>
                </c:pt>
                <c:pt idx="72">
                  <c:v>12.105670999999999</c:v>
                </c:pt>
                <c:pt idx="73">
                  <c:v>11.987117</c:v>
                </c:pt>
                <c:pt idx="74">
                  <c:v>11.92732</c:v>
                </c:pt>
                <c:pt idx="75">
                  <c:v>11.859802</c:v>
                </c:pt>
                <c:pt idx="76">
                  <c:v>11.773774</c:v>
                </c:pt>
                <c:pt idx="77">
                  <c:v>11.657246000000001</c:v>
                </c:pt>
                <c:pt idx="78">
                  <c:v>11.570468</c:v>
                </c:pt>
                <c:pt idx="79">
                  <c:v>11.44576</c:v>
                </c:pt>
                <c:pt idx="80">
                  <c:v>11.314247</c:v>
                </c:pt>
                <c:pt idx="81">
                  <c:v>11.187322</c:v>
                </c:pt>
                <c:pt idx="82">
                  <c:v>11.086893999999999</c:v>
                </c:pt>
                <c:pt idx="83">
                  <c:v>11.020092999999999</c:v>
                </c:pt>
                <c:pt idx="84">
                  <c:v>10.981547000000001</c:v>
                </c:pt>
                <c:pt idx="85">
                  <c:v>10.846306</c:v>
                </c:pt>
                <c:pt idx="86">
                  <c:v>10.675055</c:v>
                </c:pt>
                <c:pt idx="87">
                  <c:v>10.448112999999999</c:v>
                </c:pt>
                <c:pt idx="88">
                  <c:v>10.33657</c:v>
                </c:pt>
                <c:pt idx="89">
                  <c:v>10.230974</c:v>
                </c:pt>
                <c:pt idx="90">
                  <c:v>10.080181</c:v>
                </c:pt>
                <c:pt idx="91">
                  <c:v>9.9309150000000006</c:v>
                </c:pt>
                <c:pt idx="92">
                  <c:v>9.7412720000000004</c:v>
                </c:pt>
                <c:pt idx="93">
                  <c:v>9.5982620000000001</c:v>
                </c:pt>
                <c:pt idx="94">
                  <c:v>9.4679369999999992</c:v>
                </c:pt>
                <c:pt idx="95">
                  <c:v>9.3906679999999998</c:v>
                </c:pt>
                <c:pt idx="96">
                  <c:v>9.3232780000000002</c:v>
                </c:pt>
                <c:pt idx="97">
                  <c:v>9.1889950000000002</c:v>
                </c:pt>
                <c:pt idx="98">
                  <c:v>9.1396219999999992</c:v>
                </c:pt>
                <c:pt idx="99">
                  <c:v>9.0878320000000006</c:v>
                </c:pt>
                <c:pt idx="100">
                  <c:v>9.004073</c:v>
                </c:pt>
                <c:pt idx="101">
                  <c:v>8.9185960000000009</c:v>
                </c:pt>
                <c:pt idx="102">
                  <c:v>8.7904450000000001</c:v>
                </c:pt>
                <c:pt idx="103">
                  <c:v>8.6567790000000002</c:v>
                </c:pt>
                <c:pt idx="104">
                  <c:v>8.6163509999999999</c:v>
                </c:pt>
                <c:pt idx="105">
                  <c:v>8.588044</c:v>
                </c:pt>
                <c:pt idx="106">
                  <c:v>8.5248939999999997</c:v>
                </c:pt>
                <c:pt idx="107">
                  <c:v>8.4108660000000004</c:v>
                </c:pt>
                <c:pt idx="108">
                  <c:v>8.3196130000000004</c:v>
                </c:pt>
                <c:pt idx="109">
                  <c:v>8.260294</c:v>
                </c:pt>
                <c:pt idx="110">
                  <c:v>8.2083069999999996</c:v>
                </c:pt>
                <c:pt idx="111">
                  <c:v>8.1249529999999996</c:v>
                </c:pt>
                <c:pt idx="112">
                  <c:v>8.0436189999999996</c:v>
                </c:pt>
                <c:pt idx="113">
                  <c:v>7.8764060000000002</c:v>
                </c:pt>
                <c:pt idx="114">
                  <c:v>7.7672220000000003</c:v>
                </c:pt>
                <c:pt idx="115">
                  <c:v>7.7351830000000001</c:v>
                </c:pt>
                <c:pt idx="116">
                  <c:v>7.4126519999999996</c:v>
                </c:pt>
                <c:pt idx="117">
                  <c:v>7.3765140000000002</c:v>
                </c:pt>
                <c:pt idx="118">
                  <c:v>7.1379440000000001</c:v>
                </c:pt>
              </c:numCache>
            </c:numRef>
          </c:yVal>
          <c:smooth val="1"/>
          <c:extLst>
            <c:ext xmlns:c16="http://schemas.microsoft.com/office/drawing/2014/chart" uri="{C3380CC4-5D6E-409C-BE32-E72D297353CC}">
              <c16:uniqueId val="{00000000-E783-4C91-99A5-872D586F6FC3}"/>
            </c:ext>
          </c:extLst>
        </c:ser>
        <c:ser>
          <c:idx val="1"/>
          <c:order val="1"/>
          <c:tx>
            <c:v>Q90</c:v>
          </c:tx>
          <c:spPr>
            <a:ln w="0">
              <a:noFill/>
              <a:prstDash val="solid"/>
            </a:ln>
          </c:spPr>
          <c:marker>
            <c:symbol val="circle"/>
            <c:size val="10"/>
            <c:spPr>
              <a:solidFill>
                <a:srgbClr val="C47B23"/>
              </a:solidFill>
              <a:ln w="7620">
                <a:solidFill>
                  <a:srgbClr val="F7F8F5"/>
                </a:solidFill>
                <a:prstDash val="solid"/>
              </a:ln>
            </c:spPr>
          </c:marker>
          <c:xVal>
            <c:numRef>
              <c:f>'Chart Data'!$C$2:$C$2</c:f>
              <c:numCache>
                <c:formatCode>General</c:formatCode>
                <c:ptCount val="1"/>
                <c:pt idx="0">
                  <c:v>90</c:v>
                </c:pt>
              </c:numCache>
            </c:numRef>
          </c:xVal>
          <c:yVal>
            <c:numRef>
              <c:f>'Chart Data'!$D$2:$D$2</c:f>
              <c:numCache>
                <c:formatCode>0</c:formatCode>
                <c:ptCount val="1"/>
                <c:pt idx="0">
                  <c:v>8.6163508054500006</c:v>
                </c:pt>
              </c:numCache>
            </c:numRef>
          </c:yVal>
          <c:smooth val="1"/>
          <c:extLst>
            <c:ext xmlns:c16="http://schemas.microsoft.com/office/drawing/2014/chart" uri="{C3380CC4-5D6E-409C-BE32-E72D297353CC}">
              <c16:uniqueId val="{00000001-E783-4C91-99A5-872D586F6FC3}"/>
            </c:ext>
          </c:extLst>
        </c:ser>
        <c:dLbls>
          <c:showLegendKey val="0"/>
          <c:showVal val="0"/>
          <c:showCatName val="0"/>
          <c:showSerName val="0"/>
          <c:showPercent val="0"/>
          <c:showBubbleSize val="0"/>
        </c:dLbls>
        <c:axId val="48650112"/>
        <c:axId val="48672768"/>
      </c:scatterChart>
      <c:valAx>
        <c:axId val="48672768"/>
        <c:scaling>
          <c:orientation val="minMax"/>
          <c:max val="140"/>
          <c:min val="0"/>
        </c:scaling>
        <c:delete val="0"/>
        <c:axPos val="l"/>
        <c:majorGridlines>
          <c:spPr>
            <a:ln w="9525">
              <a:solidFill>
                <a:srgbClr val="DCE3E3"/>
              </a:solidFill>
              <a:prstDash val="solid"/>
            </a:ln>
          </c:spPr>
        </c:majorGridlines>
        <c:title>
          <c:tx>
            <c:rich>
              <a:bodyPr/>
              <a:lstStyle/>
              <a:p>
                <a:r>
                  <a:rPr lang="en-GB" sz="1350">
                    <a:solidFill>
                      <a:srgbClr val="526873"/>
                    </a:solidFill>
                    <a:latin typeface="DejaVu Sans"/>
                    <a:ea typeface="DejaVu Sans"/>
                    <a:cs typeface="DejaVu Sans"/>
                  </a:rPr>
                  <a:t>Q (m³/s)</a:t>
                </a:r>
              </a:p>
            </c:rich>
          </c:tx>
          <c:overlay val="0"/>
        </c:title>
        <c:numFmt formatCode="0" sourceLinked="1"/>
        <c:majorTickMark val="none"/>
        <c:minorTickMark val="none"/>
        <c:tickLblPos val="low"/>
        <c:spPr>
          <a:ln w="9525">
            <a:solidFill>
              <a:srgbClr val="526873"/>
            </a:solidFill>
            <a:prstDash val="solid"/>
          </a:ln>
        </c:spPr>
        <c:txPr>
          <a:bodyPr anchorCtr="1"/>
          <a:lstStyle/>
          <a:p>
            <a:pPr>
              <a:defRPr sz="1350">
                <a:solidFill>
                  <a:srgbClr val="526873"/>
                </a:solidFill>
                <a:latin typeface="DejaVu Sans"/>
                <a:ea typeface="DejaVu Sans"/>
                <a:cs typeface="DejaVu Sans"/>
              </a:defRPr>
            </a:pPr>
            <a:endParaRPr lang="en-US"/>
          </a:p>
        </c:txPr>
        <c:crossAx val="48650112"/>
        <c:crossesAt val="0"/>
        <c:crossBetween val="midCat"/>
        <c:majorUnit val="35"/>
      </c:valAx>
      <c:valAx>
        <c:axId val="48650112"/>
        <c:scaling>
          <c:orientation val="minMax"/>
          <c:max val="100"/>
          <c:min val="0"/>
        </c:scaling>
        <c:delete val="0"/>
        <c:axPos val="b"/>
        <c:title>
          <c:tx>
            <c:rich>
              <a:bodyPr/>
              <a:lstStyle/>
              <a:p>
                <a:r>
                  <a:rPr lang="en-GB" sz="1350">
                    <a:solidFill>
                      <a:srgbClr val="526873"/>
                    </a:solidFill>
                    <a:latin typeface="DejaVu Sans"/>
                    <a:ea typeface="DejaVu Sans"/>
                    <a:cs typeface="DejaVu Sans"/>
                  </a:rPr>
                  <a:t>Permanência p (%)</a:t>
                </a:r>
              </a:p>
            </c:rich>
          </c:tx>
          <c:overlay val="0"/>
        </c:title>
        <c:numFmt formatCode="General" sourceLinked="1"/>
        <c:majorTickMark val="none"/>
        <c:minorTickMark val="none"/>
        <c:tickLblPos val="low"/>
        <c:spPr>
          <a:ln w="9525">
            <a:solidFill>
              <a:srgbClr val="526873"/>
            </a:solidFill>
            <a:prstDash val="solid"/>
          </a:ln>
        </c:spPr>
        <c:txPr>
          <a:bodyPr anchorCtr="1"/>
          <a:lstStyle/>
          <a:p>
            <a:pPr>
              <a:defRPr sz="1350">
                <a:solidFill>
                  <a:srgbClr val="526873"/>
                </a:solidFill>
                <a:latin typeface="DejaVu Sans"/>
                <a:ea typeface="DejaVu Sans"/>
                <a:cs typeface="DejaVu Sans"/>
              </a:defRPr>
            </a:pPr>
            <a:endParaRPr lang="en-US"/>
          </a:p>
        </c:txPr>
        <c:crossAx val="48672768"/>
        <c:crossesAt val="0"/>
        <c:crossBetween val="midCat"/>
        <c:majorUnit val="20"/>
      </c:valAx>
      <c:spPr>
        <a:solidFill>
          <a:srgbClr val="F7F8F5"/>
        </a:solidFill>
        <a:ln w="0">
          <a:noFill/>
          <a:prstDash val="solid"/>
        </a:ln>
      </c:spPr>
    </c:plotArea>
    <c:plotVisOnly val="1"/>
    <c:dispBlanksAs val="zero"/>
    <c:showDLblsOverMax val="1"/>
  </c:chart>
  <c:spPr>
    <a:solidFill>
      <a:srgbClr val="F7F8F5"/>
    </a:solidFill>
    <a:ln w="0">
      <a:noFill/>
      <a:prstDash val="solid"/>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Curva</c:v>
          </c:tx>
          <c:spPr>
            <a:ln w="28575">
              <a:solidFill>
                <a:srgbClr val="087F88"/>
              </a:solidFill>
              <a:prstDash val="solid"/>
            </a:ln>
          </c:spPr>
          <c:marker>
            <c:symbol val="none"/>
          </c:marker>
          <c:xVal>
            <c:numRef>
              <c:f>'Chart Data'!$A$2:$A$27</c:f>
              <c:numCache>
                <c:formatCode>General</c:formatCode>
                <c:ptCount val="26"/>
                <c:pt idx="0">
                  <c:v>80.779965000000004</c:v>
                </c:pt>
                <c:pt idx="1">
                  <c:v>81.647586000000004</c:v>
                </c:pt>
                <c:pt idx="2">
                  <c:v>82.515207000000004</c:v>
                </c:pt>
                <c:pt idx="3">
                  <c:v>83.382828000000003</c:v>
                </c:pt>
                <c:pt idx="4">
                  <c:v>84.250448000000006</c:v>
                </c:pt>
                <c:pt idx="5">
                  <c:v>85.118069000000006</c:v>
                </c:pt>
                <c:pt idx="6">
                  <c:v>85.985690000000005</c:v>
                </c:pt>
                <c:pt idx="7">
                  <c:v>86.853309999999993</c:v>
                </c:pt>
                <c:pt idx="8">
                  <c:v>87.720930999999993</c:v>
                </c:pt>
                <c:pt idx="9">
                  <c:v>88.588552000000007</c:v>
                </c:pt>
                <c:pt idx="10">
                  <c:v>89.456171999999995</c:v>
                </c:pt>
                <c:pt idx="11">
                  <c:v>90</c:v>
                </c:pt>
                <c:pt idx="12">
                  <c:v>90.323792999999995</c:v>
                </c:pt>
                <c:pt idx="13">
                  <c:v>91.191413999999995</c:v>
                </c:pt>
                <c:pt idx="14">
                  <c:v>92.059033999999997</c:v>
                </c:pt>
                <c:pt idx="15">
                  <c:v>92.926654999999997</c:v>
                </c:pt>
                <c:pt idx="16">
                  <c:v>93.794275999999996</c:v>
                </c:pt>
                <c:pt idx="17">
                  <c:v>94.661896999999996</c:v>
                </c:pt>
                <c:pt idx="18">
                  <c:v>95.529516999999998</c:v>
                </c:pt>
                <c:pt idx="19">
                  <c:v>96.397137999999998</c:v>
                </c:pt>
                <c:pt idx="20">
                  <c:v>97.264758999999998</c:v>
                </c:pt>
                <c:pt idx="21">
                  <c:v>98</c:v>
                </c:pt>
                <c:pt idx="22">
                  <c:v>98.132379</c:v>
                </c:pt>
                <c:pt idx="23">
                  <c:v>99</c:v>
                </c:pt>
                <c:pt idx="24">
                  <c:v>99.5</c:v>
                </c:pt>
                <c:pt idx="25">
                  <c:v>99.908759000000003</c:v>
                </c:pt>
              </c:numCache>
            </c:numRef>
          </c:xVal>
          <c:yVal>
            <c:numRef>
              <c:f>'Chart Data'!$B$2:$B$27</c:f>
              <c:numCache>
                <c:formatCode>0.0</c:formatCode>
                <c:ptCount val="26"/>
                <c:pt idx="0">
                  <c:v>9.5982620000000001</c:v>
                </c:pt>
                <c:pt idx="1">
                  <c:v>9.4679369999999992</c:v>
                </c:pt>
                <c:pt idx="2">
                  <c:v>9.3906679999999998</c:v>
                </c:pt>
                <c:pt idx="3">
                  <c:v>9.3232780000000002</c:v>
                </c:pt>
                <c:pt idx="4">
                  <c:v>9.1889950000000002</c:v>
                </c:pt>
                <c:pt idx="5">
                  <c:v>9.1396219999999992</c:v>
                </c:pt>
                <c:pt idx="6">
                  <c:v>9.0878320000000006</c:v>
                </c:pt>
                <c:pt idx="7">
                  <c:v>9.004073</c:v>
                </c:pt>
                <c:pt idx="8">
                  <c:v>8.9185960000000009</c:v>
                </c:pt>
                <c:pt idx="9">
                  <c:v>8.7904450000000001</c:v>
                </c:pt>
                <c:pt idx="10">
                  <c:v>8.6567790000000002</c:v>
                </c:pt>
                <c:pt idx="11">
                  <c:v>8.6163509999999999</c:v>
                </c:pt>
                <c:pt idx="12">
                  <c:v>8.588044</c:v>
                </c:pt>
                <c:pt idx="13">
                  <c:v>8.5248939999999997</c:v>
                </c:pt>
                <c:pt idx="14">
                  <c:v>8.4108660000000004</c:v>
                </c:pt>
                <c:pt idx="15">
                  <c:v>8.3196130000000004</c:v>
                </c:pt>
                <c:pt idx="16">
                  <c:v>8.260294</c:v>
                </c:pt>
                <c:pt idx="17">
                  <c:v>8.2083069999999996</c:v>
                </c:pt>
                <c:pt idx="18">
                  <c:v>8.1249529999999996</c:v>
                </c:pt>
                <c:pt idx="19">
                  <c:v>8.0436189999999996</c:v>
                </c:pt>
                <c:pt idx="20">
                  <c:v>7.8764060000000002</c:v>
                </c:pt>
                <c:pt idx="21">
                  <c:v>7.7672220000000003</c:v>
                </c:pt>
                <c:pt idx="22">
                  <c:v>7.7351830000000001</c:v>
                </c:pt>
                <c:pt idx="23">
                  <c:v>7.4126519999999996</c:v>
                </c:pt>
                <c:pt idx="24">
                  <c:v>7.3765140000000002</c:v>
                </c:pt>
                <c:pt idx="25">
                  <c:v>7.1379440000000001</c:v>
                </c:pt>
              </c:numCache>
            </c:numRef>
          </c:yVal>
          <c:smooth val="1"/>
          <c:extLst>
            <c:ext xmlns:c16="http://schemas.microsoft.com/office/drawing/2014/chart" uri="{C3380CC4-5D6E-409C-BE32-E72D297353CC}">
              <c16:uniqueId val="{00000000-99FE-45B4-9CF9-16E8C77D2CDE}"/>
            </c:ext>
          </c:extLst>
        </c:ser>
        <c:ser>
          <c:idx val="1"/>
          <c:order val="1"/>
          <c:tx>
            <c:v>Leitura de Q90</c:v>
          </c:tx>
          <c:spPr>
            <a:ln w="19050">
              <a:solidFill>
                <a:srgbClr val="C47B23"/>
              </a:solidFill>
              <a:prstDash val="dash"/>
            </a:ln>
          </c:spPr>
          <c:marker>
            <c:symbol val="none"/>
          </c:marker>
          <c:xVal>
            <c:numRef>
              <c:f>'Chart Data'!$C$2:$C$4</c:f>
              <c:numCache>
                <c:formatCode>General</c:formatCode>
                <c:ptCount val="3"/>
                <c:pt idx="0">
                  <c:v>80</c:v>
                </c:pt>
                <c:pt idx="1">
                  <c:v>90</c:v>
                </c:pt>
                <c:pt idx="2">
                  <c:v>90</c:v>
                </c:pt>
              </c:numCache>
            </c:numRef>
          </c:xVal>
          <c:yVal>
            <c:numRef>
              <c:f>'Chart Data'!$D$2:$D$4</c:f>
              <c:numCache>
                <c:formatCode>0.0</c:formatCode>
                <c:ptCount val="3"/>
                <c:pt idx="0">
                  <c:v>8.6163508054500006</c:v>
                </c:pt>
                <c:pt idx="1">
                  <c:v>8.6163508054500006</c:v>
                </c:pt>
                <c:pt idx="2">
                  <c:v>6</c:v>
                </c:pt>
              </c:numCache>
            </c:numRef>
          </c:yVal>
          <c:smooth val="1"/>
          <c:extLst>
            <c:ext xmlns:c16="http://schemas.microsoft.com/office/drawing/2014/chart" uri="{C3380CC4-5D6E-409C-BE32-E72D297353CC}">
              <c16:uniqueId val="{00000001-99FE-45B4-9CF9-16E8C77D2CDE}"/>
            </c:ext>
          </c:extLst>
        </c:ser>
        <c:ser>
          <c:idx val="2"/>
          <c:order val="2"/>
          <c:tx>
            <c:v>Q90</c:v>
          </c:tx>
          <c:spPr>
            <a:ln w="0">
              <a:noFill/>
              <a:prstDash val="solid"/>
            </a:ln>
          </c:spPr>
          <c:marker>
            <c:symbol val="circle"/>
            <c:size val="10"/>
            <c:spPr>
              <a:solidFill>
                <a:srgbClr val="C47B23"/>
              </a:solidFill>
              <a:ln w="7620">
                <a:solidFill>
                  <a:srgbClr val="F7F8F5"/>
                </a:solidFill>
                <a:prstDash val="solid"/>
              </a:ln>
            </c:spPr>
          </c:marker>
          <c:xVal>
            <c:numRef>
              <c:f>'Chart Data'!$E$2:$E$2</c:f>
              <c:numCache>
                <c:formatCode>General</c:formatCode>
                <c:ptCount val="1"/>
                <c:pt idx="0">
                  <c:v>90</c:v>
                </c:pt>
              </c:numCache>
            </c:numRef>
          </c:xVal>
          <c:yVal>
            <c:numRef>
              <c:f>'Chart Data'!$F$2:$F$2</c:f>
              <c:numCache>
                <c:formatCode>0.0</c:formatCode>
                <c:ptCount val="1"/>
                <c:pt idx="0">
                  <c:v>8.6163508054500006</c:v>
                </c:pt>
              </c:numCache>
            </c:numRef>
          </c:yVal>
          <c:smooth val="1"/>
          <c:extLst>
            <c:ext xmlns:c16="http://schemas.microsoft.com/office/drawing/2014/chart" uri="{C3380CC4-5D6E-409C-BE32-E72D297353CC}">
              <c16:uniqueId val="{00000002-99FE-45B4-9CF9-16E8C77D2CDE}"/>
            </c:ext>
          </c:extLst>
        </c:ser>
        <c:dLbls>
          <c:showLegendKey val="0"/>
          <c:showVal val="0"/>
          <c:showCatName val="0"/>
          <c:showSerName val="0"/>
          <c:showPercent val="0"/>
          <c:showBubbleSize val="0"/>
        </c:dLbls>
        <c:axId val="48650112"/>
        <c:axId val="48672768"/>
      </c:scatterChart>
      <c:valAx>
        <c:axId val="48672768"/>
        <c:scaling>
          <c:orientation val="minMax"/>
          <c:max val="12"/>
          <c:min val="6"/>
        </c:scaling>
        <c:delete val="0"/>
        <c:axPos val="l"/>
        <c:majorGridlines>
          <c:spPr>
            <a:ln w="9525">
              <a:solidFill>
                <a:srgbClr val="DCE3E3"/>
              </a:solidFill>
              <a:prstDash val="solid"/>
            </a:ln>
          </c:spPr>
        </c:majorGridlines>
        <c:title>
          <c:tx>
            <c:rich>
              <a:bodyPr/>
              <a:lstStyle/>
              <a:p>
                <a:r>
                  <a:rPr lang="en-GB" sz="1350">
                    <a:solidFill>
                      <a:srgbClr val="526873"/>
                    </a:solidFill>
                    <a:latin typeface="DejaVu Sans"/>
                    <a:ea typeface="DejaVu Sans"/>
                    <a:cs typeface="DejaVu Sans"/>
                  </a:rPr>
                  <a:t>Q (m³/s)</a:t>
                </a:r>
              </a:p>
            </c:rich>
          </c:tx>
          <c:overlay val="0"/>
        </c:title>
        <c:numFmt formatCode="0.0" sourceLinked="1"/>
        <c:majorTickMark val="none"/>
        <c:minorTickMark val="none"/>
        <c:tickLblPos val="low"/>
        <c:spPr>
          <a:ln w="9525">
            <a:solidFill>
              <a:srgbClr val="526873"/>
            </a:solidFill>
            <a:prstDash val="solid"/>
          </a:ln>
        </c:spPr>
        <c:txPr>
          <a:bodyPr anchorCtr="1"/>
          <a:lstStyle/>
          <a:p>
            <a:pPr>
              <a:defRPr sz="1350">
                <a:solidFill>
                  <a:srgbClr val="526873"/>
                </a:solidFill>
                <a:latin typeface="DejaVu Sans"/>
                <a:ea typeface="DejaVu Sans"/>
                <a:cs typeface="DejaVu Sans"/>
              </a:defRPr>
            </a:pPr>
            <a:endParaRPr lang="en-US"/>
          </a:p>
        </c:txPr>
        <c:crossAx val="48650112"/>
        <c:crossesAt val="6"/>
        <c:crossBetween val="midCat"/>
        <c:majorUnit val="2"/>
      </c:valAx>
      <c:valAx>
        <c:axId val="48650112"/>
        <c:scaling>
          <c:orientation val="minMax"/>
          <c:max val="100"/>
          <c:min val="80"/>
        </c:scaling>
        <c:delete val="0"/>
        <c:axPos val="b"/>
        <c:title>
          <c:tx>
            <c:rich>
              <a:bodyPr/>
              <a:lstStyle/>
              <a:p>
                <a:r>
                  <a:rPr lang="en-GB" sz="1350">
                    <a:solidFill>
                      <a:srgbClr val="526873"/>
                    </a:solidFill>
                    <a:latin typeface="DejaVu Sans"/>
                    <a:ea typeface="DejaVu Sans"/>
                    <a:cs typeface="DejaVu Sans"/>
                  </a:rPr>
                  <a:t>Permanência p (%)</a:t>
                </a:r>
              </a:p>
            </c:rich>
          </c:tx>
          <c:overlay val="0"/>
        </c:title>
        <c:numFmt formatCode="General" sourceLinked="1"/>
        <c:majorTickMark val="none"/>
        <c:minorTickMark val="none"/>
        <c:tickLblPos val="low"/>
        <c:spPr>
          <a:ln w="9525">
            <a:solidFill>
              <a:srgbClr val="526873"/>
            </a:solidFill>
            <a:prstDash val="solid"/>
          </a:ln>
        </c:spPr>
        <c:txPr>
          <a:bodyPr anchorCtr="1"/>
          <a:lstStyle/>
          <a:p>
            <a:pPr>
              <a:defRPr sz="1350">
                <a:solidFill>
                  <a:srgbClr val="526873"/>
                </a:solidFill>
                <a:latin typeface="DejaVu Sans"/>
                <a:ea typeface="DejaVu Sans"/>
                <a:cs typeface="DejaVu Sans"/>
              </a:defRPr>
            </a:pPr>
            <a:endParaRPr lang="en-US"/>
          </a:p>
        </c:txPr>
        <c:crossAx val="48672768"/>
        <c:crossesAt val="80"/>
        <c:crossBetween val="midCat"/>
        <c:majorUnit val="5"/>
      </c:valAx>
      <c:spPr>
        <a:solidFill>
          <a:srgbClr val="F7F8F5"/>
        </a:solidFill>
        <a:ln w="0">
          <a:noFill/>
          <a:prstDash val="solid"/>
        </a:ln>
      </c:spPr>
    </c:plotArea>
    <c:plotVisOnly val="1"/>
    <c:dispBlanksAs val="zero"/>
    <c:showDLblsOverMax val="1"/>
  </c:chart>
  <c:spPr>
    <a:solidFill>
      <a:srgbClr val="F7F8F5"/>
    </a:solidFill>
    <a:ln w="0">
      <a:noFill/>
      <a:prstDash val="solid"/>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Vazão média diária</c:v>
          </c:tx>
          <c:spPr>
            <a:ln w="19050">
              <a:solidFill>
                <a:srgbClr val="087F88"/>
              </a:solidFill>
              <a:prstDash val="solid"/>
            </a:ln>
          </c:spPr>
          <c:marker>
            <c:symbol val="none"/>
          </c:marker>
          <c:xVal>
            <c:numRef>
              <c:f>'Chart Data'!$A$2:$A$169</c:f>
              <c:numCache>
                <c:formatCode>General</c:formatCode>
                <c:ptCount val="168"/>
                <c:pt idx="0">
                  <c:v>1</c:v>
                </c:pt>
                <c:pt idx="1">
                  <c:v>7</c:v>
                </c:pt>
                <c:pt idx="2">
                  <c:v>14</c:v>
                </c:pt>
                <c:pt idx="3">
                  <c:v>21</c:v>
                </c:pt>
                <c:pt idx="4">
                  <c:v>27</c:v>
                </c:pt>
                <c:pt idx="5">
                  <c:v>34</c:v>
                </c:pt>
                <c:pt idx="6">
                  <c:v>41</c:v>
                </c:pt>
                <c:pt idx="7">
                  <c:v>47</c:v>
                </c:pt>
                <c:pt idx="8">
                  <c:v>54</c:v>
                </c:pt>
                <c:pt idx="9">
                  <c:v>61</c:v>
                </c:pt>
                <c:pt idx="10">
                  <c:v>67</c:v>
                </c:pt>
                <c:pt idx="11">
                  <c:v>74</c:v>
                </c:pt>
                <c:pt idx="12">
                  <c:v>81</c:v>
                </c:pt>
                <c:pt idx="13">
                  <c:v>87</c:v>
                </c:pt>
                <c:pt idx="14">
                  <c:v>94</c:v>
                </c:pt>
                <c:pt idx="15">
                  <c:v>101</c:v>
                </c:pt>
                <c:pt idx="16">
                  <c:v>107</c:v>
                </c:pt>
                <c:pt idx="17">
                  <c:v>114</c:v>
                </c:pt>
                <c:pt idx="18">
                  <c:v>121</c:v>
                </c:pt>
                <c:pt idx="19">
                  <c:v>127</c:v>
                </c:pt>
                <c:pt idx="20">
                  <c:v>134</c:v>
                </c:pt>
                <c:pt idx="21">
                  <c:v>141</c:v>
                </c:pt>
                <c:pt idx="22">
                  <c:v>144</c:v>
                </c:pt>
                <c:pt idx="23">
                  <c:v>147</c:v>
                </c:pt>
                <c:pt idx="24">
                  <c:v>154</c:v>
                </c:pt>
                <c:pt idx="25">
                  <c:v>161</c:v>
                </c:pt>
                <c:pt idx="26">
                  <c:v>167</c:v>
                </c:pt>
                <c:pt idx="27">
                  <c:v>174</c:v>
                </c:pt>
                <c:pt idx="28">
                  <c:v>181</c:v>
                </c:pt>
                <c:pt idx="29">
                  <c:v>187</c:v>
                </c:pt>
                <c:pt idx="30">
                  <c:v>194</c:v>
                </c:pt>
                <c:pt idx="31">
                  <c:v>201</c:v>
                </c:pt>
                <c:pt idx="32">
                  <c:v>207</c:v>
                </c:pt>
                <c:pt idx="33">
                  <c:v>214</c:v>
                </c:pt>
                <c:pt idx="34">
                  <c:v>221</c:v>
                </c:pt>
                <c:pt idx="35">
                  <c:v>227</c:v>
                </c:pt>
                <c:pt idx="36">
                  <c:v>234</c:v>
                </c:pt>
                <c:pt idx="37">
                  <c:v>241</c:v>
                </c:pt>
                <c:pt idx="38">
                  <c:v>247</c:v>
                </c:pt>
                <c:pt idx="39">
                  <c:v>254</c:v>
                </c:pt>
                <c:pt idx="40">
                  <c:v>261</c:v>
                </c:pt>
                <c:pt idx="41">
                  <c:v>267</c:v>
                </c:pt>
                <c:pt idx="42">
                  <c:v>274</c:v>
                </c:pt>
                <c:pt idx="43">
                  <c:v>281</c:v>
                </c:pt>
                <c:pt idx="44">
                  <c:v>287</c:v>
                </c:pt>
                <c:pt idx="45">
                  <c:v>294</c:v>
                </c:pt>
                <c:pt idx="46">
                  <c:v>301</c:v>
                </c:pt>
                <c:pt idx="47">
                  <c:v>307</c:v>
                </c:pt>
                <c:pt idx="48">
                  <c:v>314</c:v>
                </c:pt>
                <c:pt idx="49">
                  <c:v>321</c:v>
                </c:pt>
                <c:pt idx="50">
                  <c:v>327</c:v>
                </c:pt>
                <c:pt idx="51">
                  <c:v>334</c:v>
                </c:pt>
                <c:pt idx="52">
                  <c:v>341</c:v>
                </c:pt>
                <c:pt idx="53">
                  <c:v>347</c:v>
                </c:pt>
                <c:pt idx="54">
                  <c:v>354</c:v>
                </c:pt>
                <c:pt idx="55">
                  <c:v>361</c:v>
                </c:pt>
                <c:pt idx="56">
                  <c:v>367</c:v>
                </c:pt>
                <c:pt idx="57">
                  <c:v>374</c:v>
                </c:pt>
                <c:pt idx="58">
                  <c:v>381</c:v>
                </c:pt>
                <c:pt idx="59">
                  <c:v>387</c:v>
                </c:pt>
                <c:pt idx="60">
                  <c:v>394</c:v>
                </c:pt>
                <c:pt idx="61">
                  <c:v>401</c:v>
                </c:pt>
                <c:pt idx="62">
                  <c:v>407</c:v>
                </c:pt>
                <c:pt idx="63">
                  <c:v>414</c:v>
                </c:pt>
                <c:pt idx="64">
                  <c:v>419</c:v>
                </c:pt>
                <c:pt idx="65">
                  <c:v>421</c:v>
                </c:pt>
                <c:pt idx="66">
                  <c:v>427</c:v>
                </c:pt>
                <c:pt idx="67">
                  <c:v>434</c:v>
                </c:pt>
                <c:pt idx="68">
                  <c:v>441</c:v>
                </c:pt>
                <c:pt idx="69">
                  <c:v>447</c:v>
                </c:pt>
                <c:pt idx="70">
                  <c:v>454</c:v>
                </c:pt>
                <c:pt idx="71">
                  <c:v>461</c:v>
                </c:pt>
                <c:pt idx="72">
                  <c:v>467</c:v>
                </c:pt>
                <c:pt idx="73">
                  <c:v>474</c:v>
                </c:pt>
                <c:pt idx="74">
                  <c:v>481</c:v>
                </c:pt>
                <c:pt idx="75">
                  <c:v>487</c:v>
                </c:pt>
                <c:pt idx="76">
                  <c:v>494</c:v>
                </c:pt>
                <c:pt idx="77">
                  <c:v>501</c:v>
                </c:pt>
                <c:pt idx="78">
                  <c:v>507</c:v>
                </c:pt>
                <c:pt idx="79">
                  <c:v>514</c:v>
                </c:pt>
                <c:pt idx="80">
                  <c:v>521</c:v>
                </c:pt>
                <c:pt idx="81">
                  <c:v>527</c:v>
                </c:pt>
                <c:pt idx="82">
                  <c:v>534</c:v>
                </c:pt>
                <c:pt idx="83">
                  <c:v>541</c:v>
                </c:pt>
                <c:pt idx="84">
                  <c:v>548</c:v>
                </c:pt>
                <c:pt idx="85">
                  <c:v>554</c:v>
                </c:pt>
                <c:pt idx="86">
                  <c:v>561</c:v>
                </c:pt>
                <c:pt idx="87">
                  <c:v>568</c:v>
                </c:pt>
                <c:pt idx="88">
                  <c:v>574</c:v>
                </c:pt>
                <c:pt idx="89">
                  <c:v>581</c:v>
                </c:pt>
                <c:pt idx="90">
                  <c:v>588</c:v>
                </c:pt>
                <c:pt idx="91">
                  <c:v>594</c:v>
                </c:pt>
                <c:pt idx="92">
                  <c:v>601</c:v>
                </c:pt>
                <c:pt idx="93">
                  <c:v>608</c:v>
                </c:pt>
                <c:pt idx="94">
                  <c:v>614</c:v>
                </c:pt>
                <c:pt idx="95">
                  <c:v>621</c:v>
                </c:pt>
                <c:pt idx="96">
                  <c:v>628</c:v>
                </c:pt>
                <c:pt idx="97">
                  <c:v>634</c:v>
                </c:pt>
                <c:pt idx="98">
                  <c:v>641</c:v>
                </c:pt>
                <c:pt idx="99">
                  <c:v>648</c:v>
                </c:pt>
                <c:pt idx="100">
                  <c:v>654</c:v>
                </c:pt>
                <c:pt idx="101">
                  <c:v>661</c:v>
                </c:pt>
                <c:pt idx="102">
                  <c:v>668</c:v>
                </c:pt>
                <c:pt idx="103">
                  <c:v>674</c:v>
                </c:pt>
                <c:pt idx="104">
                  <c:v>681</c:v>
                </c:pt>
                <c:pt idx="105">
                  <c:v>688</c:v>
                </c:pt>
                <c:pt idx="106">
                  <c:v>694</c:v>
                </c:pt>
                <c:pt idx="107">
                  <c:v>701</c:v>
                </c:pt>
                <c:pt idx="108">
                  <c:v>708</c:v>
                </c:pt>
                <c:pt idx="109">
                  <c:v>714</c:v>
                </c:pt>
                <c:pt idx="110">
                  <c:v>721</c:v>
                </c:pt>
                <c:pt idx="111">
                  <c:v>728</c:v>
                </c:pt>
                <c:pt idx="112">
                  <c:v>734</c:v>
                </c:pt>
                <c:pt idx="113">
                  <c:v>741</c:v>
                </c:pt>
                <c:pt idx="114">
                  <c:v>748</c:v>
                </c:pt>
                <c:pt idx="115">
                  <c:v>754</c:v>
                </c:pt>
                <c:pt idx="116">
                  <c:v>761</c:v>
                </c:pt>
                <c:pt idx="117">
                  <c:v>768</c:v>
                </c:pt>
                <c:pt idx="118">
                  <c:v>774</c:v>
                </c:pt>
                <c:pt idx="119">
                  <c:v>781</c:v>
                </c:pt>
                <c:pt idx="120">
                  <c:v>788</c:v>
                </c:pt>
                <c:pt idx="121">
                  <c:v>794</c:v>
                </c:pt>
                <c:pt idx="122">
                  <c:v>801</c:v>
                </c:pt>
                <c:pt idx="123">
                  <c:v>808</c:v>
                </c:pt>
                <c:pt idx="124">
                  <c:v>814</c:v>
                </c:pt>
                <c:pt idx="125">
                  <c:v>821</c:v>
                </c:pt>
                <c:pt idx="126">
                  <c:v>828</c:v>
                </c:pt>
                <c:pt idx="127">
                  <c:v>834</c:v>
                </c:pt>
                <c:pt idx="128">
                  <c:v>841</c:v>
                </c:pt>
                <c:pt idx="129">
                  <c:v>848</c:v>
                </c:pt>
                <c:pt idx="130">
                  <c:v>854</c:v>
                </c:pt>
                <c:pt idx="131">
                  <c:v>861</c:v>
                </c:pt>
                <c:pt idx="132">
                  <c:v>868</c:v>
                </c:pt>
                <c:pt idx="133">
                  <c:v>874</c:v>
                </c:pt>
                <c:pt idx="134">
                  <c:v>881</c:v>
                </c:pt>
                <c:pt idx="135">
                  <c:v>888</c:v>
                </c:pt>
                <c:pt idx="136">
                  <c:v>894</c:v>
                </c:pt>
                <c:pt idx="137">
                  <c:v>901</c:v>
                </c:pt>
                <c:pt idx="138">
                  <c:v>908</c:v>
                </c:pt>
                <c:pt idx="139">
                  <c:v>914</c:v>
                </c:pt>
                <c:pt idx="140">
                  <c:v>921</c:v>
                </c:pt>
                <c:pt idx="141">
                  <c:v>928</c:v>
                </c:pt>
                <c:pt idx="142">
                  <c:v>934</c:v>
                </c:pt>
                <c:pt idx="143">
                  <c:v>940</c:v>
                </c:pt>
                <c:pt idx="144">
                  <c:v>941</c:v>
                </c:pt>
                <c:pt idx="145">
                  <c:v>948</c:v>
                </c:pt>
                <c:pt idx="146">
                  <c:v>954</c:v>
                </c:pt>
                <c:pt idx="147">
                  <c:v>961</c:v>
                </c:pt>
                <c:pt idx="148">
                  <c:v>968</c:v>
                </c:pt>
                <c:pt idx="149">
                  <c:v>974</c:v>
                </c:pt>
                <c:pt idx="150">
                  <c:v>981</c:v>
                </c:pt>
                <c:pt idx="151">
                  <c:v>988</c:v>
                </c:pt>
                <c:pt idx="152">
                  <c:v>994</c:v>
                </c:pt>
                <c:pt idx="153">
                  <c:v>1001</c:v>
                </c:pt>
                <c:pt idx="154">
                  <c:v>1008</c:v>
                </c:pt>
                <c:pt idx="155">
                  <c:v>1014</c:v>
                </c:pt>
                <c:pt idx="156">
                  <c:v>1021</c:v>
                </c:pt>
                <c:pt idx="157">
                  <c:v>1028</c:v>
                </c:pt>
                <c:pt idx="158">
                  <c:v>1034</c:v>
                </c:pt>
                <c:pt idx="159">
                  <c:v>1041</c:v>
                </c:pt>
                <c:pt idx="160">
                  <c:v>1048</c:v>
                </c:pt>
                <c:pt idx="161">
                  <c:v>1054</c:v>
                </c:pt>
                <c:pt idx="162">
                  <c:v>1061</c:v>
                </c:pt>
                <c:pt idx="163">
                  <c:v>1068</c:v>
                </c:pt>
                <c:pt idx="164">
                  <c:v>1074</c:v>
                </c:pt>
                <c:pt idx="165">
                  <c:v>1081</c:v>
                </c:pt>
                <c:pt idx="166">
                  <c:v>1088</c:v>
                </c:pt>
                <c:pt idx="167">
                  <c:v>1095</c:v>
                </c:pt>
              </c:numCache>
            </c:numRef>
          </c:xVal>
          <c:yVal>
            <c:numRef>
              <c:f>'Chart Data'!$B$2:$B$169</c:f>
              <c:numCache>
                <c:formatCode>0</c:formatCode>
                <c:ptCount val="168"/>
                <c:pt idx="0">
                  <c:v>9.0752869999999994</c:v>
                </c:pt>
                <c:pt idx="1">
                  <c:v>8.9930199999999996</c:v>
                </c:pt>
                <c:pt idx="2">
                  <c:v>10.075850000000001</c:v>
                </c:pt>
                <c:pt idx="3">
                  <c:v>19.911525999999999</c:v>
                </c:pt>
                <c:pt idx="4">
                  <c:v>14.468795999999999</c:v>
                </c:pt>
                <c:pt idx="5">
                  <c:v>11.896269</c:v>
                </c:pt>
                <c:pt idx="6">
                  <c:v>11.957001</c:v>
                </c:pt>
                <c:pt idx="7">
                  <c:v>12.334199999999999</c:v>
                </c:pt>
                <c:pt idx="8">
                  <c:v>11.397534</c:v>
                </c:pt>
                <c:pt idx="9">
                  <c:v>16.999585</c:v>
                </c:pt>
                <c:pt idx="10">
                  <c:v>13.707594</c:v>
                </c:pt>
                <c:pt idx="11">
                  <c:v>12.627006</c:v>
                </c:pt>
                <c:pt idx="12">
                  <c:v>13.729348999999999</c:v>
                </c:pt>
                <c:pt idx="13">
                  <c:v>13.558890999999999</c:v>
                </c:pt>
                <c:pt idx="14">
                  <c:v>16.741969000000001</c:v>
                </c:pt>
                <c:pt idx="15">
                  <c:v>14.010144</c:v>
                </c:pt>
                <c:pt idx="16">
                  <c:v>13.316117999999999</c:v>
                </c:pt>
                <c:pt idx="17">
                  <c:v>12.994527</c:v>
                </c:pt>
                <c:pt idx="18">
                  <c:v>14.459006</c:v>
                </c:pt>
                <c:pt idx="19">
                  <c:v>13.419991</c:v>
                </c:pt>
                <c:pt idx="20">
                  <c:v>13.558274000000001</c:v>
                </c:pt>
                <c:pt idx="21">
                  <c:v>37.830775000000003</c:v>
                </c:pt>
                <c:pt idx="22">
                  <c:v>86.466796000000002</c:v>
                </c:pt>
                <c:pt idx="23">
                  <c:v>46.264755999999998</c:v>
                </c:pt>
                <c:pt idx="24">
                  <c:v>18.888665</c:v>
                </c:pt>
                <c:pt idx="25">
                  <c:v>13.961219</c:v>
                </c:pt>
                <c:pt idx="26">
                  <c:v>14.350349</c:v>
                </c:pt>
                <c:pt idx="27">
                  <c:v>14.094666999999999</c:v>
                </c:pt>
                <c:pt idx="28">
                  <c:v>13.673747000000001</c:v>
                </c:pt>
                <c:pt idx="29">
                  <c:v>11.591113</c:v>
                </c:pt>
                <c:pt idx="30">
                  <c:v>23.747053000000001</c:v>
                </c:pt>
                <c:pt idx="31">
                  <c:v>13.122794000000001</c:v>
                </c:pt>
                <c:pt idx="32">
                  <c:v>11.320031</c:v>
                </c:pt>
                <c:pt idx="33">
                  <c:v>10.091642</c:v>
                </c:pt>
                <c:pt idx="34">
                  <c:v>9.8237319999999997</c:v>
                </c:pt>
                <c:pt idx="35">
                  <c:v>10.121480999999999</c:v>
                </c:pt>
                <c:pt idx="36">
                  <c:v>56.092410999999998</c:v>
                </c:pt>
                <c:pt idx="37">
                  <c:v>14.869949999999999</c:v>
                </c:pt>
                <c:pt idx="38">
                  <c:v>10.983013</c:v>
                </c:pt>
                <c:pt idx="39">
                  <c:v>9.0838020000000004</c:v>
                </c:pt>
                <c:pt idx="40">
                  <c:v>56.409390999999999</c:v>
                </c:pt>
                <c:pt idx="41">
                  <c:v>22.327290999999999</c:v>
                </c:pt>
                <c:pt idx="42">
                  <c:v>12.14246</c:v>
                </c:pt>
                <c:pt idx="43">
                  <c:v>8.2588270000000001</c:v>
                </c:pt>
                <c:pt idx="44">
                  <c:v>51.930573000000003</c:v>
                </c:pt>
                <c:pt idx="45">
                  <c:v>9.6628220000000002</c:v>
                </c:pt>
                <c:pt idx="46">
                  <c:v>8.5633520000000001</c:v>
                </c:pt>
                <c:pt idx="47">
                  <c:v>7.8833330000000004</c:v>
                </c:pt>
                <c:pt idx="48">
                  <c:v>43.551023000000001</c:v>
                </c:pt>
                <c:pt idx="49">
                  <c:v>18.694588</c:v>
                </c:pt>
                <c:pt idx="50">
                  <c:v>11.821313999999999</c:v>
                </c:pt>
                <c:pt idx="51">
                  <c:v>9.1605910000000002</c:v>
                </c:pt>
                <c:pt idx="52">
                  <c:v>9.2076589999999996</c:v>
                </c:pt>
                <c:pt idx="53">
                  <c:v>8.637105</c:v>
                </c:pt>
                <c:pt idx="54">
                  <c:v>8.1981950000000001</c:v>
                </c:pt>
                <c:pt idx="55">
                  <c:v>11.594423000000001</c:v>
                </c:pt>
                <c:pt idx="56">
                  <c:v>10.454069</c:v>
                </c:pt>
                <c:pt idx="57">
                  <c:v>9.3638720000000006</c:v>
                </c:pt>
                <c:pt idx="58">
                  <c:v>9.8012200000000007</c:v>
                </c:pt>
                <c:pt idx="59">
                  <c:v>10.373303</c:v>
                </c:pt>
                <c:pt idx="60">
                  <c:v>12.416091</c:v>
                </c:pt>
                <c:pt idx="61">
                  <c:v>11.409314</c:v>
                </c:pt>
                <c:pt idx="62">
                  <c:v>11.539967000000001</c:v>
                </c:pt>
                <c:pt idx="63">
                  <c:v>12.566839999999999</c:v>
                </c:pt>
                <c:pt idx="64">
                  <c:v>126.64587899999999</c:v>
                </c:pt>
                <c:pt idx="65">
                  <c:v>79.95711</c:v>
                </c:pt>
                <c:pt idx="66">
                  <c:v>31.261932000000002</c:v>
                </c:pt>
                <c:pt idx="67">
                  <c:v>16.386021</c:v>
                </c:pt>
                <c:pt idx="68">
                  <c:v>20.471336999999998</c:v>
                </c:pt>
                <c:pt idx="69">
                  <c:v>15.602</c:v>
                </c:pt>
                <c:pt idx="70">
                  <c:v>14.371294000000001</c:v>
                </c:pt>
                <c:pt idx="71">
                  <c:v>13.291435999999999</c:v>
                </c:pt>
                <c:pt idx="72">
                  <c:v>13.492979</c:v>
                </c:pt>
                <c:pt idx="73">
                  <c:v>46.437752000000003</c:v>
                </c:pt>
                <c:pt idx="74">
                  <c:v>26.016373999999999</c:v>
                </c:pt>
                <c:pt idx="75">
                  <c:v>17.986647999999999</c:v>
                </c:pt>
                <c:pt idx="76">
                  <c:v>16.532232</c:v>
                </c:pt>
                <c:pt idx="77">
                  <c:v>14.329882</c:v>
                </c:pt>
                <c:pt idx="78">
                  <c:v>14.663748</c:v>
                </c:pt>
                <c:pt idx="79">
                  <c:v>37.784249000000003</c:v>
                </c:pt>
                <c:pt idx="80">
                  <c:v>48.144773999999998</c:v>
                </c:pt>
                <c:pt idx="81">
                  <c:v>22.958857999999999</c:v>
                </c:pt>
                <c:pt idx="82">
                  <c:v>14.699396</c:v>
                </c:pt>
                <c:pt idx="83">
                  <c:v>13.044725</c:v>
                </c:pt>
                <c:pt idx="84">
                  <c:v>13.060046</c:v>
                </c:pt>
                <c:pt idx="85">
                  <c:v>12.364493</c:v>
                </c:pt>
                <c:pt idx="86">
                  <c:v>11.310238999999999</c:v>
                </c:pt>
                <c:pt idx="87">
                  <c:v>11.890369</c:v>
                </c:pt>
                <c:pt idx="88">
                  <c:v>12.328533999999999</c:v>
                </c:pt>
                <c:pt idx="89">
                  <c:v>11.264066</c:v>
                </c:pt>
                <c:pt idx="90">
                  <c:v>27.956714999999999</c:v>
                </c:pt>
                <c:pt idx="91">
                  <c:v>32.759816000000001</c:v>
                </c:pt>
                <c:pt idx="92">
                  <c:v>15.635778</c:v>
                </c:pt>
                <c:pt idx="93">
                  <c:v>21.366582999999999</c:v>
                </c:pt>
                <c:pt idx="94">
                  <c:v>11.451150999999999</c:v>
                </c:pt>
                <c:pt idx="95">
                  <c:v>8.8935289999999991</c:v>
                </c:pt>
                <c:pt idx="96">
                  <c:v>9.3230439999999994</c:v>
                </c:pt>
                <c:pt idx="97">
                  <c:v>9.9289880000000004</c:v>
                </c:pt>
                <c:pt idx="98">
                  <c:v>28.444659999999999</c:v>
                </c:pt>
                <c:pt idx="99">
                  <c:v>11.426724999999999</c:v>
                </c:pt>
                <c:pt idx="100">
                  <c:v>8.1228090000000002</c:v>
                </c:pt>
                <c:pt idx="101">
                  <c:v>7.3345010000000004</c:v>
                </c:pt>
                <c:pt idx="102">
                  <c:v>7.7546949999999999</c:v>
                </c:pt>
                <c:pt idx="103">
                  <c:v>8.3096130000000006</c:v>
                </c:pt>
                <c:pt idx="104">
                  <c:v>8.1025989999999997</c:v>
                </c:pt>
                <c:pt idx="105">
                  <c:v>7.3878719999999998</c:v>
                </c:pt>
                <c:pt idx="106">
                  <c:v>7.7179399999999996</c:v>
                </c:pt>
                <c:pt idx="107">
                  <c:v>10.282771</c:v>
                </c:pt>
                <c:pt idx="108">
                  <c:v>8.0641149999999993</c:v>
                </c:pt>
                <c:pt idx="109">
                  <c:v>8.4239470000000001</c:v>
                </c:pt>
                <c:pt idx="110">
                  <c:v>10.992785</c:v>
                </c:pt>
                <c:pt idx="111">
                  <c:v>9.1194030000000001</c:v>
                </c:pt>
                <c:pt idx="112">
                  <c:v>9.1395789999999995</c:v>
                </c:pt>
                <c:pt idx="113">
                  <c:v>10.273539</c:v>
                </c:pt>
                <c:pt idx="114">
                  <c:v>33.062119000000003</c:v>
                </c:pt>
                <c:pt idx="115">
                  <c:v>17.263456999999999</c:v>
                </c:pt>
                <c:pt idx="116">
                  <c:v>12.405158</c:v>
                </c:pt>
                <c:pt idx="117">
                  <c:v>11.946215</c:v>
                </c:pt>
                <c:pt idx="118">
                  <c:v>10.859662</c:v>
                </c:pt>
                <c:pt idx="119">
                  <c:v>31.756748999999999</c:v>
                </c:pt>
                <c:pt idx="120">
                  <c:v>19.992653000000001</c:v>
                </c:pt>
                <c:pt idx="121">
                  <c:v>18.547245</c:v>
                </c:pt>
                <c:pt idx="122">
                  <c:v>14.365584999999999</c:v>
                </c:pt>
                <c:pt idx="123">
                  <c:v>13.874215</c:v>
                </c:pt>
                <c:pt idx="124">
                  <c:v>12.742887</c:v>
                </c:pt>
                <c:pt idx="125">
                  <c:v>13.217734</c:v>
                </c:pt>
                <c:pt idx="126">
                  <c:v>13.992524</c:v>
                </c:pt>
                <c:pt idx="127">
                  <c:v>14.126517</c:v>
                </c:pt>
                <c:pt idx="128">
                  <c:v>14.868435</c:v>
                </c:pt>
                <c:pt idx="129">
                  <c:v>15.588725999999999</c:v>
                </c:pt>
                <c:pt idx="130">
                  <c:v>15.728011</c:v>
                </c:pt>
                <c:pt idx="131">
                  <c:v>15.661766</c:v>
                </c:pt>
                <c:pt idx="132">
                  <c:v>13.577087000000001</c:v>
                </c:pt>
                <c:pt idx="133">
                  <c:v>13.424586</c:v>
                </c:pt>
                <c:pt idx="134">
                  <c:v>14.533362</c:v>
                </c:pt>
                <c:pt idx="135">
                  <c:v>13.715676</c:v>
                </c:pt>
                <c:pt idx="136">
                  <c:v>83.364596000000006</c:v>
                </c:pt>
                <c:pt idx="137">
                  <c:v>40.303997000000003</c:v>
                </c:pt>
                <c:pt idx="138">
                  <c:v>22.851393999999999</c:v>
                </c:pt>
                <c:pt idx="139">
                  <c:v>16.593945999999999</c:v>
                </c:pt>
                <c:pt idx="140">
                  <c:v>14.352739</c:v>
                </c:pt>
                <c:pt idx="141">
                  <c:v>11.708128</c:v>
                </c:pt>
                <c:pt idx="142">
                  <c:v>11.091637</c:v>
                </c:pt>
                <c:pt idx="143">
                  <c:v>120.51433</c:v>
                </c:pt>
                <c:pt idx="144">
                  <c:v>90.398362000000006</c:v>
                </c:pt>
                <c:pt idx="145">
                  <c:v>21.096558999999999</c:v>
                </c:pt>
                <c:pt idx="146">
                  <c:v>37.419666999999997</c:v>
                </c:pt>
                <c:pt idx="147">
                  <c:v>12.356286000000001</c:v>
                </c:pt>
                <c:pt idx="148">
                  <c:v>10.644064</c:v>
                </c:pt>
                <c:pt idx="149">
                  <c:v>8.7196879999999997</c:v>
                </c:pt>
                <c:pt idx="150">
                  <c:v>9.1647300000000005</c:v>
                </c:pt>
                <c:pt idx="151">
                  <c:v>9.2585990000000002</c:v>
                </c:pt>
                <c:pt idx="152">
                  <c:v>9.3487709999999993</c:v>
                </c:pt>
                <c:pt idx="153">
                  <c:v>10.847784000000001</c:v>
                </c:pt>
                <c:pt idx="154">
                  <c:v>30.947799</c:v>
                </c:pt>
                <c:pt idx="155">
                  <c:v>11.726459999999999</c:v>
                </c:pt>
                <c:pt idx="156">
                  <c:v>64.583682999999994</c:v>
                </c:pt>
                <c:pt idx="157">
                  <c:v>26.866636</c:v>
                </c:pt>
                <c:pt idx="158">
                  <c:v>42.886100999999996</c:v>
                </c:pt>
                <c:pt idx="159">
                  <c:v>17.529828999999999</c:v>
                </c:pt>
                <c:pt idx="160">
                  <c:v>11.258384</c:v>
                </c:pt>
                <c:pt idx="161">
                  <c:v>8.4526269999999997</c:v>
                </c:pt>
                <c:pt idx="162">
                  <c:v>29.996744</c:v>
                </c:pt>
                <c:pt idx="163">
                  <c:v>14.643679000000001</c:v>
                </c:pt>
                <c:pt idx="164">
                  <c:v>11.031834</c:v>
                </c:pt>
                <c:pt idx="165">
                  <c:v>14.270383000000001</c:v>
                </c:pt>
                <c:pt idx="166">
                  <c:v>45.261920000000003</c:v>
                </c:pt>
                <c:pt idx="167">
                  <c:v>15.549405</c:v>
                </c:pt>
              </c:numCache>
            </c:numRef>
          </c:yVal>
          <c:smooth val="1"/>
          <c:extLst>
            <c:ext xmlns:c16="http://schemas.microsoft.com/office/drawing/2014/chart" uri="{C3380CC4-5D6E-409C-BE32-E72D297353CC}">
              <c16:uniqueId val="{00000000-B690-411C-888C-C1BA2AB474BC}"/>
            </c:ext>
          </c:extLst>
        </c:ser>
        <c:ser>
          <c:idx val="1"/>
          <c:order val="1"/>
          <c:tx>
            <c:v>Máximas diárias anuais</c:v>
          </c:tx>
          <c:spPr>
            <a:ln w="0">
              <a:noFill/>
              <a:prstDash val="solid"/>
            </a:ln>
          </c:spPr>
          <c:marker>
            <c:symbol val="diamond"/>
            <c:size val="11"/>
            <c:spPr>
              <a:solidFill>
                <a:srgbClr val="C47B23"/>
              </a:solidFill>
              <a:ln w="7620">
                <a:solidFill>
                  <a:srgbClr val="F7F8F5"/>
                </a:solidFill>
                <a:prstDash val="solid"/>
              </a:ln>
            </c:spPr>
          </c:marker>
          <c:xVal>
            <c:numRef>
              <c:f>'Chart Data'!$C$2:$C$4</c:f>
              <c:numCache>
                <c:formatCode>General</c:formatCode>
                <c:ptCount val="3"/>
                <c:pt idx="0">
                  <c:v>144</c:v>
                </c:pt>
                <c:pt idx="1">
                  <c:v>419</c:v>
                </c:pt>
                <c:pt idx="2">
                  <c:v>940</c:v>
                </c:pt>
              </c:numCache>
            </c:numRef>
          </c:xVal>
          <c:yVal>
            <c:numRef>
              <c:f>'Chart Data'!$D$2:$D$4</c:f>
              <c:numCache>
                <c:formatCode>0</c:formatCode>
                <c:ptCount val="3"/>
                <c:pt idx="0">
                  <c:v>86.466795740600006</c:v>
                </c:pt>
                <c:pt idx="1">
                  <c:v>126.64587878899999</c:v>
                </c:pt>
                <c:pt idx="2">
                  <c:v>120.51433027900001</c:v>
                </c:pt>
              </c:numCache>
            </c:numRef>
          </c:yVal>
          <c:smooth val="1"/>
          <c:extLst>
            <c:ext xmlns:c16="http://schemas.microsoft.com/office/drawing/2014/chart" uri="{C3380CC4-5D6E-409C-BE32-E72D297353CC}">
              <c16:uniqueId val="{00000001-B690-411C-888C-C1BA2AB474BC}"/>
            </c:ext>
          </c:extLst>
        </c:ser>
        <c:dLbls>
          <c:showLegendKey val="0"/>
          <c:showVal val="0"/>
          <c:showCatName val="0"/>
          <c:showSerName val="0"/>
          <c:showPercent val="0"/>
          <c:showBubbleSize val="0"/>
        </c:dLbls>
        <c:axId val="48650112"/>
        <c:axId val="48672768"/>
      </c:scatterChart>
      <c:valAx>
        <c:axId val="48672768"/>
        <c:scaling>
          <c:orientation val="minMax"/>
          <c:max val="140"/>
          <c:min val="0"/>
        </c:scaling>
        <c:delete val="0"/>
        <c:axPos val="l"/>
        <c:majorGridlines>
          <c:spPr>
            <a:ln w="9525">
              <a:solidFill>
                <a:srgbClr val="DCE3E3"/>
              </a:solidFill>
              <a:prstDash val="solid"/>
            </a:ln>
          </c:spPr>
        </c:majorGridlines>
        <c:title>
          <c:tx>
            <c:rich>
              <a:bodyPr/>
              <a:lstStyle/>
              <a:p>
                <a:r>
                  <a:rPr lang="en-GB" sz="1500">
                    <a:solidFill>
                      <a:srgbClr val="526873"/>
                    </a:solidFill>
                    <a:latin typeface="DejaVu Sans"/>
                    <a:ea typeface="DejaVu Sans"/>
                    <a:cs typeface="DejaVu Sans"/>
                  </a:rPr>
                  <a:t>Q diária (m³/s)</a:t>
                </a:r>
              </a:p>
            </c:rich>
          </c:tx>
          <c:overlay val="0"/>
        </c:title>
        <c:numFmt formatCode="0" sourceLinked="1"/>
        <c:majorTickMark val="none"/>
        <c:minorTickMark val="none"/>
        <c:tickLblPos val="low"/>
        <c:spPr>
          <a:ln w="9525">
            <a:solidFill>
              <a:srgbClr val="526873"/>
            </a:solidFill>
            <a:prstDash val="solid"/>
          </a:ln>
        </c:spPr>
        <c:txPr>
          <a:bodyPr anchorCtr="1"/>
          <a:lstStyle/>
          <a:p>
            <a:pPr>
              <a:defRPr sz="1500">
                <a:solidFill>
                  <a:srgbClr val="526873"/>
                </a:solidFill>
                <a:latin typeface="DejaVu Sans"/>
                <a:ea typeface="DejaVu Sans"/>
                <a:cs typeface="DejaVu Sans"/>
              </a:defRPr>
            </a:pPr>
            <a:endParaRPr lang="en-US"/>
          </a:p>
        </c:txPr>
        <c:crossAx val="48650112"/>
        <c:crossesAt val="0"/>
        <c:crossBetween val="midCat"/>
        <c:majorUnit val="35"/>
      </c:valAx>
      <c:valAx>
        <c:axId val="48650112"/>
        <c:scaling>
          <c:orientation val="minMax"/>
          <c:max val="1095"/>
          <c:min val="0"/>
        </c:scaling>
        <c:delete val="0"/>
        <c:axPos val="b"/>
        <c:title>
          <c:tx>
            <c:rich>
              <a:bodyPr/>
              <a:lstStyle/>
              <a:p>
                <a:r>
                  <a:rPr lang="en-GB" sz="1500">
                    <a:solidFill>
                      <a:srgbClr val="526873"/>
                    </a:solidFill>
                    <a:latin typeface="DejaVu Sans"/>
                    <a:ea typeface="DejaVu Sans"/>
                    <a:cs typeface="DejaVu Sans"/>
                  </a:rPr>
                  <a:t>Dia da série</a:t>
                </a:r>
              </a:p>
            </c:rich>
          </c:tx>
          <c:overlay val="0"/>
        </c:title>
        <c:numFmt formatCode="General" sourceLinked="1"/>
        <c:majorTickMark val="none"/>
        <c:minorTickMark val="none"/>
        <c:tickLblPos val="low"/>
        <c:spPr>
          <a:ln w="9525">
            <a:solidFill>
              <a:srgbClr val="526873"/>
            </a:solidFill>
            <a:prstDash val="solid"/>
          </a:ln>
        </c:spPr>
        <c:txPr>
          <a:bodyPr anchorCtr="1"/>
          <a:lstStyle/>
          <a:p>
            <a:pPr>
              <a:defRPr sz="1500">
                <a:solidFill>
                  <a:srgbClr val="526873"/>
                </a:solidFill>
                <a:latin typeface="DejaVu Sans"/>
                <a:ea typeface="DejaVu Sans"/>
                <a:cs typeface="DejaVu Sans"/>
              </a:defRPr>
            </a:pPr>
            <a:endParaRPr lang="en-US"/>
          </a:p>
        </c:txPr>
        <c:crossAx val="48672768"/>
        <c:crossesAt val="0"/>
        <c:crossBetween val="midCat"/>
        <c:majorUnit val="365"/>
      </c:valAx>
      <c:spPr>
        <a:solidFill>
          <a:srgbClr val="F7F8F5"/>
        </a:solidFill>
        <a:ln w="0">
          <a:noFill/>
          <a:prstDash val="solid"/>
        </a:ln>
      </c:spPr>
    </c:plotArea>
    <c:plotVisOnly val="1"/>
    <c:dispBlanksAs val="zero"/>
    <c:showDLblsOverMax val="1"/>
  </c:chart>
  <c:spPr>
    <a:solidFill>
      <a:srgbClr val="F7F8F5"/>
    </a:solidFill>
    <a:ln w="0">
      <a:noFill/>
      <a:prstDash val="solid"/>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Grupo 1</c:v>
          </c:tx>
          <c:spPr>
            <a:ln w="0">
              <a:noFill/>
              <a:prstDash val="solid"/>
            </a:ln>
          </c:spPr>
          <c:marker>
            <c:symbol val="circle"/>
            <c:size val="7"/>
            <c:spPr>
              <a:solidFill>
                <a:srgbClr val="087F88"/>
              </a:solidFill>
              <a:ln w="7620">
                <a:solidFill>
                  <a:srgbClr val="F7F8F5"/>
                </a:solidFill>
                <a:prstDash val="solid"/>
              </a:ln>
            </c:spPr>
          </c:marker>
          <c:xVal>
            <c:numRef>
              <c:f>'Chart Data'!$A$2:$A$6</c:f>
              <c:numCache>
                <c:formatCode>General</c:formatCode>
                <c:ptCount val="5"/>
                <c:pt idx="0">
                  <c:v>-1.9623079999999999</c:v>
                </c:pt>
                <c:pt idx="1">
                  <c:v>-1.5244489999999999</c:v>
                </c:pt>
                <c:pt idx="2">
                  <c:v>-1.5262500000000001</c:v>
                </c:pt>
                <c:pt idx="3">
                  <c:v>-1.551007</c:v>
                </c:pt>
                <c:pt idx="4">
                  <c:v>-1.640239</c:v>
                </c:pt>
              </c:numCache>
            </c:numRef>
          </c:xVal>
          <c:yVal>
            <c:numRef>
              <c:f>'Chart Data'!$B$2:$B$6</c:f>
              <c:numCache>
                <c:formatCode>0.0</c:formatCode>
                <c:ptCount val="5"/>
                <c:pt idx="0">
                  <c:v>-0.97215200000000002</c:v>
                </c:pt>
                <c:pt idx="1">
                  <c:v>-0.88935500000000001</c:v>
                </c:pt>
                <c:pt idx="2">
                  <c:v>-0.976885</c:v>
                </c:pt>
                <c:pt idx="3">
                  <c:v>-0.45093800000000001</c:v>
                </c:pt>
                <c:pt idx="4">
                  <c:v>-0.89111700000000005</c:v>
                </c:pt>
              </c:numCache>
            </c:numRef>
          </c:yVal>
          <c:smooth val="1"/>
          <c:extLst>
            <c:ext xmlns:c16="http://schemas.microsoft.com/office/drawing/2014/chart" uri="{C3380CC4-5D6E-409C-BE32-E72D297353CC}">
              <c16:uniqueId val="{00000000-CE9A-4A5D-AEF0-ED9948233381}"/>
            </c:ext>
          </c:extLst>
        </c:ser>
        <c:ser>
          <c:idx val="1"/>
          <c:order val="1"/>
          <c:tx>
            <c:v>Grupo 2</c:v>
          </c:tx>
          <c:spPr>
            <a:ln w="0">
              <a:noFill/>
              <a:prstDash val="solid"/>
            </a:ln>
          </c:spPr>
          <c:marker>
            <c:symbol val="circle"/>
            <c:size val="7"/>
            <c:spPr>
              <a:solidFill>
                <a:srgbClr val="C47B23"/>
              </a:solidFill>
              <a:ln w="7620">
                <a:solidFill>
                  <a:srgbClr val="F7F8F5"/>
                </a:solidFill>
                <a:prstDash val="solid"/>
              </a:ln>
            </c:spPr>
          </c:marker>
          <c:xVal>
            <c:numRef>
              <c:f>'Chart Data'!$C$2:$C$18</c:f>
              <c:numCache>
                <c:formatCode>General</c:formatCode>
                <c:ptCount val="17"/>
                <c:pt idx="0">
                  <c:v>0.81512399999999996</c:v>
                </c:pt>
                <c:pt idx="1">
                  <c:v>0.75670800000000005</c:v>
                </c:pt>
                <c:pt idx="2">
                  <c:v>0.74616300000000002</c:v>
                </c:pt>
                <c:pt idx="3">
                  <c:v>1.175648</c:v>
                </c:pt>
                <c:pt idx="4">
                  <c:v>0.93818999999999997</c:v>
                </c:pt>
                <c:pt idx="5">
                  <c:v>1.8186359999999999</c:v>
                </c:pt>
                <c:pt idx="6">
                  <c:v>1.2349030000000001</c:v>
                </c:pt>
                <c:pt idx="7">
                  <c:v>1.2194</c:v>
                </c:pt>
                <c:pt idx="8">
                  <c:v>1.142323</c:v>
                </c:pt>
                <c:pt idx="9">
                  <c:v>0.230048</c:v>
                </c:pt>
                <c:pt idx="10">
                  <c:v>0.15717700000000001</c:v>
                </c:pt>
                <c:pt idx="11">
                  <c:v>0.242363</c:v>
                </c:pt>
                <c:pt idx="12">
                  <c:v>0.16875899999999999</c:v>
                </c:pt>
                <c:pt idx="13">
                  <c:v>-0.130685</c:v>
                </c:pt>
                <c:pt idx="14">
                  <c:v>0.85949200000000003</c:v>
                </c:pt>
                <c:pt idx="15">
                  <c:v>0.427535</c:v>
                </c:pt>
                <c:pt idx="16">
                  <c:v>0.168631</c:v>
                </c:pt>
              </c:numCache>
            </c:numRef>
          </c:xVal>
          <c:yVal>
            <c:numRef>
              <c:f>'Chart Data'!$D$2:$D$18</c:f>
              <c:numCache>
                <c:formatCode>0.0</c:formatCode>
                <c:ptCount val="17"/>
                <c:pt idx="0">
                  <c:v>-0.50053000000000003</c:v>
                </c:pt>
                <c:pt idx="1">
                  <c:v>-0.41953499999999999</c:v>
                </c:pt>
                <c:pt idx="2">
                  <c:v>-0.87317999999999996</c:v>
                </c:pt>
                <c:pt idx="3">
                  <c:v>-0.86792400000000003</c:v>
                </c:pt>
                <c:pt idx="4">
                  <c:v>-0.40204000000000001</c:v>
                </c:pt>
                <c:pt idx="5">
                  <c:v>-0.34776600000000002</c:v>
                </c:pt>
                <c:pt idx="6">
                  <c:v>-0.48542400000000002</c:v>
                </c:pt>
                <c:pt idx="7">
                  <c:v>-0.58343599999999995</c:v>
                </c:pt>
                <c:pt idx="8">
                  <c:v>1.991438</c:v>
                </c:pt>
                <c:pt idx="9">
                  <c:v>1.464305</c:v>
                </c:pt>
                <c:pt idx="10">
                  <c:v>1.1857709999999999</c:v>
                </c:pt>
                <c:pt idx="11">
                  <c:v>0.73104899999999995</c:v>
                </c:pt>
                <c:pt idx="12">
                  <c:v>1.4777039999999999</c:v>
                </c:pt>
                <c:pt idx="13">
                  <c:v>1.229279</c:v>
                </c:pt>
                <c:pt idx="14">
                  <c:v>1.767584</c:v>
                </c:pt>
                <c:pt idx="15">
                  <c:v>1.5588169999999999</c:v>
                </c:pt>
                <c:pt idx="16">
                  <c:v>0.21495700000000001</c:v>
                </c:pt>
              </c:numCache>
            </c:numRef>
          </c:yVal>
          <c:smooth val="1"/>
          <c:extLst>
            <c:ext xmlns:c16="http://schemas.microsoft.com/office/drawing/2014/chart" uri="{C3380CC4-5D6E-409C-BE32-E72D297353CC}">
              <c16:uniqueId val="{00000001-CE9A-4A5D-AEF0-ED9948233381}"/>
            </c:ext>
          </c:extLst>
        </c:ser>
        <c:ser>
          <c:idx val="2"/>
          <c:order val="2"/>
          <c:tx>
            <c:v>Grupo 3</c:v>
          </c:tx>
          <c:spPr>
            <a:ln w="0">
              <a:noFill/>
              <a:prstDash val="solid"/>
            </a:ln>
          </c:spPr>
          <c:marker>
            <c:symbol val="circle"/>
            <c:size val="7"/>
            <c:spPr>
              <a:solidFill>
                <a:srgbClr val="995A80"/>
              </a:solidFill>
              <a:ln w="7620">
                <a:solidFill>
                  <a:srgbClr val="F7F8F5"/>
                </a:solidFill>
                <a:prstDash val="solid"/>
              </a:ln>
            </c:spPr>
          </c:marker>
          <c:xVal>
            <c:numRef>
              <c:f>'Chart Data'!$E$2:$E$9</c:f>
              <c:numCache>
                <c:formatCode>General</c:formatCode>
                <c:ptCount val="8"/>
                <c:pt idx="0">
                  <c:v>-1.102641</c:v>
                </c:pt>
                <c:pt idx="1">
                  <c:v>-0.97769899999999998</c:v>
                </c:pt>
                <c:pt idx="2">
                  <c:v>-0.91400800000000004</c:v>
                </c:pt>
                <c:pt idx="3">
                  <c:v>0.197714</c:v>
                </c:pt>
                <c:pt idx="4">
                  <c:v>1.9758999999999999E-2</c:v>
                </c:pt>
                <c:pt idx="5">
                  <c:v>-0.65475899999999998</c:v>
                </c:pt>
                <c:pt idx="6">
                  <c:v>-0.33521099999999998</c:v>
                </c:pt>
                <c:pt idx="7">
                  <c:v>6.8300000000000001E-4</c:v>
                </c:pt>
              </c:numCache>
            </c:numRef>
          </c:xVal>
          <c:yVal>
            <c:numRef>
              <c:f>'Chart Data'!$F$2:$F$9</c:f>
              <c:numCache>
                <c:formatCode>0.0</c:formatCode>
                <c:ptCount val="8"/>
                <c:pt idx="0">
                  <c:v>-1.1231009999999999</c:v>
                </c:pt>
                <c:pt idx="1">
                  <c:v>-0.45802199999999998</c:v>
                </c:pt>
                <c:pt idx="2">
                  <c:v>-0.62363100000000005</c:v>
                </c:pt>
                <c:pt idx="3">
                  <c:v>-1.161438</c:v>
                </c:pt>
                <c:pt idx="4">
                  <c:v>-0.60807599999999995</c:v>
                </c:pt>
                <c:pt idx="5">
                  <c:v>1.5528010000000001</c:v>
                </c:pt>
                <c:pt idx="6">
                  <c:v>-0.14638999999999999</c:v>
                </c:pt>
                <c:pt idx="7">
                  <c:v>-0.39276299999999997</c:v>
                </c:pt>
              </c:numCache>
            </c:numRef>
          </c:yVal>
          <c:smooth val="1"/>
          <c:extLst>
            <c:ext xmlns:c16="http://schemas.microsoft.com/office/drawing/2014/chart" uri="{C3380CC4-5D6E-409C-BE32-E72D297353CC}">
              <c16:uniqueId val="{00000002-CE9A-4A5D-AEF0-ED9948233381}"/>
            </c:ext>
          </c:extLst>
        </c:ser>
        <c:ser>
          <c:idx val="3"/>
          <c:order val="3"/>
          <c:tx>
            <c:v>Centroides</c:v>
          </c:tx>
          <c:spPr>
            <a:ln w="0">
              <a:noFill/>
              <a:prstDash val="solid"/>
            </a:ln>
          </c:spPr>
          <c:marker>
            <c:symbol val="x"/>
            <c:size val="11"/>
            <c:spPr>
              <a:solidFill>
                <a:srgbClr val="123247"/>
              </a:solidFill>
              <a:ln w="7620">
                <a:solidFill>
                  <a:srgbClr val="F7F8F5"/>
                </a:solidFill>
                <a:prstDash val="solid"/>
              </a:ln>
            </c:spPr>
          </c:marker>
          <c:xVal>
            <c:numRef>
              <c:f>'Chart Data'!$G$2:$G$4</c:f>
              <c:numCache>
                <c:formatCode>General</c:formatCode>
                <c:ptCount val="3"/>
                <c:pt idx="0">
                  <c:v>-1.9623079999999999</c:v>
                </c:pt>
                <c:pt idx="1">
                  <c:v>-1.102641</c:v>
                </c:pt>
                <c:pt idx="2">
                  <c:v>1.8186359999999999</c:v>
                </c:pt>
              </c:numCache>
            </c:numRef>
          </c:xVal>
          <c:yVal>
            <c:numRef>
              <c:f>'Chart Data'!$H$2:$H$4</c:f>
              <c:numCache>
                <c:formatCode>0.0</c:formatCode>
                <c:ptCount val="3"/>
                <c:pt idx="0">
                  <c:v>-0.97215200000000002</c:v>
                </c:pt>
                <c:pt idx="1">
                  <c:v>-1.1231009999999999</c:v>
                </c:pt>
                <c:pt idx="2">
                  <c:v>-0.34776600000000002</c:v>
                </c:pt>
              </c:numCache>
            </c:numRef>
          </c:yVal>
          <c:smooth val="1"/>
          <c:extLst>
            <c:ext xmlns:c16="http://schemas.microsoft.com/office/drawing/2014/chart" uri="{C3380CC4-5D6E-409C-BE32-E72D297353CC}">
              <c16:uniqueId val="{00000003-CE9A-4A5D-AEF0-ED9948233381}"/>
            </c:ext>
          </c:extLst>
        </c:ser>
        <c:dLbls>
          <c:showLegendKey val="0"/>
          <c:showVal val="0"/>
          <c:showCatName val="0"/>
          <c:showSerName val="0"/>
          <c:showPercent val="0"/>
          <c:showBubbleSize val="0"/>
        </c:dLbls>
        <c:axId val="48650112"/>
        <c:axId val="48672768"/>
      </c:scatterChart>
      <c:valAx>
        <c:axId val="48672768"/>
        <c:scaling>
          <c:orientation val="minMax"/>
          <c:max val="2.5"/>
          <c:min val="-2"/>
        </c:scaling>
        <c:delete val="0"/>
        <c:axPos val="l"/>
        <c:majorGridlines>
          <c:spPr>
            <a:ln w="9525">
              <a:solidFill>
                <a:srgbClr val="DCE3E3"/>
              </a:solidFill>
              <a:prstDash val="solid"/>
            </a:ln>
          </c:spPr>
        </c:majorGridlines>
        <c:title>
          <c:tx>
            <c:rich>
              <a:bodyPr/>
              <a:lstStyle/>
              <a:p>
                <a:r>
                  <a:rPr lang="en-GB" sz="1500">
                    <a:solidFill>
                      <a:srgbClr val="526873"/>
                    </a:solidFill>
                    <a:latin typeface="DejaVu Sans"/>
                    <a:ea typeface="DejaVu Sans"/>
                    <a:cs typeface="DejaVu Sans"/>
                  </a:rPr>
                  <a:t>Declividade padronizada</a:t>
                </a:r>
              </a:p>
            </c:rich>
          </c:tx>
          <c:overlay val="0"/>
        </c:title>
        <c:numFmt formatCode="0.0" sourceLinked="1"/>
        <c:majorTickMark val="none"/>
        <c:minorTickMark val="none"/>
        <c:tickLblPos val="low"/>
        <c:spPr>
          <a:ln w="9525">
            <a:solidFill>
              <a:srgbClr val="526873"/>
            </a:solidFill>
            <a:prstDash val="solid"/>
          </a:ln>
        </c:spPr>
        <c:txPr>
          <a:bodyPr anchorCtr="1"/>
          <a:lstStyle/>
          <a:p>
            <a:pPr>
              <a:defRPr sz="1500">
                <a:solidFill>
                  <a:srgbClr val="526873"/>
                </a:solidFill>
                <a:latin typeface="DejaVu Sans"/>
                <a:ea typeface="DejaVu Sans"/>
                <a:cs typeface="DejaVu Sans"/>
              </a:defRPr>
            </a:pPr>
            <a:endParaRPr lang="en-US"/>
          </a:p>
        </c:txPr>
        <c:crossAx val="48650112"/>
        <c:crossesAt val="-2"/>
        <c:crossBetween val="midCat"/>
        <c:majorUnit val="1"/>
      </c:valAx>
      <c:valAx>
        <c:axId val="48650112"/>
        <c:scaling>
          <c:orientation val="minMax"/>
          <c:max val="2.5"/>
          <c:min val="-2.5"/>
        </c:scaling>
        <c:delete val="0"/>
        <c:axPos val="b"/>
        <c:title>
          <c:tx>
            <c:rich>
              <a:bodyPr/>
              <a:lstStyle/>
              <a:p>
                <a:r>
                  <a:rPr lang="en-GB" sz="1500">
                    <a:solidFill>
                      <a:srgbClr val="526873"/>
                    </a:solidFill>
                    <a:latin typeface="DejaVu Sans"/>
                    <a:ea typeface="DejaVu Sans"/>
                    <a:cs typeface="DejaVu Sans"/>
                  </a:rPr>
                  <a:t>Precipitação padronizada</a:t>
                </a:r>
              </a:p>
            </c:rich>
          </c:tx>
          <c:overlay val="0"/>
        </c:title>
        <c:numFmt formatCode="General" sourceLinked="1"/>
        <c:majorTickMark val="none"/>
        <c:minorTickMark val="none"/>
        <c:tickLblPos val="low"/>
        <c:spPr>
          <a:ln w="9525">
            <a:solidFill>
              <a:srgbClr val="526873"/>
            </a:solidFill>
            <a:prstDash val="solid"/>
          </a:ln>
        </c:spPr>
        <c:txPr>
          <a:bodyPr anchorCtr="1"/>
          <a:lstStyle/>
          <a:p>
            <a:pPr>
              <a:defRPr sz="1500">
                <a:solidFill>
                  <a:srgbClr val="526873"/>
                </a:solidFill>
                <a:latin typeface="DejaVu Sans"/>
                <a:ea typeface="DejaVu Sans"/>
                <a:cs typeface="DejaVu Sans"/>
              </a:defRPr>
            </a:pPr>
            <a:endParaRPr lang="en-US"/>
          </a:p>
        </c:txPr>
        <c:crossAx val="48672768"/>
        <c:crossesAt val="-2.5"/>
        <c:crossBetween val="midCat"/>
        <c:majorUnit val="1"/>
      </c:valAx>
      <c:spPr>
        <a:solidFill>
          <a:srgbClr val="F7F8F5"/>
        </a:solidFill>
        <a:ln w="0">
          <a:noFill/>
          <a:prstDash val="solid"/>
        </a:ln>
      </c:spPr>
    </c:plotArea>
    <c:plotVisOnly val="1"/>
    <c:dispBlanksAs val="zero"/>
    <c:showDLblsOverMax val="1"/>
  </c:chart>
  <c:spPr>
    <a:solidFill>
      <a:srgbClr val="F7F8F5"/>
    </a:solidFill>
    <a:ln w="0">
      <a:noFill/>
      <a:prstDash val="solid"/>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Grupo 1</c:v>
          </c:tx>
          <c:spPr>
            <a:ln w="0">
              <a:noFill/>
              <a:prstDash val="solid"/>
            </a:ln>
          </c:spPr>
          <c:marker>
            <c:symbol val="circle"/>
            <c:size val="7"/>
            <c:spPr>
              <a:solidFill>
                <a:srgbClr val="087F88"/>
              </a:solidFill>
              <a:ln w="7620">
                <a:solidFill>
                  <a:srgbClr val="F7F8F5"/>
                </a:solidFill>
                <a:prstDash val="solid"/>
              </a:ln>
            </c:spPr>
          </c:marker>
          <c:xVal>
            <c:numRef>
              <c:f>'Chart Data'!$A$2:$A$9</c:f>
              <c:numCache>
                <c:formatCode>General</c:formatCode>
                <c:ptCount val="8"/>
                <c:pt idx="0">
                  <c:v>-1.9623079999999999</c:v>
                </c:pt>
                <c:pt idx="1">
                  <c:v>-1.5244489999999999</c:v>
                </c:pt>
                <c:pt idx="2">
                  <c:v>-1.102641</c:v>
                </c:pt>
                <c:pt idx="3">
                  <c:v>-1.5262500000000001</c:v>
                </c:pt>
                <c:pt idx="4">
                  <c:v>-1.551007</c:v>
                </c:pt>
                <c:pt idx="5">
                  <c:v>-0.97769899999999998</c:v>
                </c:pt>
                <c:pt idx="6">
                  <c:v>-1.640239</c:v>
                </c:pt>
                <c:pt idx="7">
                  <c:v>-0.91400800000000004</c:v>
                </c:pt>
              </c:numCache>
            </c:numRef>
          </c:xVal>
          <c:yVal>
            <c:numRef>
              <c:f>'Chart Data'!$B$2:$B$9</c:f>
              <c:numCache>
                <c:formatCode>0.0</c:formatCode>
                <c:ptCount val="8"/>
                <c:pt idx="0">
                  <c:v>-0.97215200000000002</c:v>
                </c:pt>
                <c:pt idx="1">
                  <c:v>-0.88935500000000001</c:v>
                </c:pt>
                <c:pt idx="2">
                  <c:v>-1.1231009999999999</c:v>
                </c:pt>
                <c:pt idx="3">
                  <c:v>-0.976885</c:v>
                </c:pt>
                <c:pt idx="4">
                  <c:v>-0.45093800000000001</c:v>
                </c:pt>
                <c:pt idx="5">
                  <c:v>-0.45802199999999998</c:v>
                </c:pt>
                <c:pt idx="6">
                  <c:v>-0.89111700000000005</c:v>
                </c:pt>
                <c:pt idx="7">
                  <c:v>-0.62363100000000005</c:v>
                </c:pt>
              </c:numCache>
            </c:numRef>
          </c:yVal>
          <c:smooth val="1"/>
          <c:extLst>
            <c:ext xmlns:c16="http://schemas.microsoft.com/office/drawing/2014/chart" uri="{C3380CC4-5D6E-409C-BE32-E72D297353CC}">
              <c16:uniqueId val="{00000000-532A-432E-9E65-EE1735E419CB}"/>
            </c:ext>
          </c:extLst>
        </c:ser>
        <c:ser>
          <c:idx val="1"/>
          <c:order val="1"/>
          <c:tx>
            <c:v>Grupo 2</c:v>
          </c:tx>
          <c:spPr>
            <a:ln w="0">
              <a:noFill/>
              <a:prstDash val="solid"/>
            </a:ln>
          </c:spPr>
          <c:marker>
            <c:symbol val="circle"/>
            <c:size val="7"/>
            <c:spPr>
              <a:solidFill>
                <a:srgbClr val="C47B23"/>
              </a:solidFill>
              <a:ln w="7620">
                <a:solidFill>
                  <a:srgbClr val="F7F8F5"/>
                </a:solidFill>
                <a:prstDash val="solid"/>
              </a:ln>
            </c:spPr>
          </c:marker>
          <c:xVal>
            <c:numRef>
              <c:f>'Chart Data'!$C$2:$C$11</c:f>
              <c:numCache>
                <c:formatCode>General</c:formatCode>
                <c:ptCount val="10"/>
                <c:pt idx="0">
                  <c:v>1.142323</c:v>
                </c:pt>
                <c:pt idx="1">
                  <c:v>0.230048</c:v>
                </c:pt>
                <c:pt idx="2">
                  <c:v>0.15717700000000001</c:v>
                </c:pt>
                <c:pt idx="3">
                  <c:v>-0.65475899999999998</c:v>
                </c:pt>
                <c:pt idx="4">
                  <c:v>0.242363</c:v>
                </c:pt>
                <c:pt idx="5">
                  <c:v>0.16875899999999999</c:v>
                </c:pt>
                <c:pt idx="6">
                  <c:v>-0.130685</c:v>
                </c:pt>
                <c:pt idx="7">
                  <c:v>0.85949200000000003</c:v>
                </c:pt>
                <c:pt idx="8">
                  <c:v>0.427535</c:v>
                </c:pt>
                <c:pt idx="9">
                  <c:v>0.168631</c:v>
                </c:pt>
              </c:numCache>
            </c:numRef>
          </c:xVal>
          <c:yVal>
            <c:numRef>
              <c:f>'Chart Data'!$D$2:$D$11</c:f>
              <c:numCache>
                <c:formatCode>0.0</c:formatCode>
                <c:ptCount val="10"/>
                <c:pt idx="0">
                  <c:v>1.991438</c:v>
                </c:pt>
                <c:pt idx="1">
                  <c:v>1.464305</c:v>
                </c:pt>
                <c:pt idx="2">
                  <c:v>1.1857709999999999</c:v>
                </c:pt>
                <c:pt idx="3">
                  <c:v>1.5528010000000001</c:v>
                </c:pt>
                <c:pt idx="4">
                  <c:v>0.73104899999999995</c:v>
                </c:pt>
                <c:pt idx="5">
                  <c:v>1.4777039999999999</c:v>
                </c:pt>
                <c:pt idx="6">
                  <c:v>1.229279</c:v>
                </c:pt>
                <c:pt idx="7">
                  <c:v>1.767584</c:v>
                </c:pt>
                <c:pt idx="8">
                  <c:v>1.5588169999999999</c:v>
                </c:pt>
                <c:pt idx="9">
                  <c:v>0.21495700000000001</c:v>
                </c:pt>
              </c:numCache>
            </c:numRef>
          </c:yVal>
          <c:smooth val="1"/>
          <c:extLst>
            <c:ext xmlns:c16="http://schemas.microsoft.com/office/drawing/2014/chart" uri="{C3380CC4-5D6E-409C-BE32-E72D297353CC}">
              <c16:uniqueId val="{00000001-532A-432E-9E65-EE1735E419CB}"/>
            </c:ext>
          </c:extLst>
        </c:ser>
        <c:ser>
          <c:idx val="2"/>
          <c:order val="2"/>
          <c:tx>
            <c:v>Grupo 3</c:v>
          </c:tx>
          <c:spPr>
            <a:ln w="0">
              <a:noFill/>
              <a:prstDash val="solid"/>
            </a:ln>
          </c:spPr>
          <c:marker>
            <c:symbol val="circle"/>
            <c:size val="7"/>
            <c:spPr>
              <a:solidFill>
                <a:srgbClr val="995A80"/>
              </a:solidFill>
              <a:ln w="7620">
                <a:solidFill>
                  <a:srgbClr val="F7F8F5"/>
                </a:solidFill>
                <a:prstDash val="solid"/>
              </a:ln>
            </c:spPr>
          </c:marker>
          <c:xVal>
            <c:numRef>
              <c:f>'Chart Data'!$E$2:$E$13</c:f>
              <c:numCache>
                <c:formatCode>General</c:formatCode>
                <c:ptCount val="12"/>
                <c:pt idx="0">
                  <c:v>0.197714</c:v>
                </c:pt>
                <c:pt idx="1">
                  <c:v>0.81512399999999996</c:v>
                </c:pt>
                <c:pt idx="2">
                  <c:v>0.75670800000000005</c:v>
                </c:pt>
                <c:pt idx="3">
                  <c:v>0.74616300000000002</c:v>
                </c:pt>
                <c:pt idx="4">
                  <c:v>1.175648</c:v>
                </c:pt>
                <c:pt idx="5">
                  <c:v>1.9758999999999999E-2</c:v>
                </c:pt>
                <c:pt idx="6">
                  <c:v>0.93818999999999997</c:v>
                </c:pt>
                <c:pt idx="7">
                  <c:v>1.8186359999999999</c:v>
                </c:pt>
                <c:pt idx="8">
                  <c:v>1.2349030000000001</c:v>
                </c:pt>
                <c:pt idx="9">
                  <c:v>1.2194</c:v>
                </c:pt>
                <c:pt idx="10">
                  <c:v>-0.33521099999999998</c:v>
                </c:pt>
                <c:pt idx="11">
                  <c:v>6.8300000000000001E-4</c:v>
                </c:pt>
              </c:numCache>
            </c:numRef>
          </c:xVal>
          <c:yVal>
            <c:numRef>
              <c:f>'Chart Data'!$F$2:$F$13</c:f>
              <c:numCache>
                <c:formatCode>0.0</c:formatCode>
                <c:ptCount val="12"/>
                <c:pt idx="0">
                  <c:v>-1.161438</c:v>
                </c:pt>
                <c:pt idx="1">
                  <c:v>-0.50053000000000003</c:v>
                </c:pt>
                <c:pt idx="2">
                  <c:v>-0.41953499999999999</c:v>
                </c:pt>
                <c:pt idx="3">
                  <c:v>-0.87317999999999996</c:v>
                </c:pt>
                <c:pt idx="4">
                  <c:v>-0.86792400000000003</c:v>
                </c:pt>
                <c:pt idx="5">
                  <c:v>-0.60807599999999995</c:v>
                </c:pt>
                <c:pt idx="6">
                  <c:v>-0.40204000000000001</c:v>
                </c:pt>
                <c:pt idx="7">
                  <c:v>-0.34776600000000002</c:v>
                </c:pt>
                <c:pt idx="8">
                  <c:v>-0.48542400000000002</c:v>
                </c:pt>
                <c:pt idx="9">
                  <c:v>-0.58343599999999995</c:v>
                </c:pt>
                <c:pt idx="10">
                  <c:v>-0.14638999999999999</c:v>
                </c:pt>
                <c:pt idx="11">
                  <c:v>-0.39276299999999997</c:v>
                </c:pt>
              </c:numCache>
            </c:numRef>
          </c:yVal>
          <c:smooth val="1"/>
          <c:extLst>
            <c:ext xmlns:c16="http://schemas.microsoft.com/office/drawing/2014/chart" uri="{C3380CC4-5D6E-409C-BE32-E72D297353CC}">
              <c16:uniqueId val="{00000002-532A-432E-9E65-EE1735E419CB}"/>
            </c:ext>
          </c:extLst>
        </c:ser>
        <c:ser>
          <c:idx val="3"/>
          <c:order val="3"/>
          <c:tx>
            <c:v>Centroides</c:v>
          </c:tx>
          <c:spPr>
            <a:ln w="0">
              <a:noFill/>
              <a:prstDash val="solid"/>
            </a:ln>
          </c:spPr>
          <c:marker>
            <c:symbol val="x"/>
            <c:size val="11"/>
            <c:spPr>
              <a:solidFill>
                <a:srgbClr val="123247"/>
              </a:solidFill>
              <a:ln w="7620">
                <a:solidFill>
                  <a:srgbClr val="F7F8F5"/>
                </a:solidFill>
                <a:prstDash val="solid"/>
              </a:ln>
            </c:spPr>
          </c:marker>
          <c:xVal>
            <c:numRef>
              <c:f>'Chart Data'!$G$2:$G$4</c:f>
              <c:numCache>
                <c:formatCode>General</c:formatCode>
                <c:ptCount val="3"/>
                <c:pt idx="0">
                  <c:v>-1.3998250000000001</c:v>
                </c:pt>
                <c:pt idx="1">
                  <c:v>0.422074</c:v>
                </c:pt>
                <c:pt idx="2">
                  <c:v>0.55871499999999996</c:v>
                </c:pt>
              </c:numCache>
            </c:numRef>
          </c:xVal>
          <c:yVal>
            <c:numRef>
              <c:f>'Chart Data'!$H$2:$H$4</c:f>
              <c:numCache>
                <c:formatCode>0.0</c:formatCode>
                <c:ptCount val="3"/>
                <c:pt idx="0">
                  <c:v>-0.79815000000000003</c:v>
                </c:pt>
                <c:pt idx="1">
                  <c:v>-0.62122999999999995</c:v>
                </c:pt>
                <c:pt idx="2">
                  <c:v>0.81107399999999996</c:v>
                </c:pt>
              </c:numCache>
            </c:numRef>
          </c:yVal>
          <c:smooth val="1"/>
          <c:extLst>
            <c:ext xmlns:c16="http://schemas.microsoft.com/office/drawing/2014/chart" uri="{C3380CC4-5D6E-409C-BE32-E72D297353CC}">
              <c16:uniqueId val="{00000003-532A-432E-9E65-EE1735E419CB}"/>
            </c:ext>
          </c:extLst>
        </c:ser>
        <c:dLbls>
          <c:showLegendKey val="0"/>
          <c:showVal val="0"/>
          <c:showCatName val="0"/>
          <c:showSerName val="0"/>
          <c:showPercent val="0"/>
          <c:showBubbleSize val="0"/>
        </c:dLbls>
        <c:axId val="48650112"/>
        <c:axId val="48672768"/>
      </c:scatterChart>
      <c:valAx>
        <c:axId val="48672768"/>
        <c:scaling>
          <c:orientation val="minMax"/>
          <c:max val="2.5"/>
          <c:min val="-2"/>
        </c:scaling>
        <c:delete val="0"/>
        <c:axPos val="l"/>
        <c:majorGridlines>
          <c:spPr>
            <a:ln w="9525">
              <a:solidFill>
                <a:srgbClr val="DCE3E3"/>
              </a:solidFill>
              <a:prstDash val="solid"/>
            </a:ln>
          </c:spPr>
        </c:majorGridlines>
        <c:title>
          <c:tx>
            <c:rich>
              <a:bodyPr/>
              <a:lstStyle/>
              <a:p>
                <a:r>
                  <a:rPr lang="en-GB" sz="1500">
                    <a:solidFill>
                      <a:srgbClr val="526873"/>
                    </a:solidFill>
                    <a:latin typeface="DejaVu Sans"/>
                    <a:ea typeface="DejaVu Sans"/>
                    <a:cs typeface="DejaVu Sans"/>
                  </a:rPr>
                  <a:t>Declividade padronizada</a:t>
                </a:r>
              </a:p>
            </c:rich>
          </c:tx>
          <c:overlay val="0"/>
        </c:title>
        <c:numFmt formatCode="0.0" sourceLinked="1"/>
        <c:majorTickMark val="none"/>
        <c:minorTickMark val="none"/>
        <c:tickLblPos val="low"/>
        <c:spPr>
          <a:ln w="9525">
            <a:solidFill>
              <a:srgbClr val="526873"/>
            </a:solidFill>
            <a:prstDash val="solid"/>
          </a:ln>
        </c:spPr>
        <c:txPr>
          <a:bodyPr anchorCtr="1"/>
          <a:lstStyle/>
          <a:p>
            <a:pPr>
              <a:defRPr sz="1500">
                <a:solidFill>
                  <a:srgbClr val="526873"/>
                </a:solidFill>
                <a:latin typeface="DejaVu Sans"/>
                <a:ea typeface="DejaVu Sans"/>
                <a:cs typeface="DejaVu Sans"/>
              </a:defRPr>
            </a:pPr>
            <a:endParaRPr lang="en-US"/>
          </a:p>
        </c:txPr>
        <c:crossAx val="48650112"/>
        <c:crossesAt val="-2"/>
        <c:crossBetween val="midCat"/>
        <c:majorUnit val="1"/>
      </c:valAx>
      <c:valAx>
        <c:axId val="48650112"/>
        <c:scaling>
          <c:orientation val="minMax"/>
          <c:max val="2.5"/>
          <c:min val="-2.5"/>
        </c:scaling>
        <c:delete val="0"/>
        <c:axPos val="b"/>
        <c:title>
          <c:tx>
            <c:rich>
              <a:bodyPr/>
              <a:lstStyle/>
              <a:p>
                <a:r>
                  <a:rPr lang="en-GB" sz="1500">
                    <a:solidFill>
                      <a:srgbClr val="526873"/>
                    </a:solidFill>
                    <a:latin typeface="DejaVu Sans"/>
                    <a:ea typeface="DejaVu Sans"/>
                    <a:cs typeface="DejaVu Sans"/>
                  </a:rPr>
                  <a:t>Precipitação padronizada</a:t>
                </a:r>
              </a:p>
            </c:rich>
          </c:tx>
          <c:overlay val="0"/>
        </c:title>
        <c:numFmt formatCode="General" sourceLinked="1"/>
        <c:majorTickMark val="none"/>
        <c:minorTickMark val="none"/>
        <c:tickLblPos val="low"/>
        <c:spPr>
          <a:ln w="9525">
            <a:solidFill>
              <a:srgbClr val="526873"/>
            </a:solidFill>
            <a:prstDash val="solid"/>
          </a:ln>
        </c:spPr>
        <c:txPr>
          <a:bodyPr anchorCtr="1"/>
          <a:lstStyle/>
          <a:p>
            <a:pPr>
              <a:defRPr sz="1500">
                <a:solidFill>
                  <a:srgbClr val="526873"/>
                </a:solidFill>
                <a:latin typeface="DejaVu Sans"/>
                <a:ea typeface="DejaVu Sans"/>
                <a:cs typeface="DejaVu Sans"/>
              </a:defRPr>
            </a:pPr>
            <a:endParaRPr lang="en-US"/>
          </a:p>
        </c:txPr>
        <c:crossAx val="48672768"/>
        <c:crossesAt val="-2.5"/>
        <c:crossBetween val="midCat"/>
        <c:majorUnit val="1"/>
      </c:valAx>
      <c:spPr>
        <a:solidFill>
          <a:srgbClr val="F7F8F5"/>
        </a:solidFill>
        <a:ln w="0">
          <a:noFill/>
          <a:prstDash val="solid"/>
        </a:ln>
      </c:spPr>
    </c:plotArea>
    <c:plotVisOnly val="1"/>
    <c:dispBlanksAs val="zero"/>
    <c:showDLblsOverMax val="1"/>
  </c:chart>
  <c:spPr>
    <a:solidFill>
      <a:srgbClr val="F7F8F5"/>
    </a:solidFill>
    <a:ln w="0">
      <a:noFill/>
      <a:prstDash val="solid"/>
    </a:ln>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Fusão 1</c:v>
          </c:tx>
          <c:spPr>
            <a:ln w="19050">
              <a:solidFill>
                <a:srgbClr val="087F88"/>
              </a:solidFill>
              <a:prstDash val="solid"/>
            </a:ln>
          </c:spPr>
          <c:marker>
            <c:symbol val="none"/>
          </c:marker>
          <c:xVal>
            <c:numRef>
              <c:f>'Chart Data'!$A$2:$A$5</c:f>
              <c:numCache>
                <c:formatCode>General</c:formatCode>
                <c:ptCount val="4"/>
                <c:pt idx="0">
                  <c:v>35</c:v>
                </c:pt>
                <c:pt idx="1">
                  <c:v>35</c:v>
                </c:pt>
                <c:pt idx="2">
                  <c:v>45</c:v>
                </c:pt>
                <c:pt idx="3">
                  <c:v>45</c:v>
                </c:pt>
              </c:numCache>
            </c:numRef>
          </c:xVal>
          <c:yVal>
            <c:numRef>
              <c:f>'Chart Data'!$B$2:$B$5</c:f>
              <c:numCache>
                <c:formatCode>0</c:formatCode>
                <c:ptCount val="4"/>
                <c:pt idx="0">
                  <c:v>0</c:v>
                </c:pt>
                <c:pt idx="1">
                  <c:v>8.7548000000000001E-2</c:v>
                </c:pt>
                <c:pt idx="2">
                  <c:v>8.7548000000000001E-2</c:v>
                </c:pt>
                <c:pt idx="3">
                  <c:v>0</c:v>
                </c:pt>
              </c:numCache>
            </c:numRef>
          </c:yVal>
          <c:smooth val="1"/>
          <c:extLst>
            <c:ext xmlns:c16="http://schemas.microsoft.com/office/drawing/2014/chart" uri="{C3380CC4-5D6E-409C-BE32-E72D297353CC}">
              <c16:uniqueId val="{00000000-A14D-4646-A7C0-4BC72092AD44}"/>
            </c:ext>
          </c:extLst>
        </c:ser>
        <c:ser>
          <c:idx val="1"/>
          <c:order val="1"/>
          <c:tx>
            <c:v>Fusão 2</c:v>
          </c:tx>
          <c:spPr>
            <a:ln w="19050">
              <a:solidFill>
                <a:srgbClr val="087F88"/>
              </a:solidFill>
              <a:prstDash val="solid"/>
            </a:ln>
          </c:spPr>
          <c:marker>
            <c:symbol val="none"/>
          </c:marker>
          <c:xVal>
            <c:numRef>
              <c:f>'Chart Data'!$C$2:$C$5</c:f>
              <c:numCache>
                <c:formatCode>General</c:formatCode>
                <c:ptCount val="4"/>
                <c:pt idx="0">
                  <c:v>25</c:v>
                </c:pt>
                <c:pt idx="1">
                  <c:v>25</c:v>
                </c:pt>
                <c:pt idx="2">
                  <c:v>40</c:v>
                </c:pt>
                <c:pt idx="3">
                  <c:v>40</c:v>
                </c:pt>
              </c:numCache>
            </c:numRef>
          </c:xVal>
          <c:yVal>
            <c:numRef>
              <c:f>'Chart Data'!$D$2:$D$5</c:f>
              <c:numCache>
                <c:formatCode>0</c:formatCode>
                <c:ptCount val="4"/>
                <c:pt idx="0">
                  <c:v>0</c:v>
                </c:pt>
                <c:pt idx="1">
                  <c:v>0.14125099999999999</c:v>
                </c:pt>
                <c:pt idx="2">
                  <c:v>0.14125099999999999</c:v>
                </c:pt>
                <c:pt idx="3">
                  <c:v>8.7548000000000001E-2</c:v>
                </c:pt>
              </c:numCache>
            </c:numRef>
          </c:yVal>
          <c:smooth val="1"/>
          <c:extLst>
            <c:ext xmlns:c16="http://schemas.microsoft.com/office/drawing/2014/chart" uri="{C3380CC4-5D6E-409C-BE32-E72D297353CC}">
              <c16:uniqueId val="{00000001-A14D-4646-A7C0-4BC72092AD44}"/>
            </c:ext>
          </c:extLst>
        </c:ser>
        <c:ser>
          <c:idx val="2"/>
          <c:order val="2"/>
          <c:tx>
            <c:v>Fusão 3</c:v>
          </c:tx>
          <c:spPr>
            <a:ln w="19050">
              <a:solidFill>
                <a:srgbClr val="087F88"/>
              </a:solidFill>
              <a:prstDash val="solid"/>
            </a:ln>
          </c:spPr>
          <c:marker>
            <c:symbol val="none"/>
          </c:marker>
          <c:xVal>
            <c:numRef>
              <c:f>'Chart Data'!$E$2:$E$5</c:f>
              <c:numCache>
                <c:formatCode>General</c:formatCode>
                <c:ptCount val="4"/>
                <c:pt idx="0">
                  <c:v>15</c:v>
                </c:pt>
                <c:pt idx="1">
                  <c:v>15</c:v>
                </c:pt>
                <c:pt idx="2">
                  <c:v>32.5</c:v>
                </c:pt>
                <c:pt idx="3">
                  <c:v>32.5</c:v>
                </c:pt>
              </c:numCache>
            </c:numRef>
          </c:xVal>
          <c:yVal>
            <c:numRef>
              <c:f>'Chart Data'!$F$2:$F$5</c:f>
              <c:numCache>
                <c:formatCode>0</c:formatCode>
                <c:ptCount val="4"/>
                <c:pt idx="0">
                  <c:v>0</c:v>
                </c:pt>
                <c:pt idx="1">
                  <c:v>0.49256</c:v>
                </c:pt>
                <c:pt idx="2">
                  <c:v>0.49256</c:v>
                </c:pt>
                <c:pt idx="3">
                  <c:v>0.14125099999999999</c:v>
                </c:pt>
              </c:numCache>
            </c:numRef>
          </c:yVal>
          <c:smooth val="1"/>
          <c:extLst>
            <c:ext xmlns:c16="http://schemas.microsoft.com/office/drawing/2014/chart" uri="{C3380CC4-5D6E-409C-BE32-E72D297353CC}">
              <c16:uniqueId val="{00000002-A14D-4646-A7C0-4BC72092AD44}"/>
            </c:ext>
          </c:extLst>
        </c:ser>
        <c:ser>
          <c:idx val="3"/>
          <c:order val="3"/>
          <c:tx>
            <c:v>Fusão 4</c:v>
          </c:tx>
          <c:spPr>
            <a:ln w="19050">
              <a:solidFill>
                <a:srgbClr val="087F88"/>
              </a:solidFill>
              <a:prstDash val="solid"/>
            </a:ln>
          </c:spPr>
          <c:marker>
            <c:symbol val="none"/>
          </c:marker>
          <c:xVal>
            <c:numRef>
              <c:f>'Chart Data'!$G$2:$G$5</c:f>
              <c:numCache>
                <c:formatCode>General</c:formatCode>
                <c:ptCount val="4"/>
                <c:pt idx="0">
                  <c:v>5</c:v>
                </c:pt>
                <c:pt idx="1">
                  <c:v>5</c:v>
                </c:pt>
                <c:pt idx="2">
                  <c:v>23.75</c:v>
                </c:pt>
                <c:pt idx="3">
                  <c:v>23.75</c:v>
                </c:pt>
              </c:numCache>
            </c:numRef>
          </c:xVal>
          <c:yVal>
            <c:numRef>
              <c:f>'Chart Data'!$H$2:$H$5</c:f>
              <c:numCache>
                <c:formatCode>0</c:formatCode>
                <c:ptCount val="4"/>
                <c:pt idx="0">
                  <c:v>0</c:v>
                </c:pt>
                <c:pt idx="1">
                  <c:v>0.62532699999999997</c:v>
                </c:pt>
                <c:pt idx="2">
                  <c:v>0.62532699999999997</c:v>
                </c:pt>
                <c:pt idx="3">
                  <c:v>0.49256</c:v>
                </c:pt>
              </c:numCache>
            </c:numRef>
          </c:yVal>
          <c:smooth val="1"/>
          <c:extLst>
            <c:ext xmlns:c16="http://schemas.microsoft.com/office/drawing/2014/chart" uri="{C3380CC4-5D6E-409C-BE32-E72D297353CC}">
              <c16:uniqueId val="{00000003-A14D-4646-A7C0-4BC72092AD44}"/>
            </c:ext>
          </c:extLst>
        </c:ser>
        <c:ser>
          <c:idx val="4"/>
          <c:order val="4"/>
          <c:tx>
            <c:v>Fusão 5</c:v>
          </c:tx>
          <c:spPr>
            <a:ln w="19050">
              <a:solidFill>
                <a:srgbClr val="087F88"/>
              </a:solidFill>
              <a:prstDash val="solid"/>
            </a:ln>
          </c:spPr>
          <c:marker>
            <c:symbol val="none"/>
          </c:marker>
          <c:xVal>
            <c:numRef>
              <c:f>'Chart Data'!$I$2:$I$5</c:f>
              <c:numCache>
                <c:formatCode>General</c:formatCode>
                <c:ptCount val="4"/>
                <c:pt idx="0">
                  <c:v>65</c:v>
                </c:pt>
                <c:pt idx="1">
                  <c:v>65</c:v>
                </c:pt>
                <c:pt idx="2">
                  <c:v>75</c:v>
                </c:pt>
                <c:pt idx="3">
                  <c:v>75</c:v>
                </c:pt>
              </c:numCache>
            </c:numRef>
          </c:xVal>
          <c:yVal>
            <c:numRef>
              <c:f>'Chart Data'!$J$2:$J$5</c:f>
              <c:numCache>
                <c:formatCode>0</c:formatCode>
                <c:ptCount val="4"/>
                <c:pt idx="0">
                  <c:v>0</c:v>
                </c:pt>
                <c:pt idx="1">
                  <c:v>0.17743500000000001</c:v>
                </c:pt>
                <c:pt idx="2">
                  <c:v>0.17743500000000001</c:v>
                </c:pt>
                <c:pt idx="3">
                  <c:v>0</c:v>
                </c:pt>
              </c:numCache>
            </c:numRef>
          </c:yVal>
          <c:smooth val="1"/>
          <c:extLst>
            <c:ext xmlns:c16="http://schemas.microsoft.com/office/drawing/2014/chart" uri="{C3380CC4-5D6E-409C-BE32-E72D297353CC}">
              <c16:uniqueId val="{00000004-A14D-4646-A7C0-4BC72092AD44}"/>
            </c:ext>
          </c:extLst>
        </c:ser>
        <c:ser>
          <c:idx val="5"/>
          <c:order val="5"/>
          <c:tx>
            <c:v>Fusão 6</c:v>
          </c:tx>
          <c:spPr>
            <a:ln w="19050">
              <a:solidFill>
                <a:srgbClr val="087F88"/>
              </a:solidFill>
              <a:prstDash val="solid"/>
            </a:ln>
          </c:spPr>
          <c:marker>
            <c:symbol val="none"/>
          </c:marker>
          <c:xVal>
            <c:numRef>
              <c:f>'Chart Data'!$K$2:$K$5</c:f>
              <c:numCache>
                <c:formatCode>General</c:formatCode>
                <c:ptCount val="4"/>
                <c:pt idx="0">
                  <c:v>55</c:v>
                </c:pt>
                <c:pt idx="1">
                  <c:v>55</c:v>
                </c:pt>
                <c:pt idx="2">
                  <c:v>70</c:v>
                </c:pt>
                <c:pt idx="3">
                  <c:v>70</c:v>
                </c:pt>
              </c:numCache>
            </c:numRef>
          </c:xVal>
          <c:yVal>
            <c:numRef>
              <c:f>'Chart Data'!$L$2:$L$5</c:f>
              <c:numCache>
                <c:formatCode>0</c:formatCode>
                <c:ptCount val="4"/>
                <c:pt idx="0">
                  <c:v>0</c:v>
                </c:pt>
                <c:pt idx="1">
                  <c:v>0.69630000000000003</c:v>
                </c:pt>
                <c:pt idx="2">
                  <c:v>0.69630000000000003</c:v>
                </c:pt>
                <c:pt idx="3">
                  <c:v>0.17743500000000001</c:v>
                </c:pt>
              </c:numCache>
            </c:numRef>
          </c:yVal>
          <c:smooth val="1"/>
          <c:extLst>
            <c:ext xmlns:c16="http://schemas.microsoft.com/office/drawing/2014/chart" uri="{C3380CC4-5D6E-409C-BE32-E72D297353CC}">
              <c16:uniqueId val="{00000005-A14D-4646-A7C0-4BC72092AD44}"/>
            </c:ext>
          </c:extLst>
        </c:ser>
        <c:ser>
          <c:idx val="6"/>
          <c:order val="6"/>
          <c:tx>
            <c:v>Fusão 7</c:v>
          </c:tx>
          <c:spPr>
            <a:ln w="19050">
              <a:solidFill>
                <a:srgbClr val="087F88"/>
              </a:solidFill>
              <a:prstDash val="solid"/>
            </a:ln>
          </c:spPr>
          <c:marker>
            <c:symbol val="none"/>
          </c:marker>
          <c:xVal>
            <c:numRef>
              <c:f>'Chart Data'!$M$2:$M$5</c:f>
              <c:numCache>
                <c:formatCode>General</c:formatCode>
                <c:ptCount val="4"/>
                <c:pt idx="0">
                  <c:v>14.375</c:v>
                </c:pt>
                <c:pt idx="1">
                  <c:v>14.375</c:v>
                </c:pt>
                <c:pt idx="2">
                  <c:v>62.5</c:v>
                </c:pt>
                <c:pt idx="3">
                  <c:v>62.5</c:v>
                </c:pt>
              </c:numCache>
            </c:numRef>
          </c:xVal>
          <c:yVal>
            <c:numRef>
              <c:f>'Chart Data'!$N$2:$N$5</c:f>
              <c:numCache>
                <c:formatCode>0</c:formatCode>
                <c:ptCount val="4"/>
                <c:pt idx="0">
                  <c:v>0.62532699999999997</c:v>
                </c:pt>
                <c:pt idx="1">
                  <c:v>1.2599750000000001</c:v>
                </c:pt>
                <c:pt idx="2">
                  <c:v>1.2599750000000001</c:v>
                </c:pt>
                <c:pt idx="3">
                  <c:v>0.69630000000000003</c:v>
                </c:pt>
              </c:numCache>
            </c:numRef>
          </c:yVal>
          <c:smooth val="1"/>
          <c:extLst>
            <c:ext xmlns:c16="http://schemas.microsoft.com/office/drawing/2014/chart" uri="{C3380CC4-5D6E-409C-BE32-E72D297353CC}">
              <c16:uniqueId val="{00000006-A14D-4646-A7C0-4BC72092AD44}"/>
            </c:ext>
          </c:extLst>
        </c:ser>
        <c:ser>
          <c:idx val="7"/>
          <c:order val="7"/>
          <c:tx>
            <c:v>Fusão 8</c:v>
          </c:tx>
          <c:spPr>
            <a:ln w="19050">
              <a:solidFill>
                <a:srgbClr val="087F88"/>
              </a:solidFill>
              <a:prstDash val="solid"/>
            </a:ln>
          </c:spPr>
          <c:marker>
            <c:symbol val="none"/>
          </c:marker>
          <c:xVal>
            <c:numRef>
              <c:f>'Chart Data'!$O$2:$O$5</c:f>
              <c:numCache>
                <c:formatCode>General</c:formatCode>
                <c:ptCount val="4"/>
                <c:pt idx="0">
                  <c:v>85</c:v>
                </c:pt>
                <c:pt idx="1">
                  <c:v>85</c:v>
                </c:pt>
                <c:pt idx="2">
                  <c:v>95</c:v>
                </c:pt>
                <c:pt idx="3">
                  <c:v>95</c:v>
                </c:pt>
              </c:numCache>
            </c:numRef>
          </c:xVal>
          <c:yVal>
            <c:numRef>
              <c:f>'Chart Data'!$P$2:$P$5</c:f>
              <c:numCache>
                <c:formatCode>0</c:formatCode>
                <c:ptCount val="4"/>
                <c:pt idx="0">
                  <c:v>0</c:v>
                </c:pt>
                <c:pt idx="1">
                  <c:v>0.36070000000000002</c:v>
                </c:pt>
                <c:pt idx="2">
                  <c:v>0.36070000000000002</c:v>
                </c:pt>
                <c:pt idx="3">
                  <c:v>0</c:v>
                </c:pt>
              </c:numCache>
            </c:numRef>
          </c:yVal>
          <c:smooth val="1"/>
          <c:extLst>
            <c:ext xmlns:c16="http://schemas.microsoft.com/office/drawing/2014/chart" uri="{C3380CC4-5D6E-409C-BE32-E72D297353CC}">
              <c16:uniqueId val="{00000007-A14D-4646-A7C0-4BC72092AD44}"/>
            </c:ext>
          </c:extLst>
        </c:ser>
        <c:ser>
          <c:idx val="8"/>
          <c:order val="8"/>
          <c:tx>
            <c:v>Fusão 9</c:v>
          </c:tx>
          <c:spPr>
            <a:ln w="19050">
              <a:solidFill>
                <a:srgbClr val="087F88"/>
              </a:solidFill>
              <a:prstDash val="solid"/>
            </a:ln>
          </c:spPr>
          <c:marker>
            <c:symbol val="none"/>
          </c:marker>
          <c:xVal>
            <c:numRef>
              <c:f>'Chart Data'!$Q$2:$Q$5</c:f>
              <c:numCache>
                <c:formatCode>General</c:formatCode>
                <c:ptCount val="4"/>
                <c:pt idx="0">
                  <c:v>105</c:v>
                </c:pt>
                <c:pt idx="1">
                  <c:v>105</c:v>
                </c:pt>
                <c:pt idx="2">
                  <c:v>115</c:v>
                </c:pt>
                <c:pt idx="3">
                  <c:v>115</c:v>
                </c:pt>
              </c:numCache>
            </c:numRef>
          </c:xVal>
          <c:yVal>
            <c:numRef>
              <c:f>'Chart Data'!$R$2:$R$5</c:f>
              <c:numCache>
                <c:formatCode>0</c:formatCode>
                <c:ptCount val="4"/>
                <c:pt idx="0">
                  <c:v>0</c:v>
                </c:pt>
                <c:pt idx="1">
                  <c:v>0.52133200000000002</c:v>
                </c:pt>
                <c:pt idx="2">
                  <c:v>0.52133200000000002</c:v>
                </c:pt>
                <c:pt idx="3">
                  <c:v>0</c:v>
                </c:pt>
              </c:numCache>
            </c:numRef>
          </c:yVal>
          <c:smooth val="1"/>
          <c:extLst>
            <c:ext xmlns:c16="http://schemas.microsoft.com/office/drawing/2014/chart" uri="{C3380CC4-5D6E-409C-BE32-E72D297353CC}">
              <c16:uniqueId val="{00000008-A14D-4646-A7C0-4BC72092AD44}"/>
            </c:ext>
          </c:extLst>
        </c:ser>
        <c:ser>
          <c:idx val="9"/>
          <c:order val="9"/>
          <c:tx>
            <c:v>Fusão 10</c:v>
          </c:tx>
          <c:spPr>
            <a:ln w="19050">
              <a:solidFill>
                <a:srgbClr val="087F88"/>
              </a:solidFill>
              <a:prstDash val="solid"/>
            </a:ln>
          </c:spPr>
          <c:marker>
            <c:symbol val="none"/>
          </c:marker>
          <c:xVal>
            <c:numRef>
              <c:f>'Chart Data'!$S$2:$S$5</c:f>
              <c:numCache>
                <c:formatCode>General</c:formatCode>
                <c:ptCount val="4"/>
                <c:pt idx="0">
                  <c:v>145</c:v>
                </c:pt>
                <c:pt idx="1">
                  <c:v>145</c:v>
                </c:pt>
                <c:pt idx="2">
                  <c:v>155</c:v>
                </c:pt>
                <c:pt idx="3">
                  <c:v>155</c:v>
                </c:pt>
              </c:numCache>
            </c:numRef>
          </c:xVal>
          <c:yVal>
            <c:numRef>
              <c:f>'Chart Data'!$T$2:$T$5</c:f>
              <c:numCache>
                <c:formatCode>0</c:formatCode>
                <c:ptCount val="4"/>
                <c:pt idx="0">
                  <c:v>0</c:v>
                </c:pt>
                <c:pt idx="1">
                  <c:v>6.2736E-2</c:v>
                </c:pt>
                <c:pt idx="2">
                  <c:v>6.2736E-2</c:v>
                </c:pt>
                <c:pt idx="3">
                  <c:v>0</c:v>
                </c:pt>
              </c:numCache>
            </c:numRef>
          </c:yVal>
          <c:smooth val="1"/>
          <c:extLst>
            <c:ext xmlns:c16="http://schemas.microsoft.com/office/drawing/2014/chart" uri="{C3380CC4-5D6E-409C-BE32-E72D297353CC}">
              <c16:uniqueId val="{00000009-A14D-4646-A7C0-4BC72092AD44}"/>
            </c:ext>
          </c:extLst>
        </c:ser>
        <c:ser>
          <c:idx val="10"/>
          <c:order val="10"/>
          <c:tx>
            <c:v>Fusão 11</c:v>
          </c:tx>
          <c:spPr>
            <a:ln w="19050">
              <a:solidFill>
                <a:srgbClr val="087F88"/>
              </a:solidFill>
              <a:prstDash val="solid"/>
            </a:ln>
          </c:spPr>
          <c:marker>
            <c:symbol val="none"/>
          </c:marker>
          <c:xVal>
            <c:numRef>
              <c:f>'Chart Data'!$U$2:$U$5</c:f>
              <c:numCache>
                <c:formatCode>General</c:formatCode>
                <c:ptCount val="4"/>
                <c:pt idx="0">
                  <c:v>135</c:v>
                </c:pt>
                <c:pt idx="1">
                  <c:v>135</c:v>
                </c:pt>
                <c:pt idx="2">
                  <c:v>150</c:v>
                </c:pt>
                <c:pt idx="3">
                  <c:v>150</c:v>
                </c:pt>
              </c:numCache>
            </c:numRef>
          </c:xVal>
          <c:yVal>
            <c:numRef>
              <c:f>'Chart Data'!$V$2:$V$5</c:f>
              <c:numCache>
                <c:formatCode>0</c:formatCode>
                <c:ptCount val="4"/>
                <c:pt idx="0">
                  <c:v>0</c:v>
                </c:pt>
                <c:pt idx="1">
                  <c:v>0.28226499999999999</c:v>
                </c:pt>
                <c:pt idx="2">
                  <c:v>0.28226499999999999</c:v>
                </c:pt>
                <c:pt idx="3">
                  <c:v>6.2736E-2</c:v>
                </c:pt>
              </c:numCache>
            </c:numRef>
          </c:yVal>
          <c:smooth val="1"/>
          <c:extLst>
            <c:ext xmlns:c16="http://schemas.microsoft.com/office/drawing/2014/chart" uri="{C3380CC4-5D6E-409C-BE32-E72D297353CC}">
              <c16:uniqueId val="{0000000A-A14D-4646-A7C0-4BC72092AD44}"/>
            </c:ext>
          </c:extLst>
        </c:ser>
        <c:ser>
          <c:idx val="11"/>
          <c:order val="11"/>
          <c:tx>
            <c:v>Fusão 12</c:v>
          </c:tx>
          <c:spPr>
            <a:ln w="19050">
              <a:solidFill>
                <a:srgbClr val="087F88"/>
              </a:solidFill>
              <a:prstDash val="solid"/>
            </a:ln>
          </c:spPr>
          <c:marker>
            <c:symbol val="none"/>
          </c:marker>
          <c:xVal>
            <c:numRef>
              <c:f>'Chart Data'!$W$2:$W$5</c:f>
              <c:numCache>
                <c:formatCode>General</c:formatCode>
                <c:ptCount val="4"/>
                <c:pt idx="0">
                  <c:v>165</c:v>
                </c:pt>
                <c:pt idx="1">
                  <c:v>165</c:v>
                </c:pt>
                <c:pt idx="2">
                  <c:v>175</c:v>
                </c:pt>
                <c:pt idx="3">
                  <c:v>175</c:v>
                </c:pt>
              </c:numCache>
            </c:numRef>
          </c:xVal>
          <c:yVal>
            <c:numRef>
              <c:f>'Chart Data'!$X$2:$X$5</c:f>
              <c:numCache>
                <c:formatCode>0</c:formatCode>
                <c:ptCount val="4"/>
                <c:pt idx="0">
                  <c:v>0</c:v>
                </c:pt>
                <c:pt idx="1">
                  <c:v>0.291132</c:v>
                </c:pt>
                <c:pt idx="2">
                  <c:v>0.291132</c:v>
                </c:pt>
                <c:pt idx="3">
                  <c:v>0</c:v>
                </c:pt>
              </c:numCache>
            </c:numRef>
          </c:yVal>
          <c:smooth val="1"/>
          <c:extLst>
            <c:ext xmlns:c16="http://schemas.microsoft.com/office/drawing/2014/chart" uri="{C3380CC4-5D6E-409C-BE32-E72D297353CC}">
              <c16:uniqueId val="{0000000B-A14D-4646-A7C0-4BC72092AD44}"/>
            </c:ext>
          </c:extLst>
        </c:ser>
        <c:ser>
          <c:idx val="12"/>
          <c:order val="12"/>
          <c:tx>
            <c:v>Fusão 13</c:v>
          </c:tx>
          <c:spPr>
            <a:ln w="19050">
              <a:solidFill>
                <a:srgbClr val="087F88"/>
              </a:solidFill>
              <a:prstDash val="solid"/>
            </a:ln>
          </c:spPr>
          <c:marker>
            <c:symbol val="none"/>
          </c:marker>
          <c:xVal>
            <c:numRef>
              <c:f>'Chart Data'!$Y$2:$Y$5</c:f>
              <c:numCache>
                <c:formatCode>General</c:formatCode>
                <c:ptCount val="4"/>
                <c:pt idx="0">
                  <c:v>142.5</c:v>
                </c:pt>
                <c:pt idx="1">
                  <c:v>142.5</c:v>
                </c:pt>
                <c:pt idx="2">
                  <c:v>170</c:v>
                </c:pt>
                <c:pt idx="3">
                  <c:v>170</c:v>
                </c:pt>
              </c:numCache>
            </c:numRef>
          </c:xVal>
          <c:yVal>
            <c:numRef>
              <c:f>'Chart Data'!$Z$2:$Z$5</c:f>
              <c:numCache>
                <c:formatCode>0</c:formatCode>
                <c:ptCount val="4"/>
                <c:pt idx="0">
                  <c:v>0.28226499999999999</c:v>
                </c:pt>
                <c:pt idx="1">
                  <c:v>0.60884000000000005</c:v>
                </c:pt>
                <c:pt idx="2">
                  <c:v>0.60884000000000005</c:v>
                </c:pt>
                <c:pt idx="3">
                  <c:v>0.291132</c:v>
                </c:pt>
              </c:numCache>
            </c:numRef>
          </c:yVal>
          <c:smooth val="1"/>
          <c:extLst>
            <c:ext xmlns:c16="http://schemas.microsoft.com/office/drawing/2014/chart" uri="{C3380CC4-5D6E-409C-BE32-E72D297353CC}">
              <c16:uniqueId val="{0000000C-A14D-4646-A7C0-4BC72092AD44}"/>
            </c:ext>
          </c:extLst>
        </c:ser>
        <c:ser>
          <c:idx val="13"/>
          <c:order val="13"/>
          <c:tx>
            <c:v>Fusão 14</c:v>
          </c:tx>
          <c:spPr>
            <a:ln w="19050">
              <a:solidFill>
                <a:srgbClr val="087F88"/>
              </a:solidFill>
              <a:prstDash val="solid"/>
            </a:ln>
          </c:spPr>
          <c:marker>
            <c:symbol val="none"/>
          </c:marker>
          <c:xVal>
            <c:numRef>
              <c:f>'Chart Data'!$AA$2:$AA$5</c:f>
              <c:numCache>
                <c:formatCode>General</c:formatCode>
                <c:ptCount val="4"/>
                <c:pt idx="0">
                  <c:v>125</c:v>
                </c:pt>
                <c:pt idx="1">
                  <c:v>125</c:v>
                </c:pt>
                <c:pt idx="2">
                  <c:v>156.25</c:v>
                </c:pt>
                <c:pt idx="3">
                  <c:v>156.25</c:v>
                </c:pt>
              </c:numCache>
            </c:numRef>
          </c:xVal>
          <c:yVal>
            <c:numRef>
              <c:f>'Chart Data'!$AB$2:$AB$5</c:f>
              <c:numCache>
                <c:formatCode>0</c:formatCode>
                <c:ptCount val="4"/>
                <c:pt idx="0">
                  <c:v>0</c:v>
                </c:pt>
                <c:pt idx="1">
                  <c:v>1.0877619999999999</c:v>
                </c:pt>
                <c:pt idx="2">
                  <c:v>1.0877619999999999</c:v>
                </c:pt>
                <c:pt idx="3">
                  <c:v>0.60884000000000005</c:v>
                </c:pt>
              </c:numCache>
            </c:numRef>
          </c:yVal>
          <c:smooth val="1"/>
          <c:extLst>
            <c:ext xmlns:c16="http://schemas.microsoft.com/office/drawing/2014/chart" uri="{C3380CC4-5D6E-409C-BE32-E72D297353CC}">
              <c16:uniqueId val="{0000000D-A14D-4646-A7C0-4BC72092AD44}"/>
            </c:ext>
          </c:extLst>
        </c:ser>
        <c:ser>
          <c:idx val="14"/>
          <c:order val="14"/>
          <c:tx>
            <c:v>Fusão 15</c:v>
          </c:tx>
          <c:spPr>
            <a:ln w="19050">
              <a:solidFill>
                <a:srgbClr val="087F88"/>
              </a:solidFill>
              <a:prstDash val="solid"/>
            </a:ln>
          </c:spPr>
          <c:marker>
            <c:symbol val="none"/>
          </c:marker>
          <c:xVal>
            <c:numRef>
              <c:f>'Chart Data'!$AC$2:$AC$5</c:f>
              <c:numCache>
                <c:formatCode>General</c:formatCode>
                <c:ptCount val="4"/>
                <c:pt idx="0">
                  <c:v>110</c:v>
                </c:pt>
                <c:pt idx="1">
                  <c:v>110</c:v>
                </c:pt>
                <c:pt idx="2">
                  <c:v>140.625</c:v>
                </c:pt>
                <c:pt idx="3">
                  <c:v>140.625</c:v>
                </c:pt>
              </c:numCache>
            </c:numRef>
          </c:xVal>
          <c:yVal>
            <c:numRef>
              <c:f>'Chart Data'!$AD$2:$AD$5</c:f>
              <c:numCache>
                <c:formatCode>0</c:formatCode>
                <c:ptCount val="4"/>
                <c:pt idx="0">
                  <c:v>0.52133200000000002</c:v>
                </c:pt>
                <c:pt idx="1">
                  <c:v>1.652658</c:v>
                </c:pt>
                <c:pt idx="2">
                  <c:v>1.652658</c:v>
                </c:pt>
                <c:pt idx="3">
                  <c:v>1.0877619999999999</c:v>
                </c:pt>
              </c:numCache>
            </c:numRef>
          </c:yVal>
          <c:smooth val="1"/>
          <c:extLst>
            <c:ext xmlns:c16="http://schemas.microsoft.com/office/drawing/2014/chart" uri="{C3380CC4-5D6E-409C-BE32-E72D297353CC}">
              <c16:uniqueId val="{0000000E-A14D-4646-A7C0-4BC72092AD44}"/>
            </c:ext>
          </c:extLst>
        </c:ser>
        <c:ser>
          <c:idx val="15"/>
          <c:order val="15"/>
          <c:tx>
            <c:v>Fusão 16</c:v>
          </c:tx>
          <c:spPr>
            <a:ln w="19050">
              <a:solidFill>
                <a:srgbClr val="087F88"/>
              </a:solidFill>
              <a:prstDash val="solid"/>
            </a:ln>
          </c:spPr>
          <c:marker>
            <c:symbol val="none"/>
          </c:marker>
          <c:xVal>
            <c:numRef>
              <c:f>'Chart Data'!$AE$2:$AE$5</c:f>
              <c:numCache>
                <c:formatCode>General</c:formatCode>
                <c:ptCount val="4"/>
                <c:pt idx="0">
                  <c:v>90</c:v>
                </c:pt>
                <c:pt idx="1">
                  <c:v>90</c:v>
                </c:pt>
                <c:pt idx="2">
                  <c:v>125.3125</c:v>
                </c:pt>
                <c:pt idx="3">
                  <c:v>125.3125</c:v>
                </c:pt>
              </c:numCache>
            </c:numRef>
          </c:xVal>
          <c:yVal>
            <c:numRef>
              <c:f>'Chart Data'!$AF$2:$AF$5</c:f>
              <c:numCache>
                <c:formatCode>0</c:formatCode>
                <c:ptCount val="4"/>
                <c:pt idx="0">
                  <c:v>0.36070000000000002</c:v>
                </c:pt>
                <c:pt idx="1">
                  <c:v>2.0776599999999998</c:v>
                </c:pt>
                <c:pt idx="2">
                  <c:v>2.0776599999999998</c:v>
                </c:pt>
                <c:pt idx="3">
                  <c:v>1.652658</c:v>
                </c:pt>
              </c:numCache>
            </c:numRef>
          </c:yVal>
          <c:smooth val="1"/>
          <c:extLst>
            <c:ext xmlns:c16="http://schemas.microsoft.com/office/drawing/2014/chart" uri="{C3380CC4-5D6E-409C-BE32-E72D297353CC}">
              <c16:uniqueId val="{0000000F-A14D-4646-A7C0-4BC72092AD44}"/>
            </c:ext>
          </c:extLst>
        </c:ser>
        <c:ser>
          <c:idx val="16"/>
          <c:order val="16"/>
          <c:tx>
            <c:v>Fusão 17</c:v>
          </c:tx>
          <c:spPr>
            <a:ln w="19050">
              <a:solidFill>
                <a:srgbClr val="087F88"/>
              </a:solidFill>
              <a:prstDash val="solid"/>
            </a:ln>
          </c:spPr>
          <c:marker>
            <c:symbol val="none"/>
          </c:marker>
          <c:xVal>
            <c:numRef>
              <c:f>'Chart Data'!$AG$2:$AG$5</c:f>
              <c:numCache>
                <c:formatCode>General</c:formatCode>
                <c:ptCount val="4"/>
                <c:pt idx="0">
                  <c:v>205</c:v>
                </c:pt>
                <c:pt idx="1">
                  <c:v>205</c:v>
                </c:pt>
                <c:pt idx="2">
                  <c:v>215</c:v>
                </c:pt>
                <c:pt idx="3">
                  <c:v>215</c:v>
                </c:pt>
              </c:numCache>
            </c:numRef>
          </c:xVal>
          <c:yVal>
            <c:numRef>
              <c:f>'Chart Data'!$AH$2:$AH$5</c:f>
              <c:numCache>
                <c:formatCode>0</c:formatCode>
                <c:ptCount val="4"/>
                <c:pt idx="0">
                  <c:v>0</c:v>
                </c:pt>
                <c:pt idx="1">
                  <c:v>0.21615699999999999</c:v>
                </c:pt>
                <c:pt idx="2">
                  <c:v>0.21615699999999999</c:v>
                </c:pt>
                <c:pt idx="3">
                  <c:v>0</c:v>
                </c:pt>
              </c:numCache>
            </c:numRef>
          </c:yVal>
          <c:smooth val="1"/>
          <c:extLst>
            <c:ext xmlns:c16="http://schemas.microsoft.com/office/drawing/2014/chart" uri="{C3380CC4-5D6E-409C-BE32-E72D297353CC}">
              <c16:uniqueId val="{00000010-A14D-4646-A7C0-4BC72092AD44}"/>
            </c:ext>
          </c:extLst>
        </c:ser>
        <c:ser>
          <c:idx val="17"/>
          <c:order val="17"/>
          <c:tx>
            <c:v>Fusão 18</c:v>
          </c:tx>
          <c:spPr>
            <a:ln w="19050">
              <a:solidFill>
                <a:srgbClr val="087F88"/>
              </a:solidFill>
              <a:prstDash val="solid"/>
            </a:ln>
          </c:spPr>
          <c:marker>
            <c:symbol val="none"/>
          </c:marker>
          <c:xVal>
            <c:numRef>
              <c:f>'Chart Data'!$AI$2:$AI$5</c:f>
              <c:numCache>
                <c:formatCode>General</c:formatCode>
                <c:ptCount val="4"/>
                <c:pt idx="0">
                  <c:v>195</c:v>
                </c:pt>
                <c:pt idx="1">
                  <c:v>195</c:v>
                </c:pt>
                <c:pt idx="2">
                  <c:v>210</c:v>
                </c:pt>
                <c:pt idx="3">
                  <c:v>210</c:v>
                </c:pt>
              </c:numCache>
            </c:numRef>
          </c:xVal>
          <c:yVal>
            <c:numRef>
              <c:f>'Chart Data'!$AJ$2:$AJ$5</c:f>
              <c:numCache>
                <c:formatCode>0</c:formatCode>
                <c:ptCount val="4"/>
                <c:pt idx="0">
                  <c:v>0</c:v>
                </c:pt>
                <c:pt idx="1">
                  <c:v>0.57115099999999996</c:v>
                </c:pt>
                <c:pt idx="2">
                  <c:v>0.57115099999999996</c:v>
                </c:pt>
                <c:pt idx="3">
                  <c:v>0.21615699999999999</c:v>
                </c:pt>
              </c:numCache>
            </c:numRef>
          </c:yVal>
          <c:smooth val="1"/>
          <c:extLst>
            <c:ext xmlns:c16="http://schemas.microsoft.com/office/drawing/2014/chart" uri="{C3380CC4-5D6E-409C-BE32-E72D297353CC}">
              <c16:uniqueId val="{00000011-A14D-4646-A7C0-4BC72092AD44}"/>
            </c:ext>
          </c:extLst>
        </c:ser>
        <c:ser>
          <c:idx val="18"/>
          <c:order val="18"/>
          <c:tx>
            <c:v>Fusão 19</c:v>
          </c:tx>
          <c:spPr>
            <a:ln w="19050">
              <a:solidFill>
                <a:srgbClr val="087F88"/>
              </a:solidFill>
              <a:prstDash val="solid"/>
            </a:ln>
          </c:spPr>
          <c:marker>
            <c:symbol val="none"/>
          </c:marker>
          <c:xVal>
            <c:numRef>
              <c:f>'Chart Data'!$AK$2:$AK$5</c:f>
              <c:numCache>
                <c:formatCode>General</c:formatCode>
                <c:ptCount val="4"/>
                <c:pt idx="0">
                  <c:v>185</c:v>
                </c:pt>
                <c:pt idx="1">
                  <c:v>185</c:v>
                </c:pt>
                <c:pt idx="2">
                  <c:v>202.5</c:v>
                </c:pt>
                <c:pt idx="3">
                  <c:v>202.5</c:v>
                </c:pt>
              </c:numCache>
            </c:numRef>
          </c:xVal>
          <c:yVal>
            <c:numRef>
              <c:f>'Chart Data'!$AL$2:$AL$5</c:f>
              <c:numCache>
                <c:formatCode>0</c:formatCode>
                <c:ptCount val="4"/>
                <c:pt idx="0">
                  <c:v>0</c:v>
                </c:pt>
                <c:pt idx="1">
                  <c:v>1.023577</c:v>
                </c:pt>
                <c:pt idx="2">
                  <c:v>1.023577</c:v>
                </c:pt>
                <c:pt idx="3">
                  <c:v>0.57115099999999996</c:v>
                </c:pt>
              </c:numCache>
            </c:numRef>
          </c:yVal>
          <c:smooth val="1"/>
          <c:extLst>
            <c:ext xmlns:c16="http://schemas.microsoft.com/office/drawing/2014/chart" uri="{C3380CC4-5D6E-409C-BE32-E72D297353CC}">
              <c16:uniqueId val="{00000012-A14D-4646-A7C0-4BC72092AD44}"/>
            </c:ext>
          </c:extLst>
        </c:ser>
        <c:ser>
          <c:idx val="19"/>
          <c:order val="19"/>
          <c:tx>
            <c:v>Fusão 20</c:v>
          </c:tx>
          <c:spPr>
            <a:ln w="19050">
              <a:solidFill>
                <a:srgbClr val="087F88"/>
              </a:solidFill>
              <a:prstDash val="solid"/>
            </a:ln>
          </c:spPr>
          <c:marker>
            <c:symbol val="none"/>
          </c:marker>
          <c:xVal>
            <c:numRef>
              <c:f>'Chart Data'!$AM$2:$AM$5</c:f>
              <c:numCache>
                <c:formatCode>General</c:formatCode>
                <c:ptCount val="4"/>
                <c:pt idx="0">
                  <c:v>245</c:v>
                </c:pt>
                <c:pt idx="1">
                  <c:v>245</c:v>
                </c:pt>
                <c:pt idx="2">
                  <c:v>255</c:v>
                </c:pt>
                <c:pt idx="3">
                  <c:v>255</c:v>
                </c:pt>
              </c:numCache>
            </c:numRef>
          </c:xVal>
          <c:yVal>
            <c:numRef>
              <c:f>'Chart Data'!$AN$2:$AN$5</c:f>
              <c:numCache>
                <c:formatCode>0</c:formatCode>
                <c:ptCount val="4"/>
                <c:pt idx="0">
                  <c:v>0</c:v>
                </c:pt>
                <c:pt idx="1">
                  <c:v>9.9229999999999999E-2</c:v>
                </c:pt>
                <c:pt idx="2">
                  <c:v>9.9229999999999999E-2</c:v>
                </c:pt>
                <c:pt idx="3">
                  <c:v>0</c:v>
                </c:pt>
              </c:numCache>
            </c:numRef>
          </c:yVal>
          <c:smooth val="1"/>
          <c:extLst>
            <c:ext xmlns:c16="http://schemas.microsoft.com/office/drawing/2014/chart" uri="{C3380CC4-5D6E-409C-BE32-E72D297353CC}">
              <c16:uniqueId val="{00000013-A14D-4646-A7C0-4BC72092AD44}"/>
            </c:ext>
          </c:extLst>
        </c:ser>
        <c:ser>
          <c:idx val="20"/>
          <c:order val="20"/>
          <c:tx>
            <c:v>Fusão 21</c:v>
          </c:tx>
          <c:spPr>
            <a:ln w="19050">
              <a:solidFill>
                <a:srgbClr val="087F88"/>
              </a:solidFill>
              <a:prstDash val="solid"/>
            </a:ln>
          </c:spPr>
          <c:marker>
            <c:symbol val="none"/>
          </c:marker>
          <c:xVal>
            <c:numRef>
              <c:f>'Chart Data'!$AO$2:$AO$5</c:f>
              <c:numCache>
                <c:formatCode>General</c:formatCode>
                <c:ptCount val="4"/>
                <c:pt idx="0">
                  <c:v>235</c:v>
                </c:pt>
                <c:pt idx="1">
                  <c:v>235</c:v>
                </c:pt>
                <c:pt idx="2">
                  <c:v>250</c:v>
                </c:pt>
                <c:pt idx="3">
                  <c:v>250</c:v>
                </c:pt>
              </c:numCache>
            </c:numRef>
          </c:xVal>
          <c:yVal>
            <c:numRef>
              <c:f>'Chart Data'!$AP$2:$AP$5</c:f>
              <c:numCache>
                <c:formatCode>0</c:formatCode>
                <c:ptCount val="4"/>
                <c:pt idx="0">
                  <c:v>0</c:v>
                </c:pt>
                <c:pt idx="1">
                  <c:v>0.38965100000000003</c:v>
                </c:pt>
                <c:pt idx="2">
                  <c:v>0.38965100000000003</c:v>
                </c:pt>
                <c:pt idx="3">
                  <c:v>9.9229999999999999E-2</c:v>
                </c:pt>
              </c:numCache>
            </c:numRef>
          </c:yVal>
          <c:smooth val="1"/>
          <c:extLst>
            <c:ext xmlns:c16="http://schemas.microsoft.com/office/drawing/2014/chart" uri="{C3380CC4-5D6E-409C-BE32-E72D297353CC}">
              <c16:uniqueId val="{00000014-A14D-4646-A7C0-4BC72092AD44}"/>
            </c:ext>
          </c:extLst>
        </c:ser>
        <c:ser>
          <c:idx val="21"/>
          <c:order val="21"/>
          <c:tx>
            <c:v>Fusão 22</c:v>
          </c:tx>
          <c:spPr>
            <a:ln w="19050">
              <a:solidFill>
                <a:srgbClr val="087F88"/>
              </a:solidFill>
              <a:prstDash val="solid"/>
            </a:ln>
          </c:spPr>
          <c:marker>
            <c:symbol val="none"/>
          </c:marker>
          <c:xVal>
            <c:numRef>
              <c:f>'Chart Data'!$AQ$2:$AQ$5</c:f>
              <c:numCache>
                <c:formatCode>General</c:formatCode>
                <c:ptCount val="4"/>
                <c:pt idx="0">
                  <c:v>285</c:v>
                </c:pt>
                <c:pt idx="1">
                  <c:v>285</c:v>
                </c:pt>
                <c:pt idx="2">
                  <c:v>295</c:v>
                </c:pt>
                <c:pt idx="3">
                  <c:v>295</c:v>
                </c:pt>
              </c:numCache>
            </c:numRef>
          </c:xVal>
          <c:yVal>
            <c:numRef>
              <c:f>'Chart Data'!$AR$2:$AR$5</c:f>
              <c:numCache>
                <c:formatCode>0</c:formatCode>
                <c:ptCount val="4"/>
                <c:pt idx="0">
                  <c:v>0</c:v>
                </c:pt>
                <c:pt idx="1">
                  <c:v>9.9862000000000006E-2</c:v>
                </c:pt>
                <c:pt idx="2">
                  <c:v>9.9862000000000006E-2</c:v>
                </c:pt>
                <c:pt idx="3">
                  <c:v>0</c:v>
                </c:pt>
              </c:numCache>
            </c:numRef>
          </c:yVal>
          <c:smooth val="1"/>
          <c:extLst>
            <c:ext xmlns:c16="http://schemas.microsoft.com/office/drawing/2014/chart" uri="{C3380CC4-5D6E-409C-BE32-E72D297353CC}">
              <c16:uniqueId val="{00000015-A14D-4646-A7C0-4BC72092AD44}"/>
            </c:ext>
          </c:extLst>
        </c:ser>
        <c:ser>
          <c:idx val="22"/>
          <c:order val="22"/>
          <c:tx>
            <c:v>Fusão 23</c:v>
          </c:tx>
          <c:spPr>
            <a:ln w="19050">
              <a:solidFill>
                <a:srgbClr val="087F88"/>
              </a:solidFill>
              <a:prstDash val="solid"/>
            </a:ln>
          </c:spPr>
          <c:marker>
            <c:symbol val="none"/>
          </c:marker>
          <c:xVal>
            <c:numRef>
              <c:f>'Chart Data'!$AS$2:$AS$5</c:f>
              <c:numCache>
                <c:formatCode>General</c:formatCode>
                <c:ptCount val="4"/>
                <c:pt idx="0">
                  <c:v>275</c:v>
                </c:pt>
                <c:pt idx="1">
                  <c:v>275</c:v>
                </c:pt>
                <c:pt idx="2">
                  <c:v>290</c:v>
                </c:pt>
                <c:pt idx="3">
                  <c:v>290</c:v>
                </c:pt>
              </c:numCache>
            </c:numRef>
          </c:xVal>
          <c:yVal>
            <c:numRef>
              <c:f>'Chart Data'!$AT$2:$AT$5</c:f>
              <c:numCache>
                <c:formatCode>0</c:formatCode>
                <c:ptCount val="4"/>
                <c:pt idx="0">
                  <c:v>0</c:v>
                </c:pt>
                <c:pt idx="1">
                  <c:v>0.18815100000000001</c:v>
                </c:pt>
                <c:pt idx="2">
                  <c:v>0.18815100000000001</c:v>
                </c:pt>
                <c:pt idx="3">
                  <c:v>9.9862000000000006E-2</c:v>
                </c:pt>
              </c:numCache>
            </c:numRef>
          </c:yVal>
          <c:smooth val="1"/>
          <c:extLst>
            <c:ext xmlns:c16="http://schemas.microsoft.com/office/drawing/2014/chart" uri="{C3380CC4-5D6E-409C-BE32-E72D297353CC}">
              <c16:uniqueId val="{00000016-A14D-4646-A7C0-4BC72092AD44}"/>
            </c:ext>
          </c:extLst>
        </c:ser>
        <c:ser>
          <c:idx val="23"/>
          <c:order val="23"/>
          <c:tx>
            <c:v>Fusão 24</c:v>
          </c:tx>
          <c:spPr>
            <a:ln w="19050">
              <a:solidFill>
                <a:srgbClr val="087F88"/>
              </a:solidFill>
              <a:prstDash val="solid"/>
            </a:ln>
          </c:spPr>
          <c:marker>
            <c:symbol val="none"/>
          </c:marker>
          <c:xVal>
            <c:numRef>
              <c:f>'Chart Data'!$AU$2:$AU$5</c:f>
              <c:numCache>
                <c:formatCode>General</c:formatCode>
                <c:ptCount val="4"/>
                <c:pt idx="0">
                  <c:v>265</c:v>
                </c:pt>
                <c:pt idx="1">
                  <c:v>265</c:v>
                </c:pt>
                <c:pt idx="2">
                  <c:v>282.5</c:v>
                </c:pt>
                <c:pt idx="3">
                  <c:v>282.5</c:v>
                </c:pt>
              </c:numCache>
            </c:numRef>
          </c:xVal>
          <c:yVal>
            <c:numRef>
              <c:f>'Chart Data'!$AV$2:$AV$5</c:f>
              <c:numCache>
                <c:formatCode>0</c:formatCode>
                <c:ptCount val="4"/>
                <c:pt idx="0">
                  <c:v>0</c:v>
                </c:pt>
                <c:pt idx="1">
                  <c:v>0.54115199999999997</c:v>
                </c:pt>
                <c:pt idx="2">
                  <c:v>0.54115199999999997</c:v>
                </c:pt>
                <c:pt idx="3">
                  <c:v>0.18815100000000001</c:v>
                </c:pt>
              </c:numCache>
            </c:numRef>
          </c:yVal>
          <c:smooth val="1"/>
          <c:extLst>
            <c:ext xmlns:c16="http://schemas.microsoft.com/office/drawing/2014/chart" uri="{C3380CC4-5D6E-409C-BE32-E72D297353CC}">
              <c16:uniqueId val="{00000017-A14D-4646-A7C0-4BC72092AD44}"/>
            </c:ext>
          </c:extLst>
        </c:ser>
        <c:ser>
          <c:idx val="24"/>
          <c:order val="24"/>
          <c:tx>
            <c:v>Fusão 25</c:v>
          </c:tx>
          <c:spPr>
            <a:ln w="19050">
              <a:solidFill>
                <a:srgbClr val="087F88"/>
              </a:solidFill>
              <a:prstDash val="solid"/>
            </a:ln>
          </c:spPr>
          <c:marker>
            <c:symbol val="none"/>
          </c:marker>
          <c:xVal>
            <c:numRef>
              <c:f>'Chart Data'!$AW$2:$AW$5</c:f>
              <c:numCache>
                <c:formatCode>General</c:formatCode>
                <c:ptCount val="4"/>
                <c:pt idx="0">
                  <c:v>242.5</c:v>
                </c:pt>
                <c:pt idx="1">
                  <c:v>242.5</c:v>
                </c:pt>
                <c:pt idx="2">
                  <c:v>273.75</c:v>
                </c:pt>
                <c:pt idx="3">
                  <c:v>273.75</c:v>
                </c:pt>
              </c:numCache>
            </c:numRef>
          </c:xVal>
          <c:yVal>
            <c:numRef>
              <c:f>'Chart Data'!$AX$2:$AX$5</c:f>
              <c:numCache>
                <c:formatCode>0</c:formatCode>
                <c:ptCount val="4"/>
                <c:pt idx="0">
                  <c:v>0.38965100000000003</c:v>
                </c:pt>
                <c:pt idx="1">
                  <c:v>0.754714</c:v>
                </c:pt>
                <c:pt idx="2">
                  <c:v>0.754714</c:v>
                </c:pt>
                <c:pt idx="3">
                  <c:v>0.54115199999999997</c:v>
                </c:pt>
              </c:numCache>
            </c:numRef>
          </c:yVal>
          <c:smooth val="1"/>
          <c:extLst>
            <c:ext xmlns:c16="http://schemas.microsoft.com/office/drawing/2014/chart" uri="{C3380CC4-5D6E-409C-BE32-E72D297353CC}">
              <c16:uniqueId val="{00000018-A14D-4646-A7C0-4BC72092AD44}"/>
            </c:ext>
          </c:extLst>
        </c:ser>
        <c:ser>
          <c:idx val="25"/>
          <c:order val="25"/>
          <c:tx>
            <c:v>Fusão 26</c:v>
          </c:tx>
          <c:spPr>
            <a:ln w="19050">
              <a:solidFill>
                <a:srgbClr val="087F88"/>
              </a:solidFill>
              <a:prstDash val="solid"/>
            </a:ln>
          </c:spPr>
          <c:marker>
            <c:symbol val="none"/>
          </c:marker>
          <c:xVal>
            <c:numRef>
              <c:f>'Chart Data'!$AY$2:$AY$5</c:f>
              <c:numCache>
                <c:formatCode>General</c:formatCode>
                <c:ptCount val="4"/>
                <c:pt idx="0">
                  <c:v>225</c:v>
                </c:pt>
                <c:pt idx="1">
                  <c:v>225</c:v>
                </c:pt>
                <c:pt idx="2">
                  <c:v>258.125</c:v>
                </c:pt>
                <c:pt idx="3">
                  <c:v>258.125</c:v>
                </c:pt>
              </c:numCache>
            </c:numRef>
          </c:xVal>
          <c:yVal>
            <c:numRef>
              <c:f>'Chart Data'!$AZ$2:$AZ$5</c:f>
              <c:numCache>
                <c:formatCode>0</c:formatCode>
                <c:ptCount val="4"/>
                <c:pt idx="0">
                  <c:v>0</c:v>
                </c:pt>
                <c:pt idx="1">
                  <c:v>1.150128</c:v>
                </c:pt>
                <c:pt idx="2">
                  <c:v>1.150128</c:v>
                </c:pt>
                <c:pt idx="3">
                  <c:v>0.754714</c:v>
                </c:pt>
              </c:numCache>
            </c:numRef>
          </c:yVal>
          <c:smooth val="1"/>
          <c:extLst>
            <c:ext xmlns:c16="http://schemas.microsoft.com/office/drawing/2014/chart" uri="{C3380CC4-5D6E-409C-BE32-E72D297353CC}">
              <c16:uniqueId val="{00000019-A14D-4646-A7C0-4BC72092AD44}"/>
            </c:ext>
          </c:extLst>
        </c:ser>
        <c:ser>
          <c:idx val="26"/>
          <c:order val="26"/>
          <c:tx>
            <c:v>Fusão 27</c:v>
          </c:tx>
          <c:spPr>
            <a:ln w="19050">
              <a:solidFill>
                <a:srgbClr val="087F88"/>
              </a:solidFill>
              <a:prstDash val="solid"/>
            </a:ln>
          </c:spPr>
          <c:marker>
            <c:symbol val="none"/>
          </c:marker>
          <c:xVal>
            <c:numRef>
              <c:f>'Chart Data'!$BA$2:$BA$5</c:f>
              <c:numCache>
                <c:formatCode>General</c:formatCode>
                <c:ptCount val="4"/>
                <c:pt idx="0">
                  <c:v>193.75</c:v>
                </c:pt>
                <c:pt idx="1">
                  <c:v>193.75</c:v>
                </c:pt>
                <c:pt idx="2">
                  <c:v>241.5625</c:v>
                </c:pt>
                <c:pt idx="3">
                  <c:v>241.5625</c:v>
                </c:pt>
              </c:numCache>
            </c:numRef>
          </c:xVal>
          <c:yVal>
            <c:numRef>
              <c:f>'Chart Data'!$BB$2:$BB$5</c:f>
              <c:numCache>
                <c:formatCode>0</c:formatCode>
                <c:ptCount val="4"/>
                <c:pt idx="0">
                  <c:v>1.023577</c:v>
                </c:pt>
                <c:pt idx="1">
                  <c:v>2.5807380000000002</c:v>
                </c:pt>
                <c:pt idx="2">
                  <c:v>2.5807380000000002</c:v>
                </c:pt>
                <c:pt idx="3">
                  <c:v>1.150128</c:v>
                </c:pt>
              </c:numCache>
            </c:numRef>
          </c:yVal>
          <c:smooth val="1"/>
          <c:extLst>
            <c:ext xmlns:c16="http://schemas.microsoft.com/office/drawing/2014/chart" uri="{C3380CC4-5D6E-409C-BE32-E72D297353CC}">
              <c16:uniqueId val="{0000001A-A14D-4646-A7C0-4BC72092AD44}"/>
            </c:ext>
          </c:extLst>
        </c:ser>
        <c:ser>
          <c:idx val="27"/>
          <c:order val="27"/>
          <c:tx>
            <c:v>Fusão 28</c:v>
          </c:tx>
          <c:spPr>
            <a:ln w="19050">
              <a:solidFill>
                <a:srgbClr val="087F88"/>
              </a:solidFill>
              <a:prstDash val="solid"/>
            </a:ln>
          </c:spPr>
          <c:marker>
            <c:symbol val="none"/>
          </c:marker>
          <c:xVal>
            <c:numRef>
              <c:f>'Chart Data'!$BC$2:$BC$5</c:f>
              <c:numCache>
                <c:formatCode>General</c:formatCode>
                <c:ptCount val="4"/>
                <c:pt idx="0">
                  <c:v>107.65625</c:v>
                </c:pt>
                <c:pt idx="1">
                  <c:v>107.65625</c:v>
                </c:pt>
                <c:pt idx="2">
                  <c:v>217.65625</c:v>
                </c:pt>
                <c:pt idx="3">
                  <c:v>217.65625</c:v>
                </c:pt>
              </c:numCache>
            </c:numRef>
          </c:xVal>
          <c:yVal>
            <c:numRef>
              <c:f>'Chart Data'!$BD$2:$BD$5</c:f>
              <c:numCache>
                <c:formatCode>0</c:formatCode>
                <c:ptCount val="4"/>
                <c:pt idx="0">
                  <c:v>2.0776599999999998</c:v>
                </c:pt>
                <c:pt idx="1">
                  <c:v>6.398244</c:v>
                </c:pt>
                <c:pt idx="2">
                  <c:v>6.398244</c:v>
                </c:pt>
                <c:pt idx="3">
                  <c:v>2.5807380000000002</c:v>
                </c:pt>
              </c:numCache>
            </c:numRef>
          </c:yVal>
          <c:smooth val="1"/>
          <c:extLst>
            <c:ext xmlns:c16="http://schemas.microsoft.com/office/drawing/2014/chart" uri="{C3380CC4-5D6E-409C-BE32-E72D297353CC}">
              <c16:uniqueId val="{0000001B-A14D-4646-A7C0-4BC72092AD44}"/>
            </c:ext>
          </c:extLst>
        </c:ser>
        <c:ser>
          <c:idx val="28"/>
          <c:order val="28"/>
          <c:tx>
            <c:v>Fusão 29</c:v>
          </c:tx>
          <c:spPr>
            <a:ln w="19050">
              <a:solidFill>
                <a:srgbClr val="087F88"/>
              </a:solidFill>
              <a:prstDash val="solid"/>
            </a:ln>
          </c:spPr>
          <c:marker>
            <c:symbol val="none"/>
          </c:marker>
          <c:xVal>
            <c:numRef>
              <c:f>'Chart Data'!$BE$2:$BE$5</c:f>
              <c:numCache>
                <c:formatCode>General</c:formatCode>
                <c:ptCount val="4"/>
                <c:pt idx="0">
                  <c:v>38.4375</c:v>
                </c:pt>
                <c:pt idx="1">
                  <c:v>38.4375</c:v>
                </c:pt>
                <c:pt idx="2">
                  <c:v>162.65625</c:v>
                </c:pt>
                <c:pt idx="3">
                  <c:v>162.65625</c:v>
                </c:pt>
              </c:numCache>
            </c:numRef>
          </c:xVal>
          <c:yVal>
            <c:numRef>
              <c:f>'Chart Data'!$BF$2:$BF$5</c:f>
              <c:numCache>
                <c:formatCode>0</c:formatCode>
                <c:ptCount val="4"/>
                <c:pt idx="0">
                  <c:v>1.2599750000000001</c:v>
                </c:pt>
                <c:pt idx="1">
                  <c:v>7.5267580000000001</c:v>
                </c:pt>
                <c:pt idx="2">
                  <c:v>7.5267580000000001</c:v>
                </c:pt>
                <c:pt idx="3">
                  <c:v>6.398244</c:v>
                </c:pt>
              </c:numCache>
            </c:numRef>
          </c:yVal>
          <c:smooth val="1"/>
          <c:extLst>
            <c:ext xmlns:c16="http://schemas.microsoft.com/office/drawing/2014/chart" uri="{C3380CC4-5D6E-409C-BE32-E72D297353CC}">
              <c16:uniqueId val="{0000001C-A14D-4646-A7C0-4BC72092AD44}"/>
            </c:ext>
          </c:extLst>
        </c:ser>
        <c:ser>
          <c:idx val="29"/>
          <c:order val="29"/>
          <c:tx>
            <c:v>Corte para K = 3</c:v>
          </c:tx>
          <c:spPr>
            <a:ln w="28575">
              <a:solidFill>
                <a:srgbClr val="C47B23"/>
              </a:solidFill>
              <a:prstDash val="dash"/>
            </a:ln>
          </c:spPr>
          <c:marker>
            <c:symbol val="none"/>
          </c:marker>
          <c:xVal>
            <c:numRef>
              <c:f>'Chart Data'!$BG$2:$BG$3</c:f>
              <c:numCache>
                <c:formatCode>General</c:formatCode>
                <c:ptCount val="2"/>
                <c:pt idx="0">
                  <c:v>0</c:v>
                </c:pt>
                <c:pt idx="1">
                  <c:v>300</c:v>
                </c:pt>
              </c:numCache>
            </c:numRef>
          </c:xVal>
          <c:yVal>
            <c:numRef>
              <c:f>'Chart Data'!$BH$2:$BH$3</c:f>
              <c:numCache>
                <c:formatCode>0</c:formatCode>
                <c:ptCount val="2"/>
                <c:pt idx="0">
                  <c:v>4.4894911614100002</c:v>
                </c:pt>
                <c:pt idx="1">
                  <c:v>4.4894911614100002</c:v>
                </c:pt>
              </c:numCache>
            </c:numRef>
          </c:yVal>
          <c:smooth val="1"/>
          <c:extLst>
            <c:ext xmlns:c16="http://schemas.microsoft.com/office/drawing/2014/chart" uri="{C3380CC4-5D6E-409C-BE32-E72D297353CC}">
              <c16:uniqueId val="{0000001D-A14D-4646-A7C0-4BC72092AD44}"/>
            </c:ext>
          </c:extLst>
        </c:ser>
        <c:dLbls>
          <c:showLegendKey val="0"/>
          <c:showVal val="0"/>
          <c:showCatName val="0"/>
          <c:showSerName val="0"/>
          <c:showPercent val="0"/>
          <c:showBubbleSize val="0"/>
        </c:dLbls>
        <c:axId val="48650112"/>
        <c:axId val="48672768"/>
      </c:scatterChart>
      <c:valAx>
        <c:axId val="48672768"/>
        <c:scaling>
          <c:orientation val="minMax"/>
          <c:max val="8"/>
          <c:min val="0"/>
        </c:scaling>
        <c:delete val="0"/>
        <c:axPos val="l"/>
        <c:majorGridlines>
          <c:spPr>
            <a:ln w="9525">
              <a:solidFill>
                <a:srgbClr val="DCE3E3"/>
              </a:solidFill>
              <a:prstDash val="solid"/>
            </a:ln>
          </c:spPr>
        </c:majorGridlines>
        <c:title>
          <c:tx>
            <c:rich>
              <a:bodyPr/>
              <a:lstStyle/>
              <a:p>
                <a:r>
                  <a:rPr lang="en-GB" sz="1425">
                    <a:solidFill>
                      <a:srgbClr val="526873"/>
                    </a:solidFill>
                    <a:latin typeface="DejaVu Sans"/>
                    <a:ea typeface="DejaVu Sans"/>
                    <a:cs typeface="DejaVu Sans"/>
                  </a:rPr>
                  <a:t>Altura de fusão</a:t>
                </a:r>
              </a:p>
            </c:rich>
          </c:tx>
          <c:overlay val="0"/>
        </c:title>
        <c:numFmt formatCode="0" sourceLinked="1"/>
        <c:majorTickMark val="none"/>
        <c:minorTickMark val="none"/>
        <c:tickLblPos val="low"/>
        <c:spPr>
          <a:ln w="9525">
            <a:solidFill>
              <a:srgbClr val="526873"/>
            </a:solidFill>
            <a:prstDash val="solid"/>
          </a:ln>
        </c:spPr>
        <c:txPr>
          <a:bodyPr anchorCtr="1"/>
          <a:lstStyle/>
          <a:p>
            <a:pPr>
              <a:defRPr sz="1425">
                <a:solidFill>
                  <a:srgbClr val="526873"/>
                </a:solidFill>
                <a:latin typeface="DejaVu Sans"/>
                <a:ea typeface="DejaVu Sans"/>
                <a:cs typeface="DejaVu Sans"/>
              </a:defRPr>
            </a:pPr>
            <a:endParaRPr lang="en-US"/>
          </a:p>
        </c:txPr>
        <c:crossAx val="48650112"/>
        <c:crossesAt val="0"/>
        <c:crossBetween val="midCat"/>
        <c:majorUnit val="2"/>
      </c:valAx>
      <c:valAx>
        <c:axId val="48650112"/>
        <c:scaling>
          <c:orientation val="minMax"/>
          <c:max val="300"/>
          <c:min val="0"/>
        </c:scaling>
        <c:delete val="0"/>
        <c:axPos val="b"/>
        <c:title>
          <c:tx>
            <c:rich>
              <a:bodyPr/>
              <a:lstStyle/>
              <a:p>
                <a:r>
                  <a:rPr lang="pt-BR" sz="1425">
                    <a:solidFill>
                      <a:srgbClr val="526873"/>
                    </a:solidFill>
                    <a:latin typeface="DejaVu Sans"/>
                    <a:ea typeface="DejaVu Sans"/>
                    <a:cs typeface="DejaVu Sans"/>
                  </a:rPr>
                  <a:t>Bacias na ordem do dendrograma</a:t>
                </a:r>
              </a:p>
            </c:rich>
          </c:tx>
          <c:overlay val="0"/>
        </c:title>
        <c:numFmt formatCode="General" sourceLinked="1"/>
        <c:majorTickMark val="none"/>
        <c:minorTickMark val="none"/>
        <c:tickLblPos val="none"/>
        <c:spPr>
          <a:ln w="9525">
            <a:solidFill>
              <a:srgbClr val="526873"/>
            </a:solidFill>
            <a:prstDash val="solid"/>
          </a:ln>
        </c:spPr>
        <c:txPr>
          <a:bodyPr anchorCtr="1"/>
          <a:lstStyle/>
          <a:p>
            <a:pPr>
              <a:defRPr sz="1425">
                <a:solidFill>
                  <a:srgbClr val="526873"/>
                </a:solidFill>
                <a:latin typeface="DejaVu Sans"/>
                <a:ea typeface="DejaVu Sans"/>
                <a:cs typeface="DejaVu Sans"/>
              </a:defRPr>
            </a:pPr>
            <a:endParaRPr lang="en-US"/>
          </a:p>
        </c:txPr>
        <c:crossAx val="48672768"/>
        <c:crossesAt val="0"/>
        <c:crossBetween val="midCat"/>
        <c:majorUnit val="100"/>
      </c:valAx>
      <c:spPr>
        <a:solidFill>
          <a:srgbClr val="F7F8F5"/>
        </a:solidFill>
        <a:ln w="0">
          <a:noFill/>
          <a:prstDash val="solid"/>
        </a:ln>
      </c:spPr>
    </c:plotArea>
    <c:plotVisOnly val="1"/>
    <c:dispBlanksAs val="zero"/>
    <c:showDLblsOverMax val="1"/>
  </c:chart>
  <c:spPr>
    <a:solidFill>
      <a:srgbClr val="F7F8F5"/>
    </a:solidFill>
    <a:ln w="0">
      <a:noFill/>
      <a:prstDash val="solid"/>
    </a:ln>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Grupo 1</c:v>
          </c:tx>
          <c:spPr>
            <a:ln w="0">
              <a:noFill/>
              <a:prstDash val="solid"/>
            </a:ln>
          </c:spPr>
          <c:marker>
            <c:symbol val="circle"/>
            <c:size val="7"/>
            <c:spPr>
              <a:solidFill>
                <a:srgbClr val="087F88"/>
              </a:solidFill>
              <a:ln w="7620">
                <a:solidFill>
                  <a:srgbClr val="F7F8F5"/>
                </a:solidFill>
                <a:prstDash val="solid"/>
              </a:ln>
            </c:spPr>
          </c:marker>
          <c:xVal>
            <c:numRef>
              <c:f>'Chart Data'!$A$2:$A$9</c:f>
              <c:numCache>
                <c:formatCode>General</c:formatCode>
                <c:ptCount val="8"/>
                <c:pt idx="0">
                  <c:v>-1.9623079999999999</c:v>
                </c:pt>
                <c:pt idx="1">
                  <c:v>-1.5244489999999999</c:v>
                </c:pt>
                <c:pt idx="2">
                  <c:v>-1.102641</c:v>
                </c:pt>
                <c:pt idx="3">
                  <c:v>-1.5262500000000001</c:v>
                </c:pt>
                <c:pt idx="4">
                  <c:v>-1.551007</c:v>
                </c:pt>
                <c:pt idx="5">
                  <c:v>-0.97769899999999998</c:v>
                </c:pt>
                <c:pt idx="6">
                  <c:v>-1.640239</c:v>
                </c:pt>
                <c:pt idx="7">
                  <c:v>-0.91400800000000004</c:v>
                </c:pt>
              </c:numCache>
            </c:numRef>
          </c:xVal>
          <c:yVal>
            <c:numRef>
              <c:f>'Chart Data'!$B$2:$B$9</c:f>
              <c:numCache>
                <c:formatCode>0.0</c:formatCode>
                <c:ptCount val="8"/>
                <c:pt idx="0">
                  <c:v>-0.97215200000000002</c:v>
                </c:pt>
                <c:pt idx="1">
                  <c:v>-0.88935500000000001</c:v>
                </c:pt>
                <c:pt idx="2">
                  <c:v>-1.1231009999999999</c:v>
                </c:pt>
                <c:pt idx="3">
                  <c:v>-0.976885</c:v>
                </c:pt>
                <c:pt idx="4">
                  <c:v>-0.45093800000000001</c:v>
                </c:pt>
                <c:pt idx="5">
                  <c:v>-0.45802199999999998</c:v>
                </c:pt>
                <c:pt idx="6">
                  <c:v>-0.89111700000000005</c:v>
                </c:pt>
                <c:pt idx="7">
                  <c:v>-0.62363100000000005</c:v>
                </c:pt>
              </c:numCache>
            </c:numRef>
          </c:yVal>
          <c:smooth val="1"/>
          <c:extLst>
            <c:ext xmlns:c16="http://schemas.microsoft.com/office/drawing/2014/chart" uri="{C3380CC4-5D6E-409C-BE32-E72D297353CC}">
              <c16:uniqueId val="{00000000-B6A1-41BE-AF32-4E9D6EDBD4DC}"/>
            </c:ext>
          </c:extLst>
        </c:ser>
        <c:ser>
          <c:idx val="1"/>
          <c:order val="1"/>
          <c:tx>
            <c:v>Grupo 2</c:v>
          </c:tx>
          <c:spPr>
            <a:ln w="0">
              <a:noFill/>
              <a:prstDash val="solid"/>
            </a:ln>
          </c:spPr>
          <c:marker>
            <c:symbol val="circle"/>
            <c:size val="7"/>
            <c:spPr>
              <a:solidFill>
                <a:srgbClr val="C47B23"/>
              </a:solidFill>
              <a:ln w="7620">
                <a:solidFill>
                  <a:srgbClr val="F7F8F5"/>
                </a:solidFill>
                <a:prstDash val="solid"/>
              </a:ln>
            </c:spPr>
          </c:marker>
          <c:xVal>
            <c:numRef>
              <c:f>'Chart Data'!$C$2:$C$10</c:f>
              <c:numCache>
                <c:formatCode>General</c:formatCode>
                <c:ptCount val="9"/>
                <c:pt idx="0">
                  <c:v>1.142323</c:v>
                </c:pt>
                <c:pt idx="1">
                  <c:v>0.230048</c:v>
                </c:pt>
                <c:pt idx="2">
                  <c:v>0.15717700000000001</c:v>
                </c:pt>
                <c:pt idx="3">
                  <c:v>-0.65475899999999998</c:v>
                </c:pt>
                <c:pt idx="4">
                  <c:v>0.242363</c:v>
                </c:pt>
                <c:pt idx="5">
                  <c:v>0.16875899999999999</c:v>
                </c:pt>
                <c:pt idx="6">
                  <c:v>-0.130685</c:v>
                </c:pt>
                <c:pt idx="7">
                  <c:v>0.85949200000000003</c:v>
                </c:pt>
                <c:pt idx="8">
                  <c:v>0.427535</c:v>
                </c:pt>
              </c:numCache>
            </c:numRef>
          </c:xVal>
          <c:yVal>
            <c:numRef>
              <c:f>'Chart Data'!$D$2:$D$10</c:f>
              <c:numCache>
                <c:formatCode>0.0</c:formatCode>
                <c:ptCount val="9"/>
                <c:pt idx="0">
                  <c:v>1.991438</c:v>
                </c:pt>
                <c:pt idx="1">
                  <c:v>1.464305</c:v>
                </c:pt>
                <c:pt idx="2">
                  <c:v>1.1857709999999999</c:v>
                </c:pt>
                <c:pt idx="3">
                  <c:v>1.5528010000000001</c:v>
                </c:pt>
                <c:pt idx="4">
                  <c:v>0.73104899999999995</c:v>
                </c:pt>
                <c:pt idx="5">
                  <c:v>1.4777039999999999</c:v>
                </c:pt>
                <c:pt idx="6">
                  <c:v>1.229279</c:v>
                </c:pt>
                <c:pt idx="7">
                  <c:v>1.767584</c:v>
                </c:pt>
                <c:pt idx="8">
                  <c:v>1.5588169999999999</c:v>
                </c:pt>
              </c:numCache>
            </c:numRef>
          </c:yVal>
          <c:smooth val="1"/>
          <c:extLst>
            <c:ext xmlns:c16="http://schemas.microsoft.com/office/drawing/2014/chart" uri="{C3380CC4-5D6E-409C-BE32-E72D297353CC}">
              <c16:uniqueId val="{00000001-B6A1-41BE-AF32-4E9D6EDBD4DC}"/>
            </c:ext>
          </c:extLst>
        </c:ser>
        <c:ser>
          <c:idx val="2"/>
          <c:order val="2"/>
          <c:tx>
            <c:v>Grupo 3</c:v>
          </c:tx>
          <c:spPr>
            <a:ln w="0">
              <a:noFill/>
              <a:prstDash val="solid"/>
            </a:ln>
          </c:spPr>
          <c:marker>
            <c:symbol val="circle"/>
            <c:size val="7"/>
            <c:spPr>
              <a:solidFill>
                <a:srgbClr val="995A80"/>
              </a:solidFill>
              <a:ln w="7620">
                <a:solidFill>
                  <a:srgbClr val="F7F8F5"/>
                </a:solidFill>
                <a:prstDash val="solid"/>
              </a:ln>
            </c:spPr>
          </c:marker>
          <c:xVal>
            <c:numRef>
              <c:f>'Chart Data'!$E$2:$E$14</c:f>
              <c:numCache>
                <c:formatCode>General</c:formatCode>
                <c:ptCount val="13"/>
                <c:pt idx="0">
                  <c:v>0.197714</c:v>
                </c:pt>
                <c:pt idx="1">
                  <c:v>0.81512399999999996</c:v>
                </c:pt>
                <c:pt idx="2">
                  <c:v>0.75670800000000005</c:v>
                </c:pt>
                <c:pt idx="3">
                  <c:v>0.74616300000000002</c:v>
                </c:pt>
                <c:pt idx="4">
                  <c:v>1.175648</c:v>
                </c:pt>
                <c:pt idx="5">
                  <c:v>1.9758999999999999E-2</c:v>
                </c:pt>
                <c:pt idx="6">
                  <c:v>0.93818999999999997</c:v>
                </c:pt>
                <c:pt idx="7">
                  <c:v>1.8186359999999999</c:v>
                </c:pt>
                <c:pt idx="8">
                  <c:v>1.2349030000000001</c:v>
                </c:pt>
                <c:pt idx="9">
                  <c:v>1.2194</c:v>
                </c:pt>
                <c:pt idx="10">
                  <c:v>-0.33521099999999998</c:v>
                </c:pt>
                <c:pt idx="11">
                  <c:v>0.168631</c:v>
                </c:pt>
                <c:pt idx="12">
                  <c:v>6.8300000000000001E-4</c:v>
                </c:pt>
              </c:numCache>
            </c:numRef>
          </c:xVal>
          <c:yVal>
            <c:numRef>
              <c:f>'Chart Data'!$F$2:$F$14</c:f>
              <c:numCache>
                <c:formatCode>0.0</c:formatCode>
                <c:ptCount val="13"/>
                <c:pt idx="0">
                  <c:v>-1.161438</c:v>
                </c:pt>
                <c:pt idx="1">
                  <c:v>-0.50053000000000003</c:v>
                </c:pt>
                <c:pt idx="2">
                  <c:v>-0.41953499999999999</c:v>
                </c:pt>
                <c:pt idx="3">
                  <c:v>-0.87317999999999996</c:v>
                </c:pt>
                <c:pt idx="4">
                  <c:v>-0.86792400000000003</c:v>
                </c:pt>
                <c:pt idx="5">
                  <c:v>-0.60807599999999995</c:v>
                </c:pt>
                <c:pt idx="6">
                  <c:v>-0.40204000000000001</c:v>
                </c:pt>
                <c:pt idx="7">
                  <c:v>-0.34776600000000002</c:v>
                </c:pt>
                <c:pt idx="8">
                  <c:v>-0.48542400000000002</c:v>
                </c:pt>
                <c:pt idx="9">
                  <c:v>-0.58343599999999995</c:v>
                </c:pt>
                <c:pt idx="10">
                  <c:v>-0.14638999999999999</c:v>
                </c:pt>
                <c:pt idx="11">
                  <c:v>0.21495700000000001</c:v>
                </c:pt>
                <c:pt idx="12">
                  <c:v>-0.39276299999999997</c:v>
                </c:pt>
              </c:numCache>
            </c:numRef>
          </c:yVal>
          <c:smooth val="1"/>
          <c:extLst>
            <c:ext xmlns:c16="http://schemas.microsoft.com/office/drawing/2014/chart" uri="{C3380CC4-5D6E-409C-BE32-E72D297353CC}">
              <c16:uniqueId val="{00000002-B6A1-41BE-AF32-4E9D6EDBD4DC}"/>
            </c:ext>
          </c:extLst>
        </c:ser>
        <c:dLbls>
          <c:showLegendKey val="0"/>
          <c:showVal val="0"/>
          <c:showCatName val="0"/>
          <c:showSerName val="0"/>
          <c:showPercent val="0"/>
          <c:showBubbleSize val="0"/>
        </c:dLbls>
        <c:axId val="48650112"/>
        <c:axId val="48672768"/>
      </c:scatterChart>
      <c:valAx>
        <c:axId val="48672768"/>
        <c:scaling>
          <c:orientation val="minMax"/>
          <c:max val="2.5"/>
          <c:min val="-2"/>
        </c:scaling>
        <c:delete val="0"/>
        <c:axPos val="l"/>
        <c:majorGridlines>
          <c:spPr>
            <a:ln w="9525">
              <a:solidFill>
                <a:srgbClr val="DCE3E3"/>
              </a:solidFill>
              <a:prstDash val="solid"/>
            </a:ln>
          </c:spPr>
        </c:majorGridlines>
        <c:title>
          <c:tx>
            <c:rich>
              <a:bodyPr/>
              <a:lstStyle/>
              <a:p>
                <a:r>
                  <a:rPr lang="en-GB" sz="1500">
                    <a:solidFill>
                      <a:srgbClr val="526873"/>
                    </a:solidFill>
                    <a:latin typeface="DejaVu Sans"/>
                    <a:ea typeface="DejaVu Sans"/>
                    <a:cs typeface="DejaVu Sans"/>
                  </a:rPr>
                  <a:t>Declividade padronizada</a:t>
                </a:r>
              </a:p>
            </c:rich>
          </c:tx>
          <c:overlay val="0"/>
        </c:title>
        <c:numFmt formatCode="0.0" sourceLinked="1"/>
        <c:majorTickMark val="none"/>
        <c:minorTickMark val="none"/>
        <c:tickLblPos val="low"/>
        <c:spPr>
          <a:ln w="9525">
            <a:solidFill>
              <a:srgbClr val="526873"/>
            </a:solidFill>
            <a:prstDash val="solid"/>
          </a:ln>
        </c:spPr>
        <c:txPr>
          <a:bodyPr anchorCtr="1"/>
          <a:lstStyle/>
          <a:p>
            <a:pPr>
              <a:defRPr sz="1500">
                <a:solidFill>
                  <a:srgbClr val="526873"/>
                </a:solidFill>
                <a:latin typeface="DejaVu Sans"/>
                <a:ea typeface="DejaVu Sans"/>
                <a:cs typeface="DejaVu Sans"/>
              </a:defRPr>
            </a:pPr>
            <a:endParaRPr lang="en-US"/>
          </a:p>
        </c:txPr>
        <c:crossAx val="48650112"/>
        <c:crossesAt val="-2"/>
        <c:crossBetween val="midCat"/>
        <c:majorUnit val="1"/>
      </c:valAx>
      <c:valAx>
        <c:axId val="48650112"/>
        <c:scaling>
          <c:orientation val="minMax"/>
          <c:max val="2.5"/>
          <c:min val="-2.5"/>
        </c:scaling>
        <c:delete val="0"/>
        <c:axPos val="b"/>
        <c:title>
          <c:tx>
            <c:rich>
              <a:bodyPr/>
              <a:lstStyle/>
              <a:p>
                <a:r>
                  <a:rPr lang="en-GB" sz="1500">
                    <a:solidFill>
                      <a:srgbClr val="526873"/>
                    </a:solidFill>
                    <a:latin typeface="DejaVu Sans"/>
                    <a:ea typeface="DejaVu Sans"/>
                    <a:cs typeface="DejaVu Sans"/>
                  </a:rPr>
                  <a:t>Precipitação padronizada</a:t>
                </a:r>
              </a:p>
            </c:rich>
          </c:tx>
          <c:overlay val="0"/>
        </c:title>
        <c:numFmt formatCode="General" sourceLinked="1"/>
        <c:majorTickMark val="none"/>
        <c:minorTickMark val="none"/>
        <c:tickLblPos val="low"/>
        <c:spPr>
          <a:ln w="9525">
            <a:solidFill>
              <a:srgbClr val="526873"/>
            </a:solidFill>
            <a:prstDash val="solid"/>
          </a:ln>
        </c:spPr>
        <c:txPr>
          <a:bodyPr anchorCtr="1"/>
          <a:lstStyle/>
          <a:p>
            <a:pPr>
              <a:defRPr sz="1500">
                <a:solidFill>
                  <a:srgbClr val="526873"/>
                </a:solidFill>
                <a:latin typeface="DejaVu Sans"/>
                <a:ea typeface="DejaVu Sans"/>
                <a:cs typeface="DejaVu Sans"/>
              </a:defRPr>
            </a:pPr>
            <a:endParaRPr lang="en-US"/>
          </a:p>
        </c:txPr>
        <c:crossAx val="48672768"/>
        <c:crossesAt val="-2.5"/>
        <c:crossBetween val="midCat"/>
        <c:majorUnit val="1"/>
      </c:valAx>
      <c:spPr>
        <a:solidFill>
          <a:srgbClr val="F7F8F5"/>
        </a:solidFill>
        <a:ln w="0">
          <a:noFill/>
          <a:prstDash val="solid"/>
        </a:ln>
      </c:spPr>
    </c:plotArea>
    <c:plotVisOnly val="1"/>
    <c:dispBlanksAs val="zero"/>
    <c:showDLblsOverMax val="1"/>
  </c:chart>
  <c:spPr>
    <a:solidFill>
      <a:srgbClr val="F7F8F5"/>
    </a:solidFill>
    <a:ln w="0">
      <a:noFill/>
      <a:prstDash val="solid"/>
    </a:ln>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Grupo 1</c:v>
          </c:tx>
          <c:spPr>
            <a:ln w="0">
              <a:noFill/>
              <a:prstDash val="solid"/>
            </a:ln>
          </c:spPr>
          <c:marker>
            <c:symbol val="circle"/>
            <c:size val="7"/>
            <c:spPr>
              <a:solidFill>
                <a:srgbClr val="087F88"/>
              </a:solidFill>
              <a:ln w="7620">
                <a:solidFill>
                  <a:srgbClr val="F7F8F5"/>
                </a:solidFill>
                <a:prstDash val="solid"/>
              </a:ln>
            </c:spPr>
          </c:marker>
          <c:xVal>
            <c:numRef>
              <c:f>'Chart Data'!$A$2:$A$9</c:f>
              <c:numCache>
                <c:formatCode>General</c:formatCode>
                <c:ptCount val="8"/>
                <c:pt idx="0">
                  <c:v>-1.9623079999999999</c:v>
                </c:pt>
                <c:pt idx="1">
                  <c:v>-1.5244489999999999</c:v>
                </c:pt>
                <c:pt idx="2">
                  <c:v>-1.102641</c:v>
                </c:pt>
                <c:pt idx="3">
                  <c:v>-1.5262500000000001</c:v>
                </c:pt>
                <c:pt idx="4">
                  <c:v>-1.551007</c:v>
                </c:pt>
                <c:pt idx="5">
                  <c:v>-0.97769899999999998</c:v>
                </c:pt>
                <c:pt idx="6">
                  <c:v>-1.640239</c:v>
                </c:pt>
                <c:pt idx="7">
                  <c:v>-0.91400800000000004</c:v>
                </c:pt>
              </c:numCache>
            </c:numRef>
          </c:xVal>
          <c:yVal>
            <c:numRef>
              <c:f>'Chart Data'!$B$2:$B$9</c:f>
              <c:numCache>
                <c:formatCode>0.0</c:formatCode>
                <c:ptCount val="8"/>
                <c:pt idx="0">
                  <c:v>-0.97215200000000002</c:v>
                </c:pt>
                <c:pt idx="1">
                  <c:v>-0.88935500000000001</c:v>
                </c:pt>
                <c:pt idx="2">
                  <c:v>-1.1231009999999999</c:v>
                </c:pt>
                <c:pt idx="3">
                  <c:v>-0.976885</c:v>
                </c:pt>
                <c:pt idx="4">
                  <c:v>-0.45093800000000001</c:v>
                </c:pt>
                <c:pt idx="5">
                  <c:v>-0.45802199999999998</c:v>
                </c:pt>
                <c:pt idx="6">
                  <c:v>-0.89111700000000005</c:v>
                </c:pt>
                <c:pt idx="7">
                  <c:v>-0.62363100000000005</c:v>
                </c:pt>
              </c:numCache>
            </c:numRef>
          </c:yVal>
          <c:smooth val="1"/>
          <c:extLst>
            <c:ext xmlns:c16="http://schemas.microsoft.com/office/drawing/2014/chart" uri="{C3380CC4-5D6E-409C-BE32-E72D297353CC}">
              <c16:uniqueId val="{00000000-9F30-411B-8733-3776B42C69B9}"/>
            </c:ext>
          </c:extLst>
        </c:ser>
        <c:ser>
          <c:idx val="1"/>
          <c:order val="1"/>
          <c:tx>
            <c:v>Grupo 2</c:v>
          </c:tx>
          <c:spPr>
            <a:ln w="0">
              <a:noFill/>
              <a:prstDash val="solid"/>
            </a:ln>
          </c:spPr>
          <c:marker>
            <c:symbol val="circle"/>
            <c:size val="7"/>
            <c:spPr>
              <a:solidFill>
                <a:srgbClr val="C47B23"/>
              </a:solidFill>
              <a:ln w="7620">
                <a:solidFill>
                  <a:srgbClr val="F7F8F5"/>
                </a:solidFill>
                <a:prstDash val="solid"/>
              </a:ln>
            </c:spPr>
          </c:marker>
          <c:xVal>
            <c:numRef>
              <c:f>'Chart Data'!$C$2:$C$11</c:f>
              <c:numCache>
                <c:formatCode>General</c:formatCode>
                <c:ptCount val="10"/>
                <c:pt idx="0">
                  <c:v>1.142323</c:v>
                </c:pt>
                <c:pt idx="1">
                  <c:v>0.230048</c:v>
                </c:pt>
                <c:pt idx="2">
                  <c:v>0.15717700000000001</c:v>
                </c:pt>
                <c:pt idx="3">
                  <c:v>-0.65475899999999998</c:v>
                </c:pt>
                <c:pt idx="4">
                  <c:v>0.242363</c:v>
                </c:pt>
                <c:pt idx="5">
                  <c:v>0.16875899999999999</c:v>
                </c:pt>
                <c:pt idx="6">
                  <c:v>-0.130685</c:v>
                </c:pt>
                <c:pt idx="7">
                  <c:v>0.85949200000000003</c:v>
                </c:pt>
                <c:pt idx="8">
                  <c:v>0.427535</c:v>
                </c:pt>
                <c:pt idx="9">
                  <c:v>0.168631</c:v>
                </c:pt>
              </c:numCache>
            </c:numRef>
          </c:xVal>
          <c:yVal>
            <c:numRef>
              <c:f>'Chart Data'!$D$2:$D$11</c:f>
              <c:numCache>
                <c:formatCode>0.0</c:formatCode>
                <c:ptCount val="10"/>
                <c:pt idx="0">
                  <c:v>1.991438</c:v>
                </c:pt>
                <c:pt idx="1">
                  <c:v>1.464305</c:v>
                </c:pt>
                <c:pt idx="2">
                  <c:v>1.1857709999999999</c:v>
                </c:pt>
                <c:pt idx="3">
                  <c:v>1.5528010000000001</c:v>
                </c:pt>
                <c:pt idx="4">
                  <c:v>0.73104899999999995</c:v>
                </c:pt>
                <c:pt idx="5">
                  <c:v>1.4777039999999999</c:v>
                </c:pt>
                <c:pt idx="6">
                  <c:v>1.229279</c:v>
                </c:pt>
                <c:pt idx="7">
                  <c:v>1.767584</c:v>
                </c:pt>
                <c:pt idx="8">
                  <c:v>1.5588169999999999</c:v>
                </c:pt>
                <c:pt idx="9">
                  <c:v>0.21495700000000001</c:v>
                </c:pt>
              </c:numCache>
            </c:numRef>
          </c:yVal>
          <c:smooth val="1"/>
          <c:extLst>
            <c:ext xmlns:c16="http://schemas.microsoft.com/office/drawing/2014/chart" uri="{C3380CC4-5D6E-409C-BE32-E72D297353CC}">
              <c16:uniqueId val="{00000001-9F30-411B-8733-3776B42C69B9}"/>
            </c:ext>
          </c:extLst>
        </c:ser>
        <c:ser>
          <c:idx val="2"/>
          <c:order val="2"/>
          <c:tx>
            <c:v>Grupo 3</c:v>
          </c:tx>
          <c:spPr>
            <a:ln w="0">
              <a:noFill/>
              <a:prstDash val="solid"/>
            </a:ln>
          </c:spPr>
          <c:marker>
            <c:symbol val="circle"/>
            <c:size val="7"/>
            <c:spPr>
              <a:solidFill>
                <a:srgbClr val="995A80"/>
              </a:solidFill>
              <a:ln w="7620">
                <a:solidFill>
                  <a:srgbClr val="F7F8F5"/>
                </a:solidFill>
                <a:prstDash val="solid"/>
              </a:ln>
            </c:spPr>
          </c:marker>
          <c:xVal>
            <c:numRef>
              <c:f>'Chart Data'!$E$2:$E$13</c:f>
              <c:numCache>
                <c:formatCode>General</c:formatCode>
                <c:ptCount val="12"/>
                <c:pt idx="0">
                  <c:v>0.197714</c:v>
                </c:pt>
                <c:pt idx="1">
                  <c:v>0.81512399999999996</c:v>
                </c:pt>
                <c:pt idx="2">
                  <c:v>0.75670800000000005</c:v>
                </c:pt>
                <c:pt idx="3">
                  <c:v>0.74616300000000002</c:v>
                </c:pt>
                <c:pt idx="4">
                  <c:v>1.175648</c:v>
                </c:pt>
                <c:pt idx="5">
                  <c:v>1.9758999999999999E-2</c:v>
                </c:pt>
                <c:pt idx="6">
                  <c:v>0.93818999999999997</c:v>
                </c:pt>
                <c:pt idx="7">
                  <c:v>1.8186359999999999</c:v>
                </c:pt>
                <c:pt idx="8">
                  <c:v>1.2349030000000001</c:v>
                </c:pt>
                <c:pt idx="9">
                  <c:v>1.2194</c:v>
                </c:pt>
                <c:pt idx="10">
                  <c:v>-0.33521099999999998</c:v>
                </c:pt>
                <c:pt idx="11">
                  <c:v>6.8300000000000001E-4</c:v>
                </c:pt>
              </c:numCache>
            </c:numRef>
          </c:xVal>
          <c:yVal>
            <c:numRef>
              <c:f>'Chart Data'!$F$2:$F$13</c:f>
              <c:numCache>
                <c:formatCode>0.0</c:formatCode>
                <c:ptCount val="12"/>
                <c:pt idx="0">
                  <c:v>-1.161438</c:v>
                </c:pt>
                <c:pt idx="1">
                  <c:v>-0.50053000000000003</c:v>
                </c:pt>
                <c:pt idx="2">
                  <c:v>-0.41953499999999999</c:v>
                </c:pt>
                <c:pt idx="3">
                  <c:v>-0.87317999999999996</c:v>
                </c:pt>
                <c:pt idx="4">
                  <c:v>-0.86792400000000003</c:v>
                </c:pt>
                <c:pt idx="5">
                  <c:v>-0.60807599999999995</c:v>
                </c:pt>
                <c:pt idx="6">
                  <c:v>-0.40204000000000001</c:v>
                </c:pt>
                <c:pt idx="7">
                  <c:v>-0.34776600000000002</c:v>
                </c:pt>
                <c:pt idx="8">
                  <c:v>-0.48542400000000002</c:v>
                </c:pt>
                <c:pt idx="9">
                  <c:v>-0.58343599999999995</c:v>
                </c:pt>
                <c:pt idx="10">
                  <c:v>-0.14638999999999999</c:v>
                </c:pt>
                <c:pt idx="11">
                  <c:v>-0.39276299999999997</c:v>
                </c:pt>
              </c:numCache>
            </c:numRef>
          </c:yVal>
          <c:smooth val="1"/>
          <c:extLst>
            <c:ext xmlns:c16="http://schemas.microsoft.com/office/drawing/2014/chart" uri="{C3380CC4-5D6E-409C-BE32-E72D297353CC}">
              <c16:uniqueId val="{00000002-9F30-411B-8733-3776B42C69B9}"/>
            </c:ext>
          </c:extLst>
        </c:ser>
        <c:dLbls>
          <c:showLegendKey val="0"/>
          <c:showVal val="0"/>
          <c:showCatName val="0"/>
          <c:showSerName val="0"/>
          <c:showPercent val="0"/>
          <c:showBubbleSize val="0"/>
        </c:dLbls>
        <c:axId val="48650112"/>
        <c:axId val="48672768"/>
      </c:scatterChart>
      <c:valAx>
        <c:axId val="48672768"/>
        <c:scaling>
          <c:orientation val="minMax"/>
          <c:max val="2.5"/>
          <c:min val="-2"/>
        </c:scaling>
        <c:delete val="0"/>
        <c:axPos val="l"/>
        <c:majorGridlines>
          <c:spPr>
            <a:ln w="9525">
              <a:solidFill>
                <a:srgbClr val="DCE3E3"/>
              </a:solidFill>
              <a:prstDash val="solid"/>
            </a:ln>
          </c:spPr>
        </c:majorGridlines>
        <c:title>
          <c:tx>
            <c:rich>
              <a:bodyPr/>
              <a:lstStyle/>
              <a:p>
                <a:r>
                  <a:rPr lang="en-GB" sz="1500">
                    <a:solidFill>
                      <a:srgbClr val="526873"/>
                    </a:solidFill>
                    <a:latin typeface="DejaVu Sans"/>
                    <a:ea typeface="DejaVu Sans"/>
                    <a:cs typeface="DejaVu Sans"/>
                  </a:rPr>
                  <a:t>Declividade padronizada</a:t>
                </a:r>
              </a:p>
            </c:rich>
          </c:tx>
          <c:overlay val="0"/>
        </c:title>
        <c:numFmt formatCode="0.0" sourceLinked="1"/>
        <c:majorTickMark val="none"/>
        <c:minorTickMark val="none"/>
        <c:tickLblPos val="low"/>
        <c:spPr>
          <a:ln w="9525">
            <a:solidFill>
              <a:srgbClr val="526873"/>
            </a:solidFill>
            <a:prstDash val="solid"/>
          </a:ln>
        </c:spPr>
        <c:txPr>
          <a:bodyPr anchorCtr="1"/>
          <a:lstStyle/>
          <a:p>
            <a:pPr>
              <a:defRPr sz="1500">
                <a:solidFill>
                  <a:srgbClr val="526873"/>
                </a:solidFill>
                <a:latin typeface="DejaVu Sans"/>
                <a:ea typeface="DejaVu Sans"/>
                <a:cs typeface="DejaVu Sans"/>
              </a:defRPr>
            </a:pPr>
            <a:endParaRPr lang="en-US"/>
          </a:p>
        </c:txPr>
        <c:crossAx val="48650112"/>
        <c:crossesAt val="-2"/>
        <c:crossBetween val="midCat"/>
        <c:majorUnit val="1"/>
      </c:valAx>
      <c:valAx>
        <c:axId val="48650112"/>
        <c:scaling>
          <c:orientation val="minMax"/>
          <c:max val="2.5"/>
          <c:min val="-2.5"/>
        </c:scaling>
        <c:delete val="0"/>
        <c:axPos val="b"/>
        <c:title>
          <c:tx>
            <c:rich>
              <a:bodyPr/>
              <a:lstStyle/>
              <a:p>
                <a:r>
                  <a:rPr lang="en-GB" sz="1500">
                    <a:solidFill>
                      <a:srgbClr val="526873"/>
                    </a:solidFill>
                    <a:latin typeface="DejaVu Sans"/>
                    <a:ea typeface="DejaVu Sans"/>
                    <a:cs typeface="DejaVu Sans"/>
                  </a:rPr>
                  <a:t>Precipitação padronizada</a:t>
                </a:r>
              </a:p>
            </c:rich>
          </c:tx>
          <c:overlay val="0"/>
        </c:title>
        <c:numFmt formatCode="General" sourceLinked="1"/>
        <c:majorTickMark val="none"/>
        <c:minorTickMark val="none"/>
        <c:tickLblPos val="low"/>
        <c:spPr>
          <a:ln w="9525">
            <a:solidFill>
              <a:srgbClr val="526873"/>
            </a:solidFill>
            <a:prstDash val="solid"/>
          </a:ln>
        </c:spPr>
        <c:txPr>
          <a:bodyPr anchorCtr="1"/>
          <a:lstStyle/>
          <a:p>
            <a:pPr>
              <a:defRPr sz="1500">
                <a:solidFill>
                  <a:srgbClr val="526873"/>
                </a:solidFill>
                <a:latin typeface="DejaVu Sans"/>
                <a:ea typeface="DejaVu Sans"/>
                <a:cs typeface="DejaVu Sans"/>
              </a:defRPr>
            </a:pPr>
            <a:endParaRPr lang="en-US"/>
          </a:p>
        </c:txPr>
        <c:crossAx val="48672768"/>
        <c:crossesAt val="-2.5"/>
        <c:crossBetween val="midCat"/>
        <c:majorUnit val="1"/>
      </c:valAx>
      <c:spPr>
        <a:solidFill>
          <a:srgbClr val="F7F8F5"/>
        </a:solidFill>
        <a:ln w="0">
          <a:noFill/>
          <a:prstDash val="solid"/>
        </a:ln>
      </c:spPr>
    </c:plotArea>
    <c:plotVisOnly val="1"/>
    <c:dispBlanksAs val="zero"/>
    <c:showDLblsOverMax val="1"/>
  </c:chart>
  <c:spPr>
    <a:solidFill>
      <a:srgbClr val="F7F8F5"/>
    </a:solidFill>
    <a:ln w="0">
      <a:noFill/>
      <a:prstDash val="solid"/>
    </a:ln>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μ = 40</c:v>
          </c:tx>
          <c:spPr>
            <a:ln w="28575">
              <a:solidFill>
                <a:srgbClr val="087F88"/>
              </a:solidFill>
              <a:prstDash val="solid"/>
            </a:ln>
          </c:spPr>
          <c:marker>
            <c:symbol val="none"/>
          </c:marker>
          <c:xVal>
            <c:numRef>
              <c:f>'Chart Data'!$A$2:$A$107</c:f>
              <c:numCache>
                <c:formatCode>General</c:formatCode>
                <c:ptCount val="106"/>
                <c:pt idx="0">
                  <c:v>9.8474656759499997</c:v>
                </c:pt>
                <c:pt idx="1">
                  <c:v>14.8433476084</c:v>
                </c:pt>
                <c:pt idx="2">
                  <c:v>16.942916398400001</c:v>
                </c:pt>
                <c:pt idx="3">
                  <c:v>18.392734241900001</c:v>
                </c:pt>
                <c:pt idx="4">
                  <c:v>19.534715964699998</c:v>
                </c:pt>
                <c:pt idx="5">
                  <c:v>20.493815779999998</c:v>
                </c:pt>
                <c:pt idx="6">
                  <c:v>21.330693026599999</c:v>
                </c:pt>
                <c:pt idx="7">
                  <c:v>22.0796997154</c:v>
                </c:pt>
                <c:pt idx="8">
                  <c:v>22.762305307999998</c:v>
                </c:pt>
                <c:pt idx="9">
                  <c:v>23.392886802</c:v>
                </c:pt>
                <c:pt idx="10">
                  <c:v>23.981577879500001</c:v>
                </c:pt>
                <c:pt idx="11">
                  <c:v>24.535810174400002</c:v>
                </c:pt>
                <c:pt idx="12">
                  <c:v>25.061209033899999</c:v>
                </c:pt>
                <c:pt idx="13">
                  <c:v>25.5621443195</c:v>
                </c:pt>
                <c:pt idx="14">
                  <c:v>26.042084884800001</c:v>
                </c:pt>
                <c:pt idx="15">
                  <c:v>26.5038354613</c:v>
                </c:pt>
                <c:pt idx="16">
                  <c:v>26.949700052499999</c:v>
                </c:pt>
                <c:pt idx="17">
                  <c:v>27.381597725700001</c:v>
                </c:pt>
                <c:pt idx="18">
                  <c:v>27.801146606500001</c:v>
                </c:pt>
                <c:pt idx="19">
                  <c:v>28.2097260633</c:v>
                </c:pt>
                <c:pt idx="20">
                  <c:v>28.608523580899998</c:v>
                </c:pt>
                <c:pt idx="21">
                  <c:v>28.998570661500001</c:v>
                </c:pt>
                <c:pt idx="22">
                  <c:v>29.380770719699999</c:v>
                </c:pt>
                <c:pt idx="23">
                  <c:v>29.755921037299998</c:v>
                </c:pt>
                <c:pt idx="24">
                  <c:v>30.124730249500001</c:v>
                </c:pt>
                <c:pt idx="25">
                  <c:v>30.487832420499998</c:v>
                </c:pt>
                <c:pt idx="26">
                  <c:v>30.845798489</c:v>
                </c:pt>
                <c:pt idx="27">
                  <c:v>31.199145659100001</c:v>
                </c:pt>
                <c:pt idx="28">
                  <c:v>31.5483451737</c:v>
                </c:pt>
                <c:pt idx="29">
                  <c:v>31.8938288007</c:v>
                </c:pt>
                <c:pt idx="30">
                  <c:v>32.235994287899999</c:v>
                </c:pt>
                <c:pt idx="31">
                  <c:v>32.575209984099999</c:v>
                </c:pt>
                <c:pt idx="32">
                  <c:v>32.911818782499999</c:v>
                </c:pt>
                <c:pt idx="33">
                  <c:v>33.246141510400001</c:v>
                </c:pt>
                <c:pt idx="34">
                  <c:v>33.578479862000002</c:v>
                </c:pt>
                <c:pt idx="35">
                  <c:v>33.909118955499999</c:v>
                </c:pt>
                <c:pt idx="36">
                  <c:v>34.238329578200002</c:v>
                </c:pt>
                <c:pt idx="37">
                  <c:v>34.566370170799999</c:v>
                </c:pt>
                <c:pt idx="38">
                  <c:v>34.893488597800001</c:v>
                </c:pt>
                <c:pt idx="39">
                  <c:v>35.219923736399998</c:v>
                </c:pt>
                <c:pt idx="40">
                  <c:v>35.545906916600003</c:v>
                </c:pt>
                <c:pt idx="41">
                  <c:v>35.871663237699998</c:v>
                </c:pt>
                <c:pt idx="42">
                  <c:v>36.197412782900003</c:v>
                </c:pt>
                <c:pt idx="43">
                  <c:v>36.523371750599999</c:v>
                </c:pt>
                <c:pt idx="44">
                  <c:v>36.849753520599997</c:v>
                </c:pt>
                <c:pt idx="45">
                  <c:v>37.176769667999999</c:v>
                </c:pt>
                <c:pt idx="46">
                  <c:v>37.504630939800002</c:v>
                </c:pt>
                <c:pt idx="47">
                  <c:v>37.833548205699998</c:v>
                </c:pt>
                <c:pt idx="48">
                  <c:v>38.163733394499999</c:v>
                </c:pt>
                <c:pt idx="49">
                  <c:v>38.495400427699998</c:v>
                </c:pt>
                <c:pt idx="50">
                  <c:v>38.661857262700003</c:v>
                </c:pt>
                <c:pt idx="51">
                  <c:v>38.828766160999997</c:v>
                </c:pt>
                <c:pt idx="52">
                  <c:v>39.164051343200001</c:v>
                </c:pt>
                <c:pt idx="53">
                  <c:v>39.501481605800002</c:v>
                </c:pt>
                <c:pt idx="54">
                  <c:v>39.841288492300002</c:v>
                </c:pt>
                <c:pt idx="55">
                  <c:v>40.1837105416</c:v>
                </c:pt>
                <c:pt idx="56">
                  <c:v>40.528994436300003</c:v>
                </c:pt>
                <c:pt idx="57">
                  <c:v>40.877396233200002</c:v>
                </c:pt>
                <c:pt idx="58">
                  <c:v>41.229182688800002</c:v>
                </c:pt>
                <c:pt idx="59">
                  <c:v>41.584632701399997</c:v>
                </c:pt>
                <c:pt idx="60">
                  <c:v>41.944038887600001</c:v>
                </c:pt>
                <c:pt idx="61">
                  <c:v>42.307709318800001</c:v>
                </c:pt>
                <c:pt idx="62">
                  <c:v>42.675969444300001</c:v>
                </c:pt>
                <c:pt idx="63">
                  <c:v>43.049164233900001</c:v>
                </c:pt>
                <c:pt idx="64">
                  <c:v>43.427660577899999</c:v>
                </c:pt>
                <c:pt idx="65">
                  <c:v>43.811849988200002</c:v>
                </c:pt>
                <c:pt idx="66">
                  <c:v>44.202151656700003</c:v>
                </c:pt>
                <c:pt idx="67">
                  <c:v>44.599015931799997</c:v>
                </c:pt>
                <c:pt idx="68">
                  <c:v>45.002928294</c:v>
                </c:pt>
                <c:pt idx="69">
                  <c:v>45.414413921799998</c:v>
                </c:pt>
                <c:pt idx="70">
                  <c:v>45.8340429649</c:v>
                </c:pt>
                <c:pt idx="71">
                  <c:v>46.262436664799999</c:v>
                </c:pt>
                <c:pt idx="72">
                  <c:v>46.700274499300001</c:v>
                </c:pt>
                <c:pt idx="73">
                  <c:v>47.148302567999998</c:v>
                </c:pt>
                <c:pt idx="74">
                  <c:v>47.607343494399998</c:v>
                </c:pt>
                <c:pt idx="75">
                  <c:v>48.0783081919</c:v>
                </c:pt>
                <c:pt idx="76">
                  <c:v>48.562209938899997</c:v>
                </c:pt>
                <c:pt idx="77">
                  <c:v>49.060181335899998</c:v>
                </c:pt>
                <c:pt idx="78">
                  <c:v>49.573494892500001</c:v>
                </c:pt>
                <c:pt idx="79">
                  <c:v>50.103588226500001</c:v>
                </c:pt>
                <c:pt idx="80">
                  <c:v>50.652095186799997</c:v>
                </c:pt>
                <c:pt idx="81">
                  <c:v>50.831395890800003</c:v>
                </c:pt>
                <c:pt idx="82">
                  <c:v>51.2208846658</c:v>
                </c:pt>
                <c:pt idx="83">
                  <c:v>51.812109518900002</c:v>
                </c:pt>
                <c:pt idx="84">
                  <c:v>52.428268945500001</c:v>
                </c:pt>
                <c:pt idx="85">
                  <c:v>53.072289066300002</c:v>
                </c:pt>
                <c:pt idx="86">
                  <c:v>53.747628508399998</c:v>
                </c:pt>
                <c:pt idx="87">
                  <c:v>54.458418986700003</c:v>
                </c:pt>
                <c:pt idx="88">
                  <c:v>55.209655893499999</c:v>
                </c:pt>
                <c:pt idx="89">
                  <c:v>56.007462023099997</c:v>
                </c:pt>
                <c:pt idx="90">
                  <c:v>56.8594611603</c:v>
                </c:pt>
                <c:pt idx="91">
                  <c:v>57.775321866399999</c:v>
                </c:pt>
                <c:pt idx="92">
                  <c:v>58.024433975199997</c:v>
                </c:pt>
                <c:pt idx="93">
                  <c:v>58.767574595399999</c:v>
                </c:pt>
                <c:pt idx="94">
                  <c:v>59.852886885899999</c:v>
                </c:pt>
                <c:pt idx="95">
                  <c:v>61.054146683299997</c:v>
                </c:pt>
                <c:pt idx="96">
                  <c:v>62.404064289899999</c:v>
                </c:pt>
                <c:pt idx="97">
                  <c:v>63.951865116800001</c:v>
                </c:pt>
                <c:pt idx="98">
                  <c:v>64.341410363400001</c:v>
                </c:pt>
                <c:pt idx="99">
                  <c:v>65.776965920899997</c:v>
                </c:pt>
                <c:pt idx="100">
                  <c:v>68.020874191100006</c:v>
                </c:pt>
                <c:pt idx="101">
                  <c:v>70.9780484395</c:v>
                </c:pt>
                <c:pt idx="102">
                  <c:v>71.748233597500004</c:v>
                </c:pt>
                <c:pt idx="103">
                  <c:v>75.463783704500003</c:v>
                </c:pt>
                <c:pt idx="104">
                  <c:v>76.780343255199995</c:v>
                </c:pt>
                <c:pt idx="105">
                  <c:v>86.915623652099995</c:v>
                </c:pt>
              </c:numCache>
            </c:numRef>
          </c:xVal>
          <c:yVal>
            <c:numRef>
              <c:f>'Chart Data'!$B$2:$B$107</c:f>
              <c:numCache>
                <c:formatCode>0.00</c:formatCode>
                <c:ptCount val="106"/>
                <c:pt idx="0">
                  <c:v>2E-3</c:v>
                </c:pt>
                <c:pt idx="1">
                  <c:v>1.20606060606E-2</c:v>
                </c:pt>
                <c:pt idx="2">
                  <c:v>2.2121212121199999E-2</c:v>
                </c:pt>
                <c:pt idx="3">
                  <c:v>3.21818181818E-2</c:v>
                </c:pt>
                <c:pt idx="4">
                  <c:v>4.2242424242399997E-2</c:v>
                </c:pt>
                <c:pt idx="5">
                  <c:v>5.2303030303E-2</c:v>
                </c:pt>
                <c:pt idx="6">
                  <c:v>6.2363636363599997E-2</c:v>
                </c:pt>
                <c:pt idx="7">
                  <c:v>7.2424242424199994E-2</c:v>
                </c:pt>
                <c:pt idx="8">
                  <c:v>8.2484848484800005E-2</c:v>
                </c:pt>
                <c:pt idx="9">
                  <c:v>9.2545454545500005E-2</c:v>
                </c:pt>
                <c:pt idx="10">
                  <c:v>0.102606060606</c:v>
                </c:pt>
                <c:pt idx="11">
                  <c:v>0.112666666667</c:v>
                </c:pt>
                <c:pt idx="12">
                  <c:v>0.122727272727</c:v>
                </c:pt>
                <c:pt idx="13">
                  <c:v>0.132787878788</c:v>
                </c:pt>
                <c:pt idx="14">
                  <c:v>0.142848484848</c:v>
                </c:pt>
                <c:pt idx="15">
                  <c:v>0.15290909090900001</c:v>
                </c:pt>
                <c:pt idx="16">
                  <c:v>0.16296969696999999</c:v>
                </c:pt>
                <c:pt idx="17">
                  <c:v>0.17303030303</c:v>
                </c:pt>
                <c:pt idx="18">
                  <c:v>0.18309090909100001</c:v>
                </c:pt>
                <c:pt idx="19">
                  <c:v>0.19315151515199999</c:v>
                </c:pt>
                <c:pt idx="20">
                  <c:v>0.203212121212</c:v>
                </c:pt>
                <c:pt idx="21">
                  <c:v>0.21327272727300001</c:v>
                </c:pt>
                <c:pt idx="22">
                  <c:v>0.22333333333300001</c:v>
                </c:pt>
                <c:pt idx="23">
                  <c:v>0.23339393939399999</c:v>
                </c:pt>
                <c:pt idx="24">
                  <c:v>0.243454545455</c:v>
                </c:pt>
                <c:pt idx="25">
                  <c:v>0.25351515151499998</c:v>
                </c:pt>
                <c:pt idx="26">
                  <c:v>0.26357575757599999</c:v>
                </c:pt>
                <c:pt idx="27">
                  <c:v>0.27363636363600002</c:v>
                </c:pt>
                <c:pt idx="28">
                  <c:v>0.28369696969699998</c:v>
                </c:pt>
                <c:pt idx="29">
                  <c:v>0.29375757575799999</c:v>
                </c:pt>
                <c:pt idx="30">
                  <c:v>0.30381818181800002</c:v>
                </c:pt>
                <c:pt idx="31">
                  <c:v>0.31387878787899998</c:v>
                </c:pt>
                <c:pt idx="32">
                  <c:v>0.32393939393900001</c:v>
                </c:pt>
                <c:pt idx="33">
                  <c:v>0.33400000000000002</c:v>
                </c:pt>
                <c:pt idx="34">
                  <c:v>0.34406060606099997</c:v>
                </c:pt>
                <c:pt idx="35">
                  <c:v>0.35412121212100001</c:v>
                </c:pt>
                <c:pt idx="36">
                  <c:v>0.36418181818200002</c:v>
                </c:pt>
                <c:pt idx="37">
                  <c:v>0.37424242424199999</c:v>
                </c:pt>
                <c:pt idx="38">
                  <c:v>0.384303030303</c:v>
                </c:pt>
                <c:pt idx="39">
                  <c:v>0.39436363636400001</c:v>
                </c:pt>
                <c:pt idx="40">
                  <c:v>0.40442424242399999</c:v>
                </c:pt>
                <c:pt idx="41">
                  <c:v>0.414484848485</c:v>
                </c:pt>
                <c:pt idx="42">
                  <c:v>0.42454545454499998</c:v>
                </c:pt>
                <c:pt idx="43">
                  <c:v>0.43460606060599999</c:v>
                </c:pt>
                <c:pt idx="44">
                  <c:v>0.444666666667</c:v>
                </c:pt>
                <c:pt idx="45">
                  <c:v>0.45472727272699998</c:v>
                </c:pt>
                <c:pt idx="46">
                  <c:v>0.46478787878799999</c:v>
                </c:pt>
                <c:pt idx="47">
                  <c:v>0.47484848484800002</c:v>
                </c:pt>
                <c:pt idx="48">
                  <c:v>0.48490909090899997</c:v>
                </c:pt>
                <c:pt idx="49">
                  <c:v>0.49496969696999998</c:v>
                </c:pt>
                <c:pt idx="50">
                  <c:v>0.5</c:v>
                </c:pt>
                <c:pt idx="51">
                  <c:v>0.50503030302999996</c:v>
                </c:pt>
                <c:pt idx="52">
                  <c:v>0.51509090909099997</c:v>
                </c:pt>
                <c:pt idx="53">
                  <c:v>0.52515151515199998</c:v>
                </c:pt>
                <c:pt idx="54">
                  <c:v>0.53521212121200001</c:v>
                </c:pt>
                <c:pt idx="55">
                  <c:v>0.54527272727300002</c:v>
                </c:pt>
                <c:pt idx="56">
                  <c:v>0.55533333333299995</c:v>
                </c:pt>
                <c:pt idx="57">
                  <c:v>0.56539393939399996</c:v>
                </c:pt>
                <c:pt idx="58">
                  <c:v>0.57545454545499997</c:v>
                </c:pt>
                <c:pt idx="59">
                  <c:v>0.585515151515</c:v>
                </c:pt>
                <c:pt idx="60">
                  <c:v>0.59557575757600001</c:v>
                </c:pt>
                <c:pt idx="61">
                  <c:v>0.60563636363600004</c:v>
                </c:pt>
                <c:pt idx="62">
                  <c:v>0.61569696969700005</c:v>
                </c:pt>
                <c:pt idx="63">
                  <c:v>0.62575757575799995</c:v>
                </c:pt>
                <c:pt idx="64">
                  <c:v>0.63581818181799998</c:v>
                </c:pt>
                <c:pt idx="65">
                  <c:v>0.64587878787899999</c:v>
                </c:pt>
                <c:pt idx="66">
                  <c:v>0.65593939393900003</c:v>
                </c:pt>
                <c:pt idx="67">
                  <c:v>0.66600000000000004</c:v>
                </c:pt>
                <c:pt idx="68">
                  <c:v>0.67606060606100005</c:v>
                </c:pt>
                <c:pt idx="69">
                  <c:v>0.68612121212099997</c:v>
                </c:pt>
                <c:pt idx="70">
                  <c:v>0.69618181818199998</c:v>
                </c:pt>
                <c:pt idx="71">
                  <c:v>0.70624242424200001</c:v>
                </c:pt>
                <c:pt idx="72">
                  <c:v>0.71630303030300002</c:v>
                </c:pt>
                <c:pt idx="73">
                  <c:v>0.72636363636400003</c:v>
                </c:pt>
                <c:pt idx="74">
                  <c:v>0.73642424242399995</c:v>
                </c:pt>
                <c:pt idx="75">
                  <c:v>0.74648484848499996</c:v>
                </c:pt>
                <c:pt idx="76">
                  <c:v>0.756545454545</c:v>
                </c:pt>
                <c:pt idx="77">
                  <c:v>0.76660606060600001</c:v>
                </c:pt>
                <c:pt idx="78">
                  <c:v>0.77666666666700002</c:v>
                </c:pt>
                <c:pt idx="79">
                  <c:v>0.78672727272700005</c:v>
                </c:pt>
                <c:pt idx="80">
                  <c:v>0.79678787878799995</c:v>
                </c:pt>
                <c:pt idx="81">
                  <c:v>0.8</c:v>
                </c:pt>
                <c:pt idx="82">
                  <c:v>0.80684848484799998</c:v>
                </c:pt>
                <c:pt idx="83">
                  <c:v>0.81690909090899999</c:v>
                </c:pt>
                <c:pt idx="84">
                  <c:v>0.82696969697</c:v>
                </c:pt>
                <c:pt idx="85">
                  <c:v>0.83703030303000003</c:v>
                </c:pt>
                <c:pt idx="86">
                  <c:v>0.84709090909100004</c:v>
                </c:pt>
                <c:pt idx="87">
                  <c:v>0.85715151515200005</c:v>
                </c:pt>
                <c:pt idx="88">
                  <c:v>0.86721212121199998</c:v>
                </c:pt>
                <c:pt idx="89">
                  <c:v>0.87727272727299999</c:v>
                </c:pt>
                <c:pt idx="90">
                  <c:v>0.88733333333300002</c:v>
                </c:pt>
                <c:pt idx="91">
                  <c:v>0.89739393939400003</c:v>
                </c:pt>
                <c:pt idx="92">
                  <c:v>0.9</c:v>
                </c:pt>
                <c:pt idx="93">
                  <c:v>0.90745454545500004</c:v>
                </c:pt>
                <c:pt idx="94">
                  <c:v>0.91751515151499996</c:v>
                </c:pt>
                <c:pt idx="95">
                  <c:v>0.92757575757599997</c:v>
                </c:pt>
                <c:pt idx="96">
                  <c:v>0.937636363636</c:v>
                </c:pt>
                <c:pt idx="97">
                  <c:v>0.94769696969700001</c:v>
                </c:pt>
                <c:pt idx="98">
                  <c:v>0.95</c:v>
                </c:pt>
                <c:pt idx="99">
                  <c:v>0.95775757575800002</c:v>
                </c:pt>
                <c:pt idx="100">
                  <c:v>0.96781818181799995</c:v>
                </c:pt>
                <c:pt idx="101">
                  <c:v>0.97787878787899996</c:v>
                </c:pt>
                <c:pt idx="102">
                  <c:v>0.98</c:v>
                </c:pt>
                <c:pt idx="103">
                  <c:v>0.98793939393899999</c:v>
                </c:pt>
                <c:pt idx="104">
                  <c:v>0.99</c:v>
                </c:pt>
                <c:pt idx="105">
                  <c:v>0.998</c:v>
                </c:pt>
              </c:numCache>
            </c:numRef>
          </c:yVal>
          <c:smooth val="1"/>
          <c:extLst>
            <c:ext xmlns:c16="http://schemas.microsoft.com/office/drawing/2014/chart" uri="{C3380CC4-5D6E-409C-BE32-E72D297353CC}">
              <c16:uniqueId val="{00000000-994D-4892-ADFF-E00F0729CB19}"/>
            </c:ext>
          </c:extLst>
        </c:ser>
        <c:ser>
          <c:idx val="1"/>
          <c:order val="1"/>
          <c:tx>
            <c:v>μ = 80</c:v>
          </c:tx>
          <c:spPr>
            <a:ln w="28575">
              <a:solidFill>
                <a:srgbClr val="C47B23"/>
              </a:solidFill>
              <a:prstDash val="solid"/>
            </a:ln>
          </c:spPr>
          <c:marker>
            <c:symbol val="none"/>
          </c:marker>
          <c:xVal>
            <c:numRef>
              <c:f>'Chart Data'!$C$2:$C$107</c:f>
              <c:numCache>
                <c:formatCode>General</c:formatCode>
                <c:ptCount val="106"/>
                <c:pt idx="0">
                  <c:v>19.694931351899999</c:v>
                </c:pt>
                <c:pt idx="1">
                  <c:v>29.686695216699999</c:v>
                </c:pt>
                <c:pt idx="2">
                  <c:v>33.885832796700001</c:v>
                </c:pt>
                <c:pt idx="3">
                  <c:v>36.785468483899997</c:v>
                </c:pt>
                <c:pt idx="4">
                  <c:v>39.069431929399997</c:v>
                </c:pt>
                <c:pt idx="5">
                  <c:v>40.987631559999997</c:v>
                </c:pt>
                <c:pt idx="6">
                  <c:v>42.661386053199998</c:v>
                </c:pt>
                <c:pt idx="7">
                  <c:v>44.159399430900002</c:v>
                </c:pt>
                <c:pt idx="8">
                  <c:v>45.524610615900002</c:v>
                </c:pt>
                <c:pt idx="9">
                  <c:v>46.785773603999999</c:v>
                </c:pt>
                <c:pt idx="10">
                  <c:v>47.963155759099998</c:v>
                </c:pt>
                <c:pt idx="11">
                  <c:v>49.071620348800003</c:v>
                </c:pt>
                <c:pt idx="12">
                  <c:v>50.122418067799998</c:v>
                </c:pt>
                <c:pt idx="13">
                  <c:v>51.124288638899998</c:v>
                </c:pt>
                <c:pt idx="14">
                  <c:v>52.084169769699997</c:v>
                </c:pt>
                <c:pt idx="15">
                  <c:v>53.007670922499997</c:v>
                </c:pt>
                <c:pt idx="16">
                  <c:v>53.899400104900003</c:v>
                </c:pt>
                <c:pt idx="17">
                  <c:v>54.763195451400001</c:v>
                </c:pt>
                <c:pt idx="18">
                  <c:v>55.602293212900001</c:v>
                </c:pt>
                <c:pt idx="19">
                  <c:v>56.4194521266</c:v>
                </c:pt>
                <c:pt idx="20">
                  <c:v>57.217047161700002</c:v>
                </c:pt>
                <c:pt idx="21">
                  <c:v>57.997141323100003</c:v>
                </c:pt>
                <c:pt idx="22">
                  <c:v>58.761541439399998</c:v>
                </c:pt>
                <c:pt idx="23">
                  <c:v>59.511842074699999</c:v>
                </c:pt>
                <c:pt idx="24">
                  <c:v>60.2494604989</c:v>
                </c:pt>
                <c:pt idx="25">
                  <c:v>60.975664840999997</c:v>
                </c:pt>
                <c:pt idx="26">
                  <c:v>61.691596978</c:v>
                </c:pt>
                <c:pt idx="27">
                  <c:v>62.398291318200002</c:v>
                </c:pt>
                <c:pt idx="28">
                  <c:v>63.096690347299997</c:v>
                </c:pt>
                <c:pt idx="29">
                  <c:v>63.787657601399999</c:v>
                </c:pt>
                <c:pt idx="30">
                  <c:v>64.471988575799998</c:v>
                </c:pt>
                <c:pt idx="31">
                  <c:v>65.150419968099996</c:v>
                </c:pt>
                <c:pt idx="32">
                  <c:v>65.823637564999999</c:v>
                </c:pt>
                <c:pt idx="33">
                  <c:v>66.492283020800002</c:v>
                </c:pt>
                <c:pt idx="34">
                  <c:v>67.156959723900002</c:v>
                </c:pt>
                <c:pt idx="35">
                  <c:v>67.818237911099999</c:v>
                </c:pt>
                <c:pt idx="36">
                  <c:v>68.476659156300002</c:v>
                </c:pt>
                <c:pt idx="37">
                  <c:v>69.132740341599998</c:v>
                </c:pt>
                <c:pt idx="38">
                  <c:v>69.786977195600002</c:v>
                </c:pt>
                <c:pt idx="39">
                  <c:v>70.439847472699995</c:v>
                </c:pt>
                <c:pt idx="40">
                  <c:v>71.091813833100005</c:v>
                </c:pt>
                <c:pt idx="41">
                  <c:v>71.743326475399996</c:v>
                </c:pt>
                <c:pt idx="42">
                  <c:v>72.394825565700003</c:v>
                </c:pt>
                <c:pt idx="43">
                  <c:v>73.046743501199998</c:v>
                </c:pt>
                <c:pt idx="44">
                  <c:v>73.699507041199993</c:v>
                </c:pt>
                <c:pt idx="45">
                  <c:v>74.353539335999997</c:v>
                </c:pt>
                <c:pt idx="46">
                  <c:v>75.009261879700006</c:v>
                </c:pt>
                <c:pt idx="47">
                  <c:v>75.667096411399996</c:v>
                </c:pt>
                <c:pt idx="48">
                  <c:v>76.327466788899997</c:v>
                </c:pt>
                <c:pt idx="49">
                  <c:v>76.990800855399996</c:v>
                </c:pt>
                <c:pt idx="50">
                  <c:v>77.323714525400007</c:v>
                </c:pt>
                <c:pt idx="51">
                  <c:v>77.657532321900007</c:v>
                </c:pt>
                <c:pt idx="52">
                  <c:v>78.328102686400001</c:v>
                </c:pt>
                <c:pt idx="53">
                  <c:v>79.002963211500003</c:v>
                </c:pt>
                <c:pt idx="54">
                  <c:v>79.682576984600004</c:v>
                </c:pt>
                <c:pt idx="55">
                  <c:v>80.3674210832</c:v>
                </c:pt>
                <c:pt idx="56">
                  <c:v>81.057988872699994</c:v>
                </c:pt>
                <c:pt idx="57">
                  <c:v>81.754792466300003</c:v>
                </c:pt>
                <c:pt idx="58">
                  <c:v>82.458365377600003</c:v>
                </c:pt>
                <c:pt idx="59">
                  <c:v>83.169265402799994</c:v>
                </c:pt>
                <c:pt idx="60">
                  <c:v>83.888077775200003</c:v>
                </c:pt>
                <c:pt idx="61">
                  <c:v>84.615418637600001</c:v>
                </c:pt>
                <c:pt idx="62">
                  <c:v>85.351938888600003</c:v>
                </c:pt>
                <c:pt idx="63">
                  <c:v>86.098328467900004</c:v>
                </c:pt>
                <c:pt idx="64">
                  <c:v>86.855321155799999</c:v>
                </c:pt>
                <c:pt idx="65">
                  <c:v>87.623699976500006</c:v>
                </c:pt>
                <c:pt idx="66">
                  <c:v>88.404303313400007</c:v>
                </c:pt>
                <c:pt idx="67">
                  <c:v>89.198031863699995</c:v>
                </c:pt>
                <c:pt idx="68">
                  <c:v>90.005856588100002</c:v>
                </c:pt>
                <c:pt idx="69">
                  <c:v>90.828827843699997</c:v>
                </c:pt>
                <c:pt idx="70">
                  <c:v>91.668085929699998</c:v>
                </c:pt>
                <c:pt idx="71">
                  <c:v>92.524873329499997</c:v>
                </c:pt>
                <c:pt idx="72">
                  <c:v>93.4005489985</c:v>
                </c:pt>
                <c:pt idx="73">
                  <c:v>94.296605135999997</c:v>
                </c:pt>
                <c:pt idx="74">
                  <c:v>95.214686988799997</c:v>
                </c:pt>
                <c:pt idx="75">
                  <c:v>96.156616383799999</c:v>
                </c:pt>
                <c:pt idx="76">
                  <c:v>97.124419877700007</c:v>
                </c:pt>
                <c:pt idx="77">
                  <c:v>98.120362671799995</c:v>
                </c:pt>
                <c:pt idx="78">
                  <c:v>99.146989785000002</c:v>
                </c:pt>
                <c:pt idx="79">
                  <c:v>100.207176453</c:v>
                </c:pt>
                <c:pt idx="80">
                  <c:v>101.304190374</c:v>
                </c:pt>
                <c:pt idx="81">
                  <c:v>101.662791782</c:v>
                </c:pt>
                <c:pt idx="82">
                  <c:v>102.44176933200001</c:v>
                </c:pt>
                <c:pt idx="83">
                  <c:v>103.62421903800001</c:v>
                </c:pt>
                <c:pt idx="84">
                  <c:v>104.856537891</c:v>
                </c:pt>
                <c:pt idx="85">
                  <c:v>106.144578133</c:v>
                </c:pt>
                <c:pt idx="86">
                  <c:v>107.495257017</c:v>
                </c:pt>
                <c:pt idx="87">
                  <c:v>108.916837973</c:v>
                </c:pt>
                <c:pt idx="88">
                  <c:v>110.419311787</c:v>
                </c:pt>
                <c:pt idx="89">
                  <c:v>112.014924046</c:v>
                </c:pt>
                <c:pt idx="90">
                  <c:v>113.71892232099999</c:v>
                </c:pt>
                <c:pt idx="91">
                  <c:v>115.550643733</c:v>
                </c:pt>
                <c:pt idx="92">
                  <c:v>116.04886795</c:v>
                </c:pt>
                <c:pt idx="93">
                  <c:v>117.535149191</c:v>
                </c:pt>
                <c:pt idx="94">
                  <c:v>119.705773772</c:v>
                </c:pt>
                <c:pt idx="95">
                  <c:v>122.108293367</c:v>
                </c:pt>
                <c:pt idx="96">
                  <c:v>124.80812858</c:v>
                </c:pt>
                <c:pt idx="97">
                  <c:v>127.90373023399999</c:v>
                </c:pt>
                <c:pt idx="98">
                  <c:v>128.68282072700001</c:v>
                </c:pt>
                <c:pt idx="99">
                  <c:v>131.553931842</c:v>
                </c:pt>
                <c:pt idx="100">
                  <c:v>136.04174838200001</c:v>
                </c:pt>
                <c:pt idx="101">
                  <c:v>141.956096879</c:v>
                </c:pt>
                <c:pt idx="102">
                  <c:v>143.49646719500001</c:v>
                </c:pt>
                <c:pt idx="103">
                  <c:v>150.92756740900001</c:v>
                </c:pt>
                <c:pt idx="104">
                  <c:v>153.56068651000001</c:v>
                </c:pt>
                <c:pt idx="105">
                  <c:v>173.83124730399999</c:v>
                </c:pt>
              </c:numCache>
            </c:numRef>
          </c:xVal>
          <c:yVal>
            <c:numRef>
              <c:f>'Chart Data'!$D$2:$D$107</c:f>
              <c:numCache>
                <c:formatCode>0.00</c:formatCode>
                <c:ptCount val="106"/>
                <c:pt idx="0">
                  <c:v>2E-3</c:v>
                </c:pt>
                <c:pt idx="1">
                  <c:v>1.20606060606E-2</c:v>
                </c:pt>
                <c:pt idx="2">
                  <c:v>2.2121212121199999E-2</c:v>
                </c:pt>
                <c:pt idx="3">
                  <c:v>3.21818181818E-2</c:v>
                </c:pt>
                <c:pt idx="4">
                  <c:v>4.2242424242399997E-2</c:v>
                </c:pt>
                <c:pt idx="5">
                  <c:v>5.2303030303E-2</c:v>
                </c:pt>
                <c:pt idx="6">
                  <c:v>6.2363636363599997E-2</c:v>
                </c:pt>
                <c:pt idx="7">
                  <c:v>7.2424242424199994E-2</c:v>
                </c:pt>
                <c:pt idx="8">
                  <c:v>8.2484848484800005E-2</c:v>
                </c:pt>
                <c:pt idx="9">
                  <c:v>9.2545454545500005E-2</c:v>
                </c:pt>
                <c:pt idx="10">
                  <c:v>0.102606060606</c:v>
                </c:pt>
                <c:pt idx="11">
                  <c:v>0.112666666667</c:v>
                </c:pt>
                <c:pt idx="12">
                  <c:v>0.122727272727</c:v>
                </c:pt>
                <c:pt idx="13">
                  <c:v>0.132787878788</c:v>
                </c:pt>
                <c:pt idx="14">
                  <c:v>0.142848484848</c:v>
                </c:pt>
                <c:pt idx="15">
                  <c:v>0.15290909090900001</c:v>
                </c:pt>
                <c:pt idx="16">
                  <c:v>0.16296969696999999</c:v>
                </c:pt>
                <c:pt idx="17">
                  <c:v>0.17303030303</c:v>
                </c:pt>
                <c:pt idx="18">
                  <c:v>0.18309090909100001</c:v>
                </c:pt>
                <c:pt idx="19">
                  <c:v>0.19315151515199999</c:v>
                </c:pt>
                <c:pt idx="20">
                  <c:v>0.203212121212</c:v>
                </c:pt>
                <c:pt idx="21">
                  <c:v>0.21327272727300001</c:v>
                </c:pt>
                <c:pt idx="22">
                  <c:v>0.22333333333300001</c:v>
                </c:pt>
                <c:pt idx="23">
                  <c:v>0.23339393939399999</c:v>
                </c:pt>
                <c:pt idx="24">
                  <c:v>0.243454545455</c:v>
                </c:pt>
                <c:pt idx="25">
                  <c:v>0.25351515151499998</c:v>
                </c:pt>
                <c:pt idx="26">
                  <c:v>0.26357575757599999</c:v>
                </c:pt>
                <c:pt idx="27">
                  <c:v>0.27363636363600002</c:v>
                </c:pt>
                <c:pt idx="28">
                  <c:v>0.28369696969699998</c:v>
                </c:pt>
                <c:pt idx="29">
                  <c:v>0.29375757575799999</c:v>
                </c:pt>
                <c:pt idx="30">
                  <c:v>0.30381818181800002</c:v>
                </c:pt>
                <c:pt idx="31">
                  <c:v>0.31387878787899998</c:v>
                </c:pt>
                <c:pt idx="32">
                  <c:v>0.32393939393900001</c:v>
                </c:pt>
                <c:pt idx="33">
                  <c:v>0.33400000000000002</c:v>
                </c:pt>
                <c:pt idx="34">
                  <c:v>0.34406060606099997</c:v>
                </c:pt>
                <c:pt idx="35">
                  <c:v>0.35412121212100001</c:v>
                </c:pt>
                <c:pt idx="36">
                  <c:v>0.36418181818200002</c:v>
                </c:pt>
                <c:pt idx="37">
                  <c:v>0.37424242424199999</c:v>
                </c:pt>
                <c:pt idx="38">
                  <c:v>0.384303030303</c:v>
                </c:pt>
                <c:pt idx="39">
                  <c:v>0.39436363636400001</c:v>
                </c:pt>
                <c:pt idx="40">
                  <c:v>0.40442424242399999</c:v>
                </c:pt>
                <c:pt idx="41">
                  <c:v>0.414484848485</c:v>
                </c:pt>
                <c:pt idx="42">
                  <c:v>0.42454545454499998</c:v>
                </c:pt>
                <c:pt idx="43">
                  <c:v>0.43460606060599999</c:v>
                </c:pt>
                <c:pt idx="44">
                  <c:v>0.444666666667</c:v>
                </c:pt>
                <c:pt idx="45">
                  <c:v>0.45472727272699998</c:v>
                </c:pt>
                <c:pt idx="46">
                  <c:v>0.46478787878799999</c:v>
                </c:pt>
                <c:pt idx="47">
                  <c:v>0.47484848484800002</c:v>
                </c:pt>
                <c:pt idx="48">
                  <c:v>0.48490909090899997</c:v>
                </c:pt>
                <c:pt idx="49">
                  <c:v>0.49496969696999998</c:v>
                </c:pt>
                <c:pt idx="50">
                  <c:v>0.5</c:v>
                </c:pt>
                <c:pt idx="51">
                  <c:v>0.50503030302999996</c:v>
                </c:pt>
                <c:pt idx="52">
                  <c:v>0.51509090909099997</c:v>
                </c:pt>
                <c:pt idx="53">
                  <c:v>0.52515151515199998</c:v>
                </c:pt>
                <c:pt idx="54">
                  <c:v>0.53521212121200001</c:v>
                </c:pt>
                <c:pt idx="55">
                  <c:v>0.54527272727300002</c:v>
                </c:pt>
                <c:pt idx="56">
                  <c:v>0.55533333333299995</c:v>
                </c:pt>
                <c:pt idx="57">
                  <c:v>0.56539393939399996</c:v>
                </c:pt>
                <c:pt idx="58">
                  <c:v>0.57545454545499997</c:v>
                </c:pt>
                <c:pt idx="59">
                  <c:v>0.585515151515</c:v>
                </c:pt>
                <c:pt idx="60">
                  <c:v>0.59557575757600001</c:v>
                </c:pt>
                <c:pt idx="61">
                  <c:v>0.60563636363600004</c:v>
                </c:pt>
                <c:pt idx="62">
                  <c:v>0.61569696969700005</c:v>
                </c:pt>
                <c:pt idx="63">
                  <c:v>0.62575757575799995</c:v>
                </c:pt>
                <c:pt idx="64">
                  <c:v>0.63581818181799998</c:v>
                </c:pt>
                <c:pt idx="65">
                  <c:v>0.64587878787899999</c:v>
                </c:pt>
                <c:pt idx="66">
                  <c:v>0.65593939393900003</c:v>
                </c:pt>
                <c:pt idx="67">
                  <c:v>0.66600000000000004</c:v>
                </c:pt>
                <c:pt idx="68">
                  <c:v>0.67606060606100005</c:v>
                </c:pt>
                <c:pt idx="69">
                  <c:v>0.68612121212099997</c:v>
                </c:pt>
                <c:pt idx="70">
                  <c:v>0.69618181818199998</c:v>
                </c:pt>
                <c:pt idx="71">
                  <c:v>0.70624242424200001</c:v>
                </c:pt>
                <c:pt idx="72">
                  <c:v>0.71630303030300002</c:v>
                </c:pt>
                <c:pt idx="73">
                  <c:v>0.72636363636400003</c:v>
                </c:pt>
                <c:pt idx="74">
                  <c:v>0.73642424242399995</c:v>
                </c:pt>
                <c:pt idx="75">
                  <c:v>0.74648484848499996</c:v>
                </c:pt>
                <c:pt idx="76">
                  <c:v>0.756545454545</c:v>
                </c:pt>
                <c:pt idx="77">
                  <c:v>0.76660606060600001</c:v>
                </c:pt>
                <c:pt idx="78">
                  <c:v>0.77666666666700002</c:v>
                </c:pt>
                <c:pt idx="79">
                  <c:v>0.78672727272700005</c:v>
                </c:pt>
                <c:pt idx="80">
                  <c:v>0.79678787878799995</c:v>
                </c:pt>
                <c:pt idx="81">
                  <c:v>0.8</c:v>
                </c:pt>
                <c:pt idx="82">
                  <c:v>0.80684848484799998</c:v>
                </c:pt>
                <c:pt idx="83">
                  <c:v>0.81690909090899999</c:v>
                </c:pt>
                <c:pt idx="84">
                  <c:v>0.82696969697</c:v>
                </c:pt>
                <c:pt idx="85">
                  <c:v>0.83703030303000003</c:v>
                </c:pt>
                <c:pt idx="86">
                  <c:v>0.84709090909100004</c:v>
                </c:pt>
                <c:pt idx="87">
                  <c:v>0.85715151515200005</c:v>
                </c:pt>
                <c:pt idx="88">
                  <c:v>0.86721212121199998</c:v>
                </c:pt>
                <c:pt idx="89">
                  <c:v>0.87727272727299999</c:v>
                </c:pt>
                <c:pt idx="90">
                  <c:v>0.88733333333300002</c:v>
                </c:pt>
                <c:pt idx="91">
                  <c:v>0.89739393939400003</c:v>
                </c:pt>
                <c:pt idx="92">
                  <c:v>0.9</c:v>
                </c:pt>
                <c:pt idx="93">
                  <c:v>0.90745454545500004</c:v>
                </c:pt>
                <c:pt idx="94">
                  <c:v>0.91751515151499996</c:v>
                </c:pt>
                <c:pt idx="95">
                  <c:v>0.92757575757599997</c:v>
                </c:pt>
                <c:pt idx="96">
                  <c:v>0.937636363636</c:v>
                </c:pt>
                <c:pt idx="97">
                  <c:v>0.94769696969700001</c:v>
                </c:pt>
                <c:pt idx="98">
                  <c:v>0.95</c:v>
                </c:pt>
                <c:pt idx="99">
                  <c:v>0.95775757575800002</c:v>
                </c:pt>
                <c:pt idx="100">
                  <c:v>0.96781818181799995</c:v>
                </c:pt>
                <c:pt idx="101">
                  <c:v>0.97787878787899996</c:v>
                </c:pt>
                <c:pt idx="102">
                  <c:v>0.98</c:v>
                </c:pt>
                <c:pt idx="103">
                  <c:v>0.98793939393899999</c:v>
                </c:pt>
                <c:pt idx="104">
                  <c:v>0.99</c:v>
                </c:pt>
                <c:pt idx="105">
                  <c:v>0.998</c:v>
                </c:pt>
              </c:numCache>
            </c:numRef>
          </c:yVal>
          <c:smooth val="1"/>
          <c:extLst>
            <c:ext xmlns:c16="http://schemas.microsoft.com/office/drawing/2014/chart" uri="{C3380CC4-5D6E-409C-BE32-E72D297353CC}">
              <c16:uniqueId val="{00000001-994D-4892-ADFF-E00F0729CB19}"/>
            </c:ext>
          </c:extLst>
        </c:ser>
        <c:ser>
          <c:idx val="2"/>
          <c:order val="2"/>
          <c:tx>
            <c:v>μ = 140</c:v>
          </c:tx>
          <c:spPr>
            <a:ln w="28575">
              <a:solidFill>
                <a:srgbClr val="995A80"/>
              </a:solidFill>
              <a:prstDash val="solid"/>
            </a:ln>
          </c:spPr>
          <c:marker>
            <c:symbol val="none"/>
          </c:marker>
          <c:xVal>
            <c:numRef>
              <c:f>'Chart Data'!$E$2:$E$107</c:f>
              <c:numCache>
                <c:formatCode>General</c:formatCode>
                <c:ptCount val="106"/>
                <c:pt idx="0">
                  <c:v>34.466129865799999</c:v>
                </c:pt>
                <c:pt idx="1">
                  <c:v>51.951716629300002</c:v>
                </c:pt>
                <c:pt idx="2">
                  <c:v>59.300207394200001</c:v>
                </c:pt>
                <c:pt idx="3">
                  <c:v>64.3745698468</c:v>
                </c:pt>
                <c:pt idx="4">
                  <c:v>68.371505876399993</c:v>
                </c:pt>
                <c:pt idx="5">
                  <c:v>71.728355230000005</c:v>
                </c:pt>
                <c:pt idx="6">
                  <c:v>74.657425593100001</c:v>
                </c:pt>
                <c:pt idx="7">
                  <c:v>77.278949003999998</c:v>
                </c:pt>
                <c:pt idx="8">
                  <c:v>79.668068577900002</c:v>
                </c:pt>
                <c:pt idx="9">
                  <c:v>81.8751038069</c:v>
                </c:pt>
                <c:pt idx="10">
                  <c:v>83.935522578399997</c:v>
                </c:pt>
                <c:pt idx="11">
                  <c:v>85.875335610400001</c:v>
                </c:pt>
                <c:pt idx="12">
                  <c:v>87.714231618599996</c:v>
                </c:pt>
                <c:pt idx="13">
                  <c:v>89.467505118099993</c:v>
                </c:pt>
                <c:pt idx="14">
                  <c:v>91.147297097000006</c:v>
                </c:pt>
                <c:pt idx="15">
                  <c:v>92.763424114399996</c:v>
                </c:pt>
                <c:pt idx="16">
                  <c:v>94.323950183600004</c:v>
                </c:pt>
                <c:pt idx="17">
                  <c:v>95.835592039900007</c:v>
                </c:pt>
                <c:pt idx="18">
                  <c:v>97.304013122699999</c:v>
                </c:pt>
                <c:pt idx="19">
                  <c:v>98.734041221499993</c:v>
                </c:pt>
                <c:pt idx="20">
                  <c:v>100.129832533</c:v>
                </c:pt>
                <c:pt idx="21">
                  <c:v>101.49499731500001</c:v>
                </c:pt>
                <c:pt idx="22">
                  <c:v>102.83269751900001</c:v>
                </c:pt>
                <c:pt idx="23">
                  <c:v>104.145723631</c:v>
                </c:pt>
                <c:pt idx="24">
                  <c:v>105.436555873</c:v>
                </c:pt>
                <c:pt idx="25">
                  <c:v>106.707413472</c:v>
                </c:pt>
                <c:pt idx="26">
                  <c:v>107.96029471200001</c:v>
                </c:pt>
                <c:pt idx="27">
                  <c:v>109.197009807</c:v>
                </c:pt>
                <c:pt idx="28">
                  <c:v>110.41920810800001</c:v>
                </c:pt>
                <c:pt idx="29">
                  <c:v>111.628400802</c:v>
                </c:pt>
                <c:pt idx="30">
                  <c:v>112.825980008</c:v>
                </c:pt>
                <c:pt idx="31">
                  <c:v>114.013234944</c:v>
                </c:pt>
                <c:pt idx="32">
                  <c:v>115.19136573900001</c:v>
                </c:pt>
                <c:pt idx="33">
                  <c:v>116.36149528599999</c:v>
                </c:pt>
                <c:pt idx="34">
                  <c:v>117.524679517</c:v>
                </c:pt>
                <c:pt idx="35">
                  <c:v>118.681916344</c:v>
                </c:pt>
                <c:pt idx="36">
                  <c:v>119.834153524</c:v>
                </c:pt>
                <c:pt idx="37">
                  <c:v>120.98229559799999</c:v>
                </c:pt>
                <c:pt idx="38">
                  <c:v>122.127210092</c:v>
                </c:pt>
                <c:pt idx="39">
                  <c:v>123.269733077</c:v>
                </c:pt>
                <c:pt idx="40">
                  <c:v>124.410674208</c:v>
                </c:pt>
                <c:pt idx="41">
                  <c:v>125.550821332</c:v>
                </c:pt>
                <c:pt idx="42">
                  <c:v>126.69094474000001</c:v>
                </c:pt>
                <c:pt idx="43">
                  <c:v>127.83180112700001</c:v>
                </c:pt>
                <c:pt idx="44">
                  <c:v>128.97413732199999</c:v>
                </c:pt>
                <c:pt idx="45">
                  <c:v>130.11869383800001</c:v>
                </c:pt>
                <c:pt idx="46">
                  <c:v>131.26620828899999</c:v>
                </c:pt>
                <c:pt idx="47">
                  <c:v>132.41741872</c:v>
                </c:pt>
                <c:pt idx="48">
                  <c:v>133.57306688099999</c:v>
                </c:pt>
                <c:pt idx="49">
                  <c:v>134.73390149700001</c:v>
                </c:pt>
                <c:pt idx="50">
                  <c:v>135.31650041899999</c:v>
                </c:pt>
                <c:pt idx="51">
                  <c:v>135.90068156300001</c:v>
                </c:pt>
                <c:pt idx="52">
                  <c:v>137.07417970099999</c:v>
                </c:pt>
                <c:pt idx="53">
                  <c:v>138.25518561999999</c:v>
                </c:pt>
                <c:pt idx="54">
                  <c:v>139.44450972300001</c:v>
                </c:pt>
                <c:pt idx="55">
                  <c:v>140.642986896</c:v>
                </c:pt>
                <c:pt idx="56">
                  <c:v>141.85148052700001</c:v>
                </c:pt>
                <c:pt idx="57">
                  <c:v>143.07088681600001</c:v>
                </c:pt>
                <c:pt idx="58">
                  <c:v>144.30213941100001</c:v>
                </c:pt>
                <c:pt idx="59">
                  <c:v>145.54621445500001</c:v>
                </c:pt>
                <c:pt idx="60">
                  <c:v>146.80413610700001</c:v>
                </c:pt>
                <c:pt idx="61">
                  <c:v>148.07698261600001</c:v>
                </c:pt>
                <c:pt idx="62">
                  <c:v>149.36589305499999</c:v>
                </c:pt>
                <c:pt idx="63">
                  <c:v>150.67207481899999</c:v>
                </c:pt>
                <c:pt idx="64">
                  <c:v>151.99681202299999</c:v>
                </c:pt>
                <c:pt idx="65">
                  <c:v>153.34147495900001</c:v>
                </c:pt>
                <c:pt idx="66">
                  <c:v>154.70753079799999</c:v>
                </c:pt>
                <c:pt idx="67">
                  <c:v>156.09655576099999</c:v>
                </c:pt>
                <c:pt idx="68">
                  <c:v>157.51024902899999</c:v>
                </c:pt>
                <c:pt idx="69">
                  <c:v>158.95044872599999</c:v>
                </c:pt>
                <c:pt idx="70">
                  <c:v>160.41915037699999</c:v>
                </c:pt>
                <c:pt idx="71">
                  <c:v>161.91852832699999</c:v>
                </c:pt>
                <c:pt idx="72">
                  <c:v>163.45096074700001</c:v>
                </c:pt>
                <c:pt idx="73">
                  <c:v>165.01905898800001</c:v>
                </c:pt>
                <c:pt idx="74">
                  <c:v>166.62570223</c:v>
                </c:pt>
                <c:pt idx="75">
                  <c:v>168.274078672</c:v>
                </c:pt>
                <c:pt idx="76">
                  <c:v>169.96773478599999</c:v>
                </c:pt>
                <c:pt idx="77">
                  <c:v>171.71063467600001</c:v>
                </c:pt>
                <c:pt idx="78">
                  <c:v>173.50723212400001</c:v>
                </c:pt>
                <c:pt idx="79">
                  <c:v>175.36255879300001</c:v>
                </c:pt>
                <c:pt idx="80">
                  <c:v>177.28233315400001</c:v>
                </c:pt>
                <c:pt idx="81">
                  <c:v>177.909885618</c:v>
                </c:pt>
                <c:pt idx="82">
                  <c:v>179.27309632999999</c:v>
                </c:pt>
                <c:pt idx="83">
                  <c:v>181.342383316</c:v>
                </c:pt>
                <c:pt idx="84">
                  <c:v>183.498941309</c:v>
                </c:pt>
                <c:pt idx="85">
                  <c:v>185.753011732</c:v>
                </c:pt>
                <c:pt idx="86">
                  <c:v>188.11669977899999</c:v>
                </c:pt>
                <c:pt idx="87">
                  <c:v>190.60446645299999</c:v>
                </c:pt>
                <c:pt idx="88">
                  <c:v>193.23379562700001</c:v>
                </c:pt>
                <c:pt idx="89">
                  <c:v>196.026117081</c:v>
                </c:pt>
                <c:pt idx="90">
                  <c:v>199.00811406099999</c:v>
                </c:pt>
                <c:pt idx="91">
                  <c:v>202.21362653200001</c:v>
                </c:pt>
                <c:pt idx="92">
                  <c:v>203.08551891299999</c:v>
                </c:pt>
                <c:pt idx="93">
                  <c:v>205.68651108399999</c:v>
                </c:pt>
                <c:pt idx="94">
                  <c:v>209.48510410099999</c:v>
                </c:pt>
                <c:pt idx="95">
                  <c:v>213.68951339099999</c:v>
                </c:pt>
                <c:pt idx="96">
                  <c:v>218.414225015</c:v>
                </c:pt>
                <c:pt idx="97">
                  <c:v>223.83152790899999</c:v>
                </c:pt>
                <c:pt idx="98">
                  <c:v>225.19493627200001</c:v>
                </c:pt>
                <c:pt idx="99">
                  <c:v>230.219380723</c:v>
                </c:pt>
                <c:pt idx="100">
                  <c:v>238.073059669</c:v>
                </c:pt>
                <c:pt idx="101">
                  <c:v>248.423169538</c:v>
                </c:pt>
                <c:pt idx="102">
                  <c:v>251.11881759100001</c:v>
                </c:pt>
                <c:pt idx="103">
                  <c:v>264.12324296600002</c:v>
                </c:pt>
                <c:pt idx="104">
                  <c:v>268.73120139299999</c:v>
                </c:pt>
                <c:pt idx="105">
                  <c:v>304.20468278200002</c:v>
                </c:pt>
              </c:numCache>
            </c:numRef>
          </c:xVal>
          <c:yVal>
            <c:numRef>
              <c:f>'Chart Data'!$F$2:$F$107</c:f>
              <c:numCache>
                <c:formatCode>0.00</c:formatCode>
                <c:ptCount val="106"/>
                <c:pt idx="0">
                  <c:v>2E-3</c:v>
                </c:pt>
                <c:pt idx="1">
                  <c:v>1.20606060606E-2</c:v>
                </c:pt>
                <c:pt idx="2">
                  <c:v>2.2121212121199999E-2</c:v>
                </c:pt>
                <c:pt idx="3">
                  <c:v>3.21818181818E-2</c:v>
                </c:pt>
                <c:pt idx="4">
                  <c:v>4.2242424242399997E-2</c:v>
                </c:pt>
                <c:pt idx="5">
                  <c:v>5.2303030303E-2</c:v>
                </c:pt>
                <c:pt idx="6">
                  <c:v>6.2363636363599997E-2</c:v>
                </c:pt>
                <c:pt idx="7">
                  <c:v>7.2424242424199994E-2</c:v>
                </c:pt>
                <c:pt idx="8">
                  <c:v>8.2484848484800005E-2</c:v>
                </c:pt>
                <c:pt idx="9">
                  <c:v>9.2545454545500005E-2</c:v>
                </c:pt>
                <c:pt idx="10">
                  <c:v>0.102606060606</c:v>
                </c:pt>
                <c:pt idx="11">
                  <c:v>0.112666666667</c:v>
                </c:pt>
                <c:pt idx="12">
                  <c:v>0.122727272727</c:v>
                </c:pt>
                <c:pt idx="13">
                  <c:v>0.132787878788</c:v>
                </c:pt>
                <c:pt idx="14">
                  <c:v>0.142848484848</c:v>
                </c:pt>
                <c:pt idx="15">
                  <c:v>0.15290909090900001</c:v>
                </c:pt>
                <c:pt idx="16">
                  <c:v>0.16296969696999999</c:v>
                </c:pt>
                <c:pt idx="17">
                  <c:v>0.17303030303</c:v>
                </c:pt>
                <c:pt idx="18">
                  <c:v>0.18309090909100001</c:v>
                </c:pt>
                <c:pt idx="19">
                  <c:v>0.19315151515199999</c:v>
                </c:pt>
                <c:pt idx="20">
                  <c:v>0.203212121212</c:v>
                </c:pt>
                <c:pt idx="21">
                  <c:v>0.21327272727300001</c:v>
                </c:pt>
                <c:pt idx="22">
                  <c:v>0.22333333333300001</c:v>
                </c:pt>
                <c:pt idx="23">
                  <c:v>0.23339393939399999</c:v>
                </c:pt>
                <c:pt idx="24">
                  <c:v>0.243454545455</c:v>
                </c:pt>
                <c:pt idx="25">
                  <c:v>0.25351515151499998</c:v>
                </c:pt>
                <c:pt idx="26">
                  <c:v>0.26357575757599999</c:v>
                </c:pt>
                <c:pt idx="27">
                  <c:v>0.27363636363600002</c:v>
                </c:pt>
                <c:pt idx="28">
                  <c:v>0.28369696969699998</c:v>
                </c:pt>
                <c:pt idx="29">
                  <c:v>0.29375757575799999</c:v>
                </c:pt>
                <c:pt idx="30">
                  <c:v>0.30381818181800002</c:v>
                </c:pt>
                <c:pt idx="31">
                  <c:v>0.31387878787899998</c:v>
                </c:pt>
                <c:pt idx="32">
                  <c:v>0.32393939393900001</c:v>
                </c:pt>
                <c:pt idx="33">
                  <c:v>0.33400000000000002</c:v>
                </c:pt>
                <c:pt idx="34">
                  <c:v>0.34406060606099997</c:v>
                </c:pt>
                <c:pt idx="35">
                  <c:v>0.35412121212100001</c:v>
                </c:pt>
                <c:pt idx="36">
                  <c:v>0.36418181818200002</c:v>
                </c:pt>
                <c:pt idx="37">
                  <c:v>0.37424242424199999</c:v>
                </c:pt>
                <c:pt idx="38">
                  <c:v>0.384303030303</c:v>
                </c:pt>
                <c:pt idx="39">
                  <c:v>0.39436363636400001</c:v>
                </c:pt>
                <c:pt idx="40">
                  <c:v>0.40442424242399999</c:v>
                </c:pt>
                <c:pt idx="41">
                  <c:v>0.414484848485</c:v>
                </c:pt>
                <c:pt idx="42">
                  <c:v>0.42454545454499998</c:v>
                </c:pt>
                <c:pt idx="43">
                  <c:v>0.43460606060599999</c:v>
                </c:pt>
                <c:pt idx="44">
                  <c:v>0.444666666667</c:v>
                </c:pt>
                <c:pt idx="45">
                  <c:v>0.45472727272699998</c:v>
                </c:pt>
                <c:pt idx="46">
                  <c:v>0.46478787878799999</c:v>
                </c:pt>
                <c:pt idx="47">
                  <c:v>0.47484848484800002</c:v>
                </c:pt>
                <c:pt idx="48">
                  <c:v>0.48490909090899997</c:v>
                </c:pt>
                <c:pt idx="49">
                  <c:v>0.49496969696999998</c:v>
                </c:pt>
                <c:pt idx="50">
                  <c:v>0.5</c:v>
                </c:pt>
                <c:pt idx="51">
                  <c:v>0.50503030302999996</c:v>
                </c:pt>
                <c:pt idx="52">
                  <c:v>0.51509090909099997</c:v>
                </c:pt>
                <c:pt idx="53">
                  <c:v>0.52515151515199998</c:v>
                </c:pt>
                <c:pt idx="54">
                  <c:v>0.53521212121200001</c:v>
                </c:pt>
                <c:pt idx="55">
                  <c:v>0.54527272727300002</c:v>
                </c:pt>
                <c:pt idx="56">
                  <c:v>0.55533333333299995</c:v>
                </c:pt>
                <c:pt idx="57">
                  <c:v>0.56539393939399996</c:v>
                </c:pt>
                <c:pt idx="58">
                  <c:v>0.57545454545499997</c:v>
                </c:pt>
                <c:pt idx="59">
                  <c:v>0.585515151515</c:v>
                </c:pt>
                <c:pt idx="60">
                  <c:v>0.59557575757600001</c:v>
                </c:pt>
                <c:pt idx="61">
                  <c:v>0.60563636363600004</c:v>
                </c:pt>
                <c:pt idx="62">
                  <c:v>0.61569696969700005</c:v>
                </c:pt>
                <c:pt idx="63">
                  <c:v>0.62575757575799995</c:v>
                </c:pt>
                <c:pt idx="64">
                  <c:v>0.63581818181799998</c:v>
                </c:pt>
                <c:pt idx="65">
                  <c:v>0.64587878787899999</c:v>
                </c:pt>
                <c:pt idx="66">
                  <c:v>0.65593939393900003</c:v>
                </c:pt>
                <c:pt idx="67">
                  <c:v>0.66600000000000004</c:v>
                </c:pt>
                <c:pt idx="68">
                  <c:v>0.67606060606100005</c:v>
                </c:pt>
                <c:pt idx="69">
                  <c:v>0.68612121212099997</c:v>
                </c:pt>
                <c:pt idx="70">
                  <c:v>0.69618181818199998</c:v>
                </c:pt>
                <c:pt idx="71">
                  <c:v>0.70624242424200001</c:v>
                </c:pt>
                <c:pt idx="72">
                  <c:v>0.71630303030300002</c:v>
                </c:pt>
                <c:pt idx="73">
                  <c:v>0.72636363636400003</c:v>
                </c:pt>
                <c:pt idx="74">
                  <c:v>0.73642424242399995</c:v>
                </c:pt>
                <c:pt idx="75">
                  <c:v>0.74648484848499996</c:v>
                </c:pt>
                <c:pt idx="76">
                  <c:v>0.756545454545</c:v>
                </c:pt>
                <c:pt idx="77">
                  <c:v>0.76660606060600001</c:v>
                </c:pt>
                <c:pt idx="78">
                  <c:v>0.77666666666700002</c:v>
                </c:pt>
                <c:pt idx="79">
                  <c:v>0.78672727272700005</c:v>
                </c:pt>
                <c:pt idx="80">
                  <c:v>0.79678787878799995</c:v>
                </c:pt>
                <c:pt idx="81">
                  <c:v>0.8</c:v>
                </c:pt>
                <c:pt idx="82">
                  <c:v>0.80684848484799998</c:v>
                </c:pt>
                <c:pt idx="83">
                  <c:v>0.81690909090899999</c:v>
                </c:pt>
                <c:pt idx="84">
                  <c:v>0.82696969697</c:v>
                </c:pt>
                <c:pt idx="85">
                  <c:v>0.83703030303000003</c:v>
                </c:pt>
                <c:pt idx="86">
                  <c:v>0.84709090909100004</c:v>
                </c:pt>
                <c:pt idx="87">
                  <c:v>0.85715151515200005</c:v>
                </c:pt>
                <c:pt idx="88">
                  <c:v>0.86721212121199998</c:v>
                </c:pt>
                <c:pt idx="89">
                  <c:v>0.87727272727299999</c:v>
                </c:pt>
                <c:pt idx="90">
                  <c:v>0.88733333333300002</c:v>
                </c:pt>
                <c:pt idx="91">
                  <c:v>0.89739393939400003</c:v>
                </c:pt>
                <c:pt idx="92">
                  <c:v>0.9</c:v>
                </c:pt>
                <c:pt idx="93">
                  <c:v>0.90745454545500004</c:v>
                </c:pt>
                <c:pt idx="94">
                  <c:v>0.91751515151499996</c:v>
                </c:pt>
                <c:pt idx="95">
                  <c:v>0.92757575757599997</c:v>
                </c:pt>
                <c:pt idx="96">
                  <c:v>0.937636363636</c:v>
                </c:pt>
                <c:pt idx="97">
                  <c:v>0.94769696969700001</c:v>
                </c:pt>
                <c:pt idx="98">
                  <c:v>0.95</c:v>
                </c:pt>
                <c:pt idx="99">
                  <c:v>0.95775757575800002</c:v>
                </c:pt>
                <c:pt idx="100">
                  <c:v>0.96781818181799995</c:v>
                </c:pt>
                <c:pt idx="101">
                  <c:v>0.97787878787899996</c:v>
                </c:pt>
                <c:pt idx="102">
                  <c:v>0.98</c:v>
                </c:pt>
                <c:pt idx="103">
                  <c:v>0.98793939393899999</c:v>
                </c:pt>
                <c:pt idx="104">
                  <c:v>0.99</c:v>
                </c:pt>
                <c:pt idx="105">
                  <c:v>0.998</c:v>
                </c:pt>
              </c:numCache>
            </c:numRef>
          </c:yVal>
          <c:smooth val="1"/>
          <c:extLst>
            <c:ext xmlns:c16="http://schemas.microsoft.com/office/drawing/2014/chart" uri="{C3380CC4-5D6E-409C-BE32-E72D297353CC}">
              <c16:uniqueId val="{00000002-994D-4892-ADFF-E00F0729CB19}"/>
            </c:ext>
          </c:extLst>
        </c:ser>
        <c:dLbls>
          <c:showLegendKey val="0"/>
          <c:showVal val="0"/>
          <c:showCatName val="0"/>
          <c:showSerName val="0"/>
          <c:showPercent val="0"/>
          <c:showBubbleSize val="0"/>
        </c:dLbls>
        <c:axId val="48650112"/>
        <c:axId val="48672768"/>
      </c:scatterChart>
      <c:valAx>
        <c:axId val="48672768"/>
        <c:scaling>
          <c:orientation val="minMax"/>
          <c:max val="1"/>
          <c:min val="0"/>
        </c:scaling>
        <c:delete val="0"/>
        <c:axPos val="l"/>
        <c:majorGridlines>
          <c:spPr>
            <a:ln w="9525">
              <a:solidFill>
                <a:srgbClr val="DCE3E3"/>
              </a:solidFill>
              <a:prstDash val="solid"/>
            </a:ln>
          </c:spPr>
        </c:majorGridlines>
        <c:title>
          <c:tx>
            <c:rich>
              <a:bodyPr/>
              <a:lstStyle/>
              <a:p>
                <a:r>
                  <a:rPr lang="en-GB" sz="1350">
                    <a:solidFill>
                      <a:srgbClr val="526873"/>
                    </a:solidFill>
                    <a:latin typeface="DejaVu Sans"/>
                    <a:ea typeface="DejaVu Sans"/>
                    <a:cs typeface="DejaVu Sans"/>
                  </a:rPr>
                  <a:t>F: não excedência</a:t>
                </a:r>
              </a:p>
            </c:rich>
          </c:tx>
          <c:overlay val="0"/>
        </c:title>
        <c:numFmt formatCode="0.00" sourceLinked="1"/>
        <c:majorTickMark val="none"/>
        <c:minorTickMark val="none"/>
        <c:tickLblPos val="low"/>
        <c:spPr>
          <a:ln w="9525">
            <a:solidFill>
              <a:srgbClr val="526873"/>
            </a:solidFill>
            <a:prstDash val="solid"/>
          </a:ln>
        </c:spPr>
        <c:txPr>
          <a:bodyPr anchorCtr="1"/>
          <a:lstStyle/>
          <a:p>
            <a:pPr>
              <a:defRPr sz="1350">
                <a:solidFill>
                  <a:srgbClr val="526873"/>
                </a:solidFill>
                <a:latin typeface="DejaVu Sans"/>
                <a:ea typeface="DejaVu Sans"/>
                <a:cs typeface="DejaVu Sans"/>
              </a:defRPr>
            </a:pPr>
            <a:endParaRPr lang="en-US"/>
          </a:p>
        </c:txPr>
        <c:crossAx val="48650112"/>
        <c:crossesAt val="0"/>
        <c:crossBetween val="midCat"/>
        <c:majorUnit val="0.25"/>
      </c:valAx>
      <c:valAx>
        <c:axId val="48650112"/>
        <c:scaling>
          <c:orientation val="minMax"/>
          <c:max val="350"/>
          <c:min val="0"/>
        </c:scaling>
        <c:delete val="0"/>
        <c:axPos val="b"/>
        <c:title>
          <c:tx>
            <c:rich>
              <a:bodyPr/>
              <a:lstStyle/>
              <a:p>
                <a:r>
                  <a:rPr lang="pt-BR" sz="1350">
                    <a:solidFill>
                      <a:srgbClr val="526873"/>
                    </a:solidFill>
                    <a:latin typeface="DejaVu Sans"/>
                    <a:ea typeface="DejaVu Sans"/>
                    <a:cs typeface="DejaVu Sans"/>
                  </a:rPr>
                  <a:t>Vazão máxima diária anual (m³/s)</a:t>
                </a:r>
              </a:p>
            </c:rich>
          </c:tx>
          <c:overlay val="0"/>
        </c:title>
        <c:numFmt formatCode="General" sourceLinked="1"/>
        <c:majorTickMark val="none"/>
        <c:minorTickMark val="none"/>
        <c:tickLblPos val="low"/>
        <c:spPr>
          <a:ln w="9525">
            <a:solidFill>
              <a:srgbClr val="526873"/>
            </a:solidFill>
            <a:prstDash val="solid"/>
          </a:ln>
        </c:spPr>
        <c:txPr>
          <a:bodyPr anchorCtr="1"/>
          <a:lstStyle/>
          <a:p>
            <a:pPr>
              <a:defRPr sz="1350">
                <a:solidFill>
                  <a:srgbClr val="526873"/>
                </a:solidFill>
                <a:latin typeface="DejaVu Sans"/>
                <a:ea typeface="DejaVu Sans"/>
                <a:cs typeface="DejaVu Sans"/>
              </a:defRPr>
            </a:pPr>
            <a:endParaRPr lang="en-US"/>
          </a:p>
        </c:txPr>
        <c:crossAx val="48672768"/>
        <c:crossesAt val="0"/>
        <c:crossBetween val="midCat"/>
        <c:majorUnit val="100"/>
      </c:valAx>
      <c:spPr>
        <a:solidFill>
          <a:srgbClr val="F7F8F5"/>
        </a:solidFill>
        <a:ln w="0">
          <a:noFill/>
          <a:prstDash val="solid"/>
        </a:ln>
      </c:spPr>
    </c:plotArea>
    <c:plotVisOnly val="1"/>
    <c:dispBlanksAs val="zero"/>
    <c:showDLblsOverMax val="1"/>
  </c:chart>
  <c:spPr>
    <a:solidFill>
      <a:srgbClr val="F7F8F5"/>
    </a:solidFill>
    <a:ln w="0">
      <a:noFill/>
      <a:prstDash val="solid"/>
    </a:ln>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Curvas coincidentes</c:v>
          </c:tx>
          <c:spPr>
            <a:ln w="47625">
              <a:solidFill>
                <a:srgbClr val="087F88"/>
              </a:solidFill>
              <a:prstDash val="solid"/>
            </a:ln>
          </c:spPr>
          <c:marker>
            <c:symbol val="none"/>
          </c:marker>
          <c:xVal>
            <c:numRef>
              <c:f>'Chart Data'!$A$2:$A$107</c:f>
              <c:numCache>
                <c:formatCode>General</c:formatCode>
                <c:ptCount val="106"/>
                <c:pt idx="0">
                  <c:v>0.246186641899</c:v>
                </c:pt>
                <c:pt idx="1">
                  <c:v>0.37108369020900001</c:v>
                </c:pt>
                <c:pt idx="2">
                  <c:v>0.42357290995899999</c:v>
                </c:pt>
                <c:pt idx="3">
                  <c:v>0.45981835604900001</c:v>
                </c:pt>
                <c:pt idx="4">
                  <c:v>0.48836789911700001</c:v>
                </c:pt>
                <c:pt idx="5">
                  <c:v>0.51234539450000005</c:v>
                </c:pt>
                <c:pt idx="6">
                  <c:v>0.53326732566500001</c:v>
                </c:pt>
                <c:pt idx="7">
                  <c:v>0.55199249288600005</c:v>
                </c:pt>
                <c:pt idx="8">
                  <c:v>0.569057632699</c:v>
                </c:pt>
                <c:pt idx="9">
                  <c:v>0.58482217004899995</c:v>
                </c:pt>
                <c:pt idx="10">
                  <c:v>0.59953944698899997</c:v>
                </c:pt>
                <c:pt idx="11">
                  <c:v>0.61339525435999998</c:v>
                </c:pt>
                <c:pt idx="12">
                  <c:v>0.62653022584700002</c:v>
                </c:pt>
                <c:pt idx="13">
                  <c:v>0.63905360798599997</c:v>
                </c:pt>
                <c:pt idx="14">
                  <c:v>0.65105212212100005</c:v>
                </c:pt>
                <c:pt idx="15">
                  <c:v>0.66259588653199997</c:v>
                </c:pt>
                <c:pt idx="16">
                  <c:v>0.673742501311</c:v>
                </c:pt>
                <c:pt idx="17">
                  <c:v>0.68453994314199995</c:v>
                </c:pt>
                <c:pt idx="18">
                  <c:v>0.69502866516200001</c:v>
                </c:pt>
                <c:pt idx="19">
                  <c:v>0.70524315158200002</c:v>
                </c:pt>
                <c:pt idx="20">
                  <c:v>0.71521308952100004</c:v>
                </c:pt>
                <c:pt idx="21">
                  <c:v>0.72496426653900004</c:v>
                </c:pt>
                <c:pt idx="22">
                  <c:v>0.73451926799300005</c:v>
                </c:pt>
                <c:pt idx="23">
                  <c:v>0.74389802593300003</c:v>
                </c:pt>
                <c:pt idx="24">
                  <c:v>0.75311825623700002</c:v>
                </c:pt>
                <c:pt idx="25">
                  <c:v>0.762195810513</c:v>
                </c:pt>
                <c:pt idx="26">
                  <c:v>0.77114496222600004</c:v>
                </c:pt>
                <c:pt idx="27">
                  <c:v>0.779978641478</c:v>
                </c:pt>
                <c:pt idx="28">
                  <c:v>0.78870862934200003</c:v>
                </c:pt>
                <c:pt idx="29">
                  <c:v>0.79734572001699999</c:v>
                </c:pt>
                <c:pt idx="30">
                  <c:v>0.80589985719699997</c:v>
                </c:pt>
                <c:pt idx="31">
                  <c:v>0.81438024960199995</c:v>
                </c:pt>
                <c:pt idx="32">
                  <c:v>0.82279546956299998</c:v>
                </c:pt>
                <c:pt idx="33">
                  <c:v>0.83115353776000001</c:v>
                </c:pt>
                <c:pt idx="34">
                  <c:v>0.839461996549</c:v>
                </c:pt>
                <c:pt idx="35">
                  <c:v>0.84772797388900001</c:v>
                </c:pt>
                <c:pt idx="36">
                  <c:v>0.85595823945399996</c:v>
                </c:pt>
                <c:pt idx="37">
                  <c:v>0.86415925426999995</c:v>
                </c:pt>
                <c:pt idx="38">
                  <c:v>0.87233721494500005</c:v>
                </c:pt>
                <c:pt idx="39">
                  <c:v>0.88049809340899998</c:v>
                </c:pt>
                <c:pt idx="40">
                  <c:v>0.88864767291400004</c:v>
                </c:pt>
                <c:pt idx="41">
                  <c:v>0.89679158094199996</c:v>
                </c:pt>
                <c:pt idx="42">
                  <c:v>0.90493531957100004</c:v>
                </c:pt>
                <c:pt idx="43">
                  <c:v>0.913084293765</c:v>
                </c:pt>
                <c:pt idx="44">
                  <c:v>0.92124383801499998</c:v>
                </c:pt>
                <c:pt idx="45">
                  <c:v>0.92941924170000001</c:v>
                </c:pt>
                <c:pt idx="46">
                  <c:v>0.937615773496</c:v>
                </c:pt>
                <c:pt idx="47">
                  <c:v>0.94583870514299995</c:v>
                </c:pt>
                <c:pt idx="48">
                  <c:v>0.95409333486199999</c:v>
                </c:pt>
                <c:pt idx="49">
                  <c:v>0.96238501069299998</c:v>
                </c:pt>
                <c:pt idx="50">
                  <c:v>0.96654643156800002</c:v>
                </c:pt>
                <c:pt idx="51">
                  <c:v>0.970719154024</c:v>
                </c:pt>
                <c:pt idx="52">
                  <c:v>0.97910128358000004</c:v>
                </c:pt>
                <c:pt idx="53">
                  <c:v>0.98753704014400001</c:v>
                </c:pt>
                <c:pt idx="54">
                  <c:v>0.99603221230799999</c:v>
                </c:pt>
                <c:pt idx="55">
                  <c:v>1.00459276354</c:v>
                </c:pt>
                <c:pt idx="56">
                  <c:v>1.0132248609100001</c:v>
                </c:pt>
                <c:pt idx="57">
                  <c:v>1.02193490583</c:v>
                </c:pt>
                <c:pt idx="58">
                  <c:v>1.0307295672200001</c:v>
                </c:pt>
                <c:pt idx="59">
                  <c:v>1.0396158175300001</c:v>
                </c:pt>
                <c:pt idx="60">
                  <c:v>1.04860097219</c:v>
                </c:pt>
                <c:pt idx="61">
                  <c:v>1.0576927329700001</c:v>
                </c:pt>
                <c:pt idx="62">
                  <c:v>1.06689923611</c:v>
                </c:pt>
                <c:pt idx="63">
                  <c:v>1.07622910585</c:v>
                </c:pt>
                <c:pt idx="64">
                  <c:v>1.0856915144499999</c:v>
                </c:pt>
                <c:pt idx="65">
                  <c:v>1.0952962497100001</c:v>
                </c:pt>
                <c:pt idx="66">
                  <c:v>1.10505379142</c:v>
                </c:pt>
                <c:pt idx="67">
                  <c:v>1.1149753982999999</c:v>
                </c:pt>
                <c:pt idx="68">
                  <c:v>1.12507320735</c:v>
                </c:pt>
                <c:pt idx="69">
                  <c:v>1.1353603480500001</c:v>
                </c:pt>
                <c:pt idx="70">
                  <c:v>1.1458510741200001</c:v>
                </c:pt>
                <c:pt idx="71">
                  <c:v>1.1565609166199999</c:v>
                </c:pt>
                <c:pt idx="72">
                  <c:v>1.16750686248</c:v>
                </c:pt>
                <c:pt idx="73">
                  <c:v>1.1787075642</c:v>
                </c:pt>
                <c:pt idx="74">
                  <c:v>1.19018358736</c:v>
                </c:pt>
                <c:pt idx="75">
                  <c:v>1.2019577048000001</c:v>
                </c:pt>
                <c:pt idx="76">
                  <c:v>1.21405524847</c:v>
                </c:pt>
                <c:pt idx="77">
                  <c:v>1.2265045334</c:v>
                </c:pt>
                <c:pt idx="78">
                  <c:v>1.2393373723100001</c:v>
                </c:pt>
                <c:pt idx="79">
                  <c:v>1.2525897056599999</c:v>
                </c:pt>
                <c:pt idx="80">
                  <c:v>1.2663023796699999</c:v>
                </c:pt>
                <c:pt idx="81">
                  <c:v>1.27078489727</c:v>
                </c:pt>
                <c:pt idx="82">
                  <c:v>1.28052211664</c:v>
                </c:pt>
                <c:pt idx="83">
                  <c:v>1.29530273797</c:v>
                </c:pt>
                <c:pt idx="84">
                  <c:v>1.3107067236400001</c:v>
                </c:pt>
                <c:pt idx="85">
                  <c:v>1.3268072266599999</c:v>
                </c:pt>
                <c:pt idx="86">
                  <c:v>1.34369071271</c:v>
                </c:pt>
                <c:pt idx="87">
                  <c:v>1.3614604746700001</c:v>
                </c:pt>
                <c:pt idx="88">
                  <c:v>1.3802413973400001</c:v>
                </c:pt>
                <c:pt idx="89">
                  <c:v>1.40018655058</c:v>
                </c:pt>
                <c:pt idx="90">
                  <c:v>1.4214865290100001</c:v>
                </c:pt>
                <c:pt idx="91">
                  <c:v>1.4443830466600001</c:v>
                </c:pt>
                <c:pt idx="92">
                  <c:v>1.4506108493800001</c:v>
                </c:pt>
                <c:pt idx="93">
                  <c:v>1.4691893648800001</c:v>
                </c:pt>
                <c:pt idx="94">
                  <c:v>1.49632217215</c:v>
                </c:pt>
                <c:pt idx="95">
                  <c:v>1.52635366708</c:v>
                </c:pt>
                <c:pt idx="96">
                  <c:v>1.56010160725</c:v>
                </c:pt>
                <c:pt idx="97">
                  <c:v>1.5987966279200001</c:v>
                </c:pt>
                <c:pt idx="98">
                  <c:v>1.6085352590799999</c:v>
                </c:pt>
                <c:pt idx="99">
                  <c:v>1.6444241480199999</c:v>
                </c:pt>
                <c:pt idx="100">
                  <c:v>1.7005218547800001</c:v>
                </c:pt>
                <c:pt idx="101">
                  <c:v>1.7744512109899999</c:v>
                </c:pt>
                <c:pt idx="102">
                  <c:v>1.7937058399400001</c:v>
                </c:pt>
                <c:pt idx="103">
                  <c:v>1.8865945926100001</c:v>
                </c:pt>
                <c:pt idx="104">
                  <c:v>1.9195085813799999</c:v>
                </c:pt>
                <c:pt idx="105">
                  <c:v>2.1728905912999998</c:v>
                </c:pt>
              </c:numCache>
            </c:numRef>
          </c:xVal>
          <c:yVal>
            <c:numRef>
              <c:f>'Chart Data'!$B$2:$B$107</c:f>
              <c:numCache>
                <c:formatCode>0.00</c:formatCode>
                <c:ptCount val="106"/>
                <c:pt idx="0">
                  <c:v>2E-3</c:v>
                </c:pt>
                <c:pt idx="1">
                  <c:v>1.20606060606E-2</c:v>
                </c:pt>
                <c:pt idx="2">
                  <c:v>2.2121212121199999E-2</c:v>
                </c:pt>
                <c:pt idx="3">
                  <c:v>3.21818181818E-2</c:v>
                </c:pt>
                <c:pt idx="4">
                  <c:v>4.2242424242399997E-2</c:v>
                </c:pt>
                <c:pt idx="5">
                  <c:v>5.2303030303E-2</c:v>
                </c:pt>
                <c:pt idx="6">
                  <c:v>6.2363636363599997E-2</c:v>
                </c:pt>
                <c:pt idx="7">
                  <c:v>7.2424242424199994E-2</c:v>
                </c:pt>
                <c:pt idx="8">
                  <c:v>8.2484848484800005E-2</c:v>
                </c:pt>
                <c:pt idx="9">
                  <c:v>9.2545454545500005E-2</c:v>
                </c:pt>
                <c:pt idx="10">
                  <c:v>0.102606060606</c:v>
                </c:pt>
                <c:pt idx="11">
                  <c:v>0.112666666667</c:v>
                </c:pt>
                <c:pt idx="12">
                  <c:v>0.122727272727</c:v>
                </c:pt>
                <c:pt idx="13">
                  <c:v>0.132787878788</c:v>
                </c:pt>
                <c:pt idx="14">
                  <c:v>0.142848484848</c:v>
                </c:pt>
                <c:pt idx="15">
                  <c:v>0.15290909090900001</c:v>
                </c:pt>
                <c:pt idx="16">
                  <c:v>0.16296969696999999</c:v>
                </c:pt>
                <c:pt idx="17">
                  <c:v>0.17303030303</c:v>
                </c:pt>
                <c:pt idx="18">
                  <c:v>0.18309090909100001</c:v>
                </c:pt>
                <c:pt idx="19">
                  <c:v>0.19315151515199999</c:v>
                </c:pt>
                <c:pt idx="20">
                  <c:v>0.203212121212</c:v>
                </c:pt>
                <c:pt idx="21">
                  <c:v>0.21327272727300001</c:v>
                </c:pt>
                <c:pt idx="22">
                  <c:v>0.22333333333300001</c:v>
                </c:pt>
                <c:pt idx="23">
                  <c:v>0.23339393939399999</c:v>
                </c:pt>
                <c:pt idx="24">
                  <c:v>0.243454545455</c:v>
                </c:pt>
                <c:pt idx="25">
                  <c:v>0.25351515151499998</c:v>
                </c:pt>
                <c:pt idx="26">
                  <c:v>0.26357575757599999</c:v>
                </c:pt>
                <c:pt idx="27">
                  <c:v>0.27363636363600002</c:v>
                </c:pt>
                <c:pt idx="28">
                  <c:v>0.28369696969699998</c:v>
                </c:pt>
                <c:pt idx="29">
                  <c:v>0.29375757575799999</c:v>
                </c:pt>
                <c:pt idx="30">
                  <c:v>0.30381818181800002</c:v>
                </c:pt>
                <c:pt idx="31">
                  <c:v>0.31387878787899998</c:v>
                </c:pt>
                <c:pt idx="32">
                  <c:v>0.32393939393900001</c:v>
                </c:pt>
                <c:pt idx="33">
                  <c:v>0.33400000000000002</c:v>
                </c:pt>
                <c:pt idx="34">
                  <c:v>0.34406060606099997</c:v>
                </c:pt>
                <c:pt idx="35">
                  <c:v>0.35412121212100001</c:v>
                </c:pt>
                <c:pt idx="36">
                  <c:v>0.36418181818200002</c:v>
                </c:pt>
                <c:pt idx="37">
                  <c:v>0.37424242424199999</c:v>
                </c:pt>
                <c:pt idx="38">
                  <c:v>0.384303030303</c:v>
                </c:pt>
                <c:pt idx="39">
                  <c:v>0.39436363636400001</c:v>
                </c:pt>
                <c:pt idx="40">
                  <c:v>0.40442424242399999</c:v>
                </c:pt>
                <c:pt idx="41">
                  <c:v>0.414484848485</c:v>
                </c:pt>
                <c:pt idx="42">
                  <c:v>0.42454545454499998</c:v>
                </c:pt>
                <c:pt idx="43">
                  <c:v>0.43460606060599999</c:v>
                </c:pt>
                <c:pt idx="44">
                  <c:v>0.444666666667</c:v>
                </c:pt>
                <c:pt idx="45">
                  <c:v>0.45472727272699998</c:v>
                </c:pt>
                <c:pt idx="46">
                  <c:v>0.46478787878799999</c:v>
                </c:pt>
                <c:pt idx="47">
                  <c:v>0.47484848484800002</c:v>
                </c:pt>
                <c:pt idx="48">
                  <c:v>0.48490909090899997</c:v>
                </c:pt>
                <c:pt idx="49">
                  <c:v>0.49496969696999998</c:v>
                </c:pt>
                <c:pt idx="50">
                  <c:v>0.5</c:v>
                </c:pt>
                <c:pt idx="51">
                  <c:v>0.50503030302999996</c:v>
                </c:pt>
                <c:pt idx="52">
                  <c:v>0.51509090909099997</c:v>
                </c:pt>
                <c:pt idx="53">
                  <c:v>0.52515151515199998</c:v>
                </c:pt>
                <c:pt idx="54">
                  <c:v>0.53521212121200001</c:v>
                </c:pt>
                <c:pt idx="55">
                  <c:v>0.54527272727300002</c:v>
                </c:pt>
                <c:pt idx="56">
                  <c:v>0.55533333333299995</c:v>
                </c:pt>
                <c:pt idx="57">
                  <c:v>0.56539393939399996</c:v>
                </c:pt>
                <c:pt idx="58">
                  <c:v>0.57545454545499997</c:v>
                </c:pt>
                <c:pt idx="59">
                  <c:v>0.585515151515</c:v>
                </c:pt>
                <c:pt idx="60">
                  <c:v>0.59557575757600001</c:v>
                </c:pt>
                <c:pt idx="61">
                  <c:v>0.60563636363600004</c:v>
                </c:pt>
                <c:pt idx="62">
                  <c:v>0.61569696969700005</c:v>
                </c:pt>
                <c:pt idx="63">
                  <c:v>0.62575757575799995</c:v>
                </c:pt>
                <c:pt idx="64">
                  <c:v>0.63581818181799998</c:v>
                </c:pt>
                <c:pt idx="65">
                  <c:v>0.64587878787899999</c:v>
                </c:pt>
                <c:pt idx="66">
                  <c:v>0.65593939393900003</c:v>
                </c:pt>
                <c:pt idx="67">
                  <c:v>0.66600000000000004</c:v>
                </c:pt>
                <c:pt idx="68">
                  <c:v>0.67606060606100005</c:v>
                </c:pt>
                <c:pt idx="69">
                  <c:v>0.68612121212099997</c:v>
                </c:pt>
                <c:pt idx="70">
                  <c:v>0.69618181818199998</c:v>
                </c:pt>
                <c:pt idx="71">
                  <c:v>0.70624242424200001</c:v>
                </c:pt>
                <c:pt idx="72">
                  <c:v>0.71630303030300002</c:v>
                </c:pt>
                <c:pt idx="73">
                  <c:v>0.72636363636400003</c:v>
                </c:pt>
                <c:pt idx="74">
                  <c:v>0.73642424242399995</c:v>
                </c:pt>
                <c:pt idx="75">
                  <c:v>0.74648484848499996</c:v>
                </c:pt>
                <c:pt idx="76">
                  <c:v>0.756545454545</c:v>
                </c:pt>
                <c:pt idx="77">
                  <c:v>0.76660606060600001</c:v>
                </c:pt>
                <c:pt idx="78">
                  <c:v>0.77666666666700002</c:v>
                </c:pt>
                <c:pt idx="79">
                  <c:v>0.78672727272700005</c:v>
                </c:pt>
                <c:pt idx="80">
                  <c:v>0.79678787878799995</c:v>
                </c:pt>
                <c:pt idx="81">
                  <c:v>0.8</c:v>
                </c:pt>
                <c:pt idx="82">
                  <c:v>0.80684848484799998</c:v>
                </c:pt>
                <c:pt idx="83">
                  <c:v>0.81690909090899999</c:v>
                </c:pt>
                <c:pt idx="84">
                  <c:v>0.82696969697</c:v>
                </c:pt>
                <c:pt idx="85">
                  <c:v>0.83703030303000003</c:v>
                </c:pt>
                <c:pt idx="86">
                  <c:v>0.84709090909100004</c:v>
                </c:pt>
                <c:pt idx="87">
                  <c:v>0.85715151515200005</c:v>
                </c:pt>
                <c:pt idx="88">
                  <c:v>0.86721212121199998</c:v>
                </c:pt>
                <c:pt idx="89">
                  <c:v>0.87727272727299999</c:v>
                </c:pt>
                <c:pt idx="90">
                  <c:v>0.88733333333300002</c:v>
                </c:pt>
                <c:pt idx="91">
                  <c:v>0.89739393939400003</c:v>
                </c:pt>
                <c:pt idx="92">
                  <c:v>0.9</c:v>
                </c:pt>
                <c:pt idx="93">
                  <c:v>0.90745454545500004</c:v>
                </c:pt>
                <c:pt idx="94">
                  <c:v>0.91751515151499996</c:v>
                </c:pt>
                <c:pt idx="95">
                  <c:v>0.92757575757599997</c:v>
                </c:pt>
                <c:pt idx="96">
                  <c:v>0.937636363636</c:v>
                </c:pt>
                <c:pt idx="97">
                  <c:v>0.94769696969700001</c:v>
                </c:pt>
                <c:pt idx="98">
                  <c:v>0.95</c:v>
                </c:pt>
                <c:pt idx="99">
                  <c:v>0.95775757575800002</c:v>
                </c:pt>
                <c:pt idx="100">
                  <c:v>0.96781818181799995</c:v>
                </c:pt>
                <c:pt idx="101">
                  <c:v>0.97787878787899996</c:v>
                </c:pt>
                <c:pt idx="102">
                  <c:v>0.98</c:v>
                </c:pt>
                <c:pt idx="103">
                  <c:v>0.98793939393899999</c:v>
                </c:pt>
                <c:pt idx="104">
                  <c:v>0.99</c:v>
                </c:pt>
                <c:pt idx="105">
                  <c:v>0.998</c:v>
                </c:pt>
              </c:numCache>
            </c:numRef>
          </c:yVal>
          <c:smooth val="1"/>
          <c:extLst>
            <c:ext xmlns:c16="http://schemas.microsoft.com/office/drawing/2014/chart" uri="{C3380CC4-5D6E-409C-BE32-E72D297353CC}">
              <c16:uniqueId val="{00000000-3375-4677-9AB9-ECDAA214D1EF}"/>
            </c:ext>
          </c:extLst>
        </c:ser>
        <c:dLbls>
          <c:showLegendKey val="0"/>
          <c:showVal val="0"/>
          <c:showCatName val="0"/>
          <c:showSerName val="0"/>
          <c:showPercent val="0"/>
          <c:showBubbleSize val="0"/>
        </c:dLbls>
        <c:axId val="48650112"/>
        <c:axId val="48672768"/>
      </c:scatterChart>
      <c:valAx>
        <c:axId val="48672768"/>
        <c:scaling>
          <c:orientation val="minMax"/>
          <c:max val="1"/>
          <c:min val="0"/>
        </c:scaling>
        <c:delete val="0"/>
        <c:axPos val="l"/>
        <c:majorGridlines>
          <c:spPr>
            <a:ln w="9525">
              <a:solidFill>
                <a:srgbClr val="DCE3E3"/>
              </a:solidFill>
              <a:prstDash val="solid"/>
            </a:ln>
          </c:spPr>
        </c:majorGridlines>
        <c:title>
          <c:tx>
            <c:rich>
              <a:bodyPr/>
              <a:lstStyle/>
              <a:p>
                <a:r>
                  <a:rPr lang="en-GB" sz="1350">
                    <a:solidFill>
                      <a:srgbClr val="526873"/>
                    </a:solidFill>
                    <a:latin typeface="DejaVu Sans"/>
                    <a:ea typeface="DejaVu Sans"/>
                    <a:cs typeface="DejaVu Sans"/>
                  </a:rPr>
                  <a:t>F: não excedência</a:t>
                </a:r>
              </a:p>
            </c:rich>
          </c:tx>
          <c:overlay val="0"/>
        </c:title>
        <c:numFmt formatCode="0.00" sourceLinked="1"/>
        <c:majorTickMark val="none"/>
        <c:minorTickMark val="none"/>
        <c:tickLblPos val="low"/>
        <c:spPr>
          <a:ln w="9525">
            <a:solidFill>
              <a:srgbClr val="526873"/>
            </a:solidFill>
            <a:prstDash val="solid"/>
          </a:ln>
        </c:spPr>
        <c:txPr>
          <a:bodyPr anchorCtr="1"/>
          <a:lstStyle/>
          <a:p>
            <a:pPr>
              <a:defRPr sz="1350">
                <a:solidFill>
                  <a:srgbClr val="526873"/>
                </a:solidFill>
                <a:latin typeface="DejaVu Sans"/>
                <a:ea typeface="DejaVu Sans"/>
                <a:cs typeface="DejaVu Sans"/>
              </a:defRPr>
            </a:pPr>
            <a:endParaRPr lang="en-US"/>
          </a:p>
        </c:txPr>
        <c:crossAx val="48650112"/>
        <c:crossesAt val="0"/>
        <c:crossBetween val="midCat"/>
        <c:majorUnit val="0.25"/>
      </c:valAx>
      <c:valAx>
        <c:axId val="48650112"/>
        <c:scaling>
          <c:orientation val="minMax"/>
          <c:max val="2.5"/>
          <c:min val="0"/>
        </c:scaling>
        <c:delete val="0"/>
        <c:axPos val="b"/>
        <c:title>
          <c:tx>
            <c:rich>
              <a:bodyPr/>
              <a:lstStyle/>
              <a:p>
                <a:r>
                  <a:rPr lang="en-GB" sz="1350">
                    <a:solidFill>
                      <a:srgbClr val="526873"/>
                    </a:solidFill>
                    <a:latin typeface="DejaVu Sans"/>
                    <a:ea typeface="DejaVu Sans"/>
                    <a:cs typeface="DejaVu Sans"/>
                  </a:rPr>
                  <a:t>Vazão / </a:t>
                </a:r>
                <a:r>
                  <a:rPr lang="el-GR" sz="1350">
                    <a:solidFill>
                      <a:srgbClr val="526873"/>
                    </a:solidFill>
                    <a:latin typeface="DejaVu Sans"/>
                    <a:ea typeface="DejaVu Sans"/>
                    <a:cs typeface="DejaVu Sans"/>
                  </a:rPr>
                  <a:t>μ (</a:t>
                </a:r>
                <a:r>
                  <a:rPr lang="en-GB" sz="1350">
                    <a:solidFill>
                      <a:srgbClr val="526873"/>
                    </a:solidFill>
                    <a:latin typeface="DejaVu Sans"/>
                    <a:ea typeface="DejaVu Sans"/>
                    <a:cs typeface="DejaVu Sans"/>
                  </a:rPr>
                  <a:t>adimensional)</a:t>
                </a:r>
              </a:p>
            </c:rich>
          </c:tx>
          <c:overlay val="0"/>
        </c:title>
        <c:numFmt formatCode="General" sourceLinked="1"/>
        <c:majorTickMark val="none"/>
        <c:minorTickMark val="none"/>
        <c:tickLblPos val="low"/>
        <c:spPr>
          <a:ln w="9525">
            <a:solidFill>
              <a:srgbClr val="526873"/>
            </a:solidFill>
            <a:prstDash val="solid"/>
          </a:ln>
        </c:spPr>
        <c:txPr>
          <a:bodyPr anchorCtr="1"/>
          <a:lstStyle/>
          <a:p>
            <a:pPr>
              <a:defRPr sz="1350">
                <a:solidFill>
                  <a:srgbClr val="526873"/>
                </a:solidFill>
                <a:latin typeface="DejaVu Sans"/>
                <a:ea typeface="DejaVu Sans"/>
                <a:cs typeface="DejaVu Sans"/>
              </a:defRPr>
            </a:pPr>
            <a:endParaRPr lang="en-US"/>
          </a:p>
        </c:txPr>
        <c:crossAx val="48672768"/>
        <c:crossesAt val="0"/>
        <c:crossBetween val="midCat"/>
        <c:majorUnit val="0.5"/>
      </c:valAx>
      <c:spPr>
        <a:solidFill>
          <a:srgbClr val="F7F8F5"/>
        </a:solidFill>
        <a:ln w="0">
          <a:noFill/>
          <a:prstDash val="solid"/>
        </a:ln>
      </c:spPr>
    </c:plotArea>
    <c:plotVisOnly val="1"/>
    <c:dispBlanksAs val="zero"/>
    <c:showDLblsOverMax val="1"/>
  </c:chart>
  <c:spPr>
    <a:solidFill>
      <a:srgbClr val="F7F8F5"/>
    </a:solidFill>
    <a:ln w="0">
      <a:noFill/>
      <a:prstDash val="solid"/>
    </a:ln>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Crescimento regional</c:v>
          </c:tx>
          <c:spPr>
            <a:ln w="38100">
              <a:solidFill>
                <a:srgbClr val="087F88"/>
              </a:solidFill>
              <a:prstDash val="solid"/>
            </a:ln>
          </c:spPr>
          <c:marker>
            <c:symbol val="none"/>
          </c:marker>
          <c:xVal>
            <c:numRef>
              <c:f>'Chart Data'!$A$2:$A$57</c:f>
              <c:numCache>
                <c:formatCode>General</c:formatCode>
                <c:ptCount val="56"/>
                <c:pt idx="0">
                  <c:v>1.4</c:v>
                </c:pt>
                <c:pt idx="1">
                  <c:v>1.526581</c:v>
                </c:pt>
                <c:pt idx="2">
                  <c:v>1.6646080000000001</c:v>
                </c:pt>
                <c:pt idx="3">
                  <c:v>1.815113</c:v>
                </c:pt>
                <c:pt idx="4">
                  <c:v>1.9792270000000001</c:v>
                </c:pt>
                <c:pt idx="5">
                  <c:v>2</c:v>
                </c:pt>
                <c:pt idx="6">
                  <c:v>2.1581800000000002</c:v>
                </c:pt>
                <c:pt idx="7">
                  <c:v>2.3533119999999998</c:v>
                </c:pt>
                <c:pt idx="8">
                  <c:v>2.566087</c:v>
                </c:pt>
                <c:pt idx="9">
                  <c:v>2.7981009999999999</c:v>
                </c:pt>
                <c:pt idx="10">
                  <c:v>3.0510920000000001</c:v>
                </c:pt>
                <c:pt idx="11">
                  <c:v>3.3269570000000002</c:v>
                </c:pt>
                <c:pt idx="12">
                  <c:v>3.627764</c:v>
                </c:pt>
                <c:pt idx="13">
                  <c:v>3.9557690000000001</c:v>
                </c:pt>
                <c:pt idx="14">
                  <c:v>4.3134309999999996</c:v>
                </c:pt>
                <c:pt idx="15">
                  <c:v>4.7034310000000001</c:v>
                </c:pt>
                <c:pt idx="16">
                  <c:v>5</c:v>
                </c:pt>
                <c:pt idx="17">
                  <c:v>5.1286930000000002</c:v>
                </c:pt>
                <c:pt idx="18">
                  <c:v>5.5924050000000003</c:v>
                </c:pt>
                <c:pt idx="19">
                  <c:v>6.0980439999999998</c:v>
                </c:pt>
                <c:pt idx="20">
                  <c:v>6.6494</c:v>
                </c:pt>
                <c:pt idx="21">
                  <c:v>7.2506069999999996</c:v>
                </c:pt>
                <c:pt idx="22">
                  <c:v>7.9061719999999998</c:v>
                </c:pt>
                <c:pt idx="23">
                  <c:v>8.6210109999999993</c:v>
                </c:pt>
                <c:pt idx="24">
                  <c:v>9.4004809999999992</c:v>
                </c:pt>
                <c:pt idx="25">
                  <c:v>10</c:v>
                </c:pt>
                <c:pt idx="26">
                  <c:v>10.250427999999999</c:v>
                </c:pt>
                <c:pt idx="27">
                  <c:v>11.177223</c:v>
                </c:pt>
                <c:pt idx="28">
                  <c:v>12.187813999999999</c:v>
                </c:pt>
                <c:pt idx="29">
                  <c:v>13.289778</c:v>
                </c:pt>
                <c:pt idx="30">
                  <c:v>14.491377</c:v>
                </c:pt>
                <c:pt idx="31">
                  <c:v>15.801617999999999</c:v>
                </c:pt>
                <c:pt idx="32">
                  <c:v>17.230325000000001</c:v>
                </c:pt>
                <c:pt idx="33">
                  <c:v>18.788208999999998</c:v>
                </c:pt>
                <c:pt idx="34">
                  <c:v>20</c:v>
                </c:pt>
                <c:pt idx="35">
                  <c:v>20.486948999999999</c:v>
                </c:pt>
                <c:pt idx="36">
                  <c:v>22.339282000000001</c:v>
                </c:pt>
                <c:pt idx="37">
                  <c:v>24.359093000000001</c:v>
                </c:pt>
                <c:pt idx="38">
                  <c:v>26.561526000000001</c:v>
                </c:pt>
                <c:pt idx="39">
                  <c:v>28.963093000000001</c:v>
                </c:pt>
                <c:pt idx="40">
                  <c:v>31.581797999999999</c:v>
                </c:pt>
                <c:pt idx="41">
                  <c:v>34.437274000000002</c:v>
                </c:pt>
                <c:pt idx="42">
                  <c:v>37.550927999999999</c:v>
                </c:pt>
                <c:pt idx="43">
                  <c:v>40.946103999999998</c:v>
                </c:pt>
                <c:pt idx="44">
                  <c:v>44.648256000000003</c:v>
                </c:pt>
                <c:pt idx="45">
                  <c:v>48.685138000000002</c:v>
                </c:pt>
                <c:pt idx="46">
                  <c:v>50</c:v>
                </c:pt>
                <c:pt idx="47">
                  <c:v>53.087017000000003</c:v>
                </c:pt>
                <c:pt idx="48">
                  <c:v>57.886892000000003</c:v>
                </c:pt>
                <c:pt idx="49">
                  <c:v>63.120749000000004</c:v>
                </c:pt>
                <c:pt idx="50">
                  <c:v>68.827826000000002</c:v>
                </c:pt>
                <c:pt idx="51">
                  <c:v>75.050910999999999</c:v>
                </c:pt>
                <c:pt idx="52">
                  <c:v>81.836657000000002</c:v>
                </c:pt>
                <c:pt idx="53">
                  <c:v>89.235937000000007</c:v>
                </c:pt>
                <c:pt idx="54">
                  <c:v>97.304226</c:v>
                </c:pt>
                <c:pt idx="55">
                  <c:v>100</c:v>
                </c:pt>
              </c:numCache>
            </c:numRef>
          </c:xVal>
          <c:yVal>
            <c:numRef>
              <c:f>'Chart Data'!$B$2:$B$57</c:f>
              <c:numCache>
                <c:formatCode>0.0</c:formatCode>
                <c:ptCount val="56"/>
                <c:pt idx="0">
                  <c:v>0.79044800000000004</c:v>
                </c:pt>
                <c:pt idx="1">
                  <c:v>0.84018700000000002</c:v>
                </c:pt>
                <c:pt idx="2">
                  <c:v>0.88446400000000003</c:v>
                </c:pt>
                <c:pt idx="3">
                  <c:v>0.92481999999999998</c:v>
                </c:pt>
                <c:pt idx="4">
                  <c:v>0.96220499999999998</c:v>
                </c:pt>
                <c:pt idx="5">
                  <c:v>0.96654600000000002</c:v>
                </c:pt>
                <c:pt idx="6">
                  <c:v>0.99724900000000005</c:v>
                </c:pt>
                <c:pt idx="7">
                  <c:v>1.030389</c:v>
                </c:pt>
                <c:pt idx="8">
                  <c:v>1.061947</c:v>
                </c:pt>
                <c:pt idx="9">
                  <c:v>1.0921639999999999</c:v>
                </c:pt>
                <c:pt idx="10">
                  <c:v>1.1212249999999999</c:v>
                </c:pt>
                <c:pt idx="11">
                  <c:v>1.1492789999999999</c:v>
                </c:pt>
                <c:pt idx="12">
                  <c:v>1.176442</c:v>
                </c:pt>
                <c:pt idx="13">
                  <c:v>1.202812</c:v>
                </c:pt>
                <c:pt idx="14">
                  <c:v>1.2284679999999999</c:v>
                </c:pt>
                <c:pt idx="15">
                  <c:v>1.253477</c:v>
                </c:pt>
                <c:pt idx="16">
                  <c:v>1.2707850000000001</c:v>
                </c:pt>
                <c:pt idx="17">
                  <c:v>1.2778959999999999</c:v>
                </c:pt>
                <c:pt idx="18">
                  <c:v>1.301771</c:v>
                </c:pt>
                <c:pt idx="19">
                  <c:v>1.325145</c:v>
                </c:pt>
                <c:pt idx="20">
                  <c:v>1.3480529999999999</c:v>
                </c:pt>
                <c:pt idx="21">
                  <c:v>1.3705270000000001</c:v>
                </c:pt>
                <c:pt idx="22">
                  <c:v>1.392593</c:v>
                </c:pt>
                <c:pt idx="23">
                  <c:v>1.4142749999999999</c:v>
                </c:pt>
                <c:pt idx="24">
                  <c:v>1.435595</c:v>
                </c:pt>
                <c:pt idx="25">
                  <c:v>1.4506110000000001</c:v>
                </c:pt>
                <c:pt idx="26">
                  <c:v>1.4565710000000001</c:v>
                </c:pt>
                <c:pt idx="27">
                  <c:v>1.47722</c:v>
                </c:pt>
                <c:pt idx="28">
                  <c:v>1.4975579999999999</c:v>
                </c:pt>
                <c:pt idx="29">
                  <c:v>1.5175970000000001</c:v>
                </c:pt>
                <c:pt idx="30">
                  <c:v>1.5373509999999999</c:v>
                </c:pt>
                <c:pt idx="31">
                  <c:v>1.556829</c:v>
                </c:pt>
                <c:pt idx="32">
                  <c:v>1.5760430000000001</c:v>
                </c:pt>
                <c:pt idx="33">
                  <c:v>1.595</c:v>
                </c:pt>
                <c:pt idx="34">
                  <c:v>1.608535</c:v>
                </c:pt>
                <c:pt idx="35">
                  <c:v>1.6137109999999999</c:v>
                </c:pt>
                <c:pt idx="36">
                  <c:v>1.632182</c:v>
                </c:pt>
                <c:pt idx="37">
                  <c:v>1.65042</c:v>
                </c:pt>
                <c:pt idx="38">
                  <c:v>1.6684319999999999</c:v>
                </c:pt>
                <c:pt idx="39">
                  <c:v>1.6862239999999999</c:v>
                </c:pt>
                <c:pt idx="40">
                  <c:v>1.7038009999999999</c:v>
                </c:pt>
                <c:pt idx="41">
                  <c:v>1.7211689999999999</c:v>
                </c:pt>
                <c:pt idx="42">
                  <c:v>1.7383329999999999</c:v>
                </c:pt>
                <c:pt idx="43">
                  <c:v>1.755296</c:v>
                </c:pt>
                <c:pt idx="44">
                  <c:v>1.7720640000000001</c:v>
                </c:pt>
                <c:pt idx="45">
                  <c:v>1.78864</c:v>
                </c:pt>
                <c:pt idx="46">
                  <c:v>1.793706</c:v>
                </c:pt>
                <c:pt idx="47">
                  <c:v>1.805029</c:v>
                </c:pt>
                <c:pt idx="48">
                  <c:v>1.821232</c:v>
                </c:pt>
                <c:pt idx="49">
                  <c:v>1.8372550000000001</c:v>
                </c:pt>
                <c:pt idx="50">
                  <c:v>1.8530990000000001</c:v>
                </c:pt>
                <c:pt idx="51">
                  <c:v>1.8687689999999999</c:v>
                </c:pt>
                <c:pt idx="52">
                  <c:v>1.8842669999999999</c:v>
                </c:pt>
                <c:pt idx="53">
                  <c:v>1.8995949999999999</c:v>
                </c:pt>
                <c:pt idx="54">
                  <c:v>1.9147559999999999</c:v>
                </c:pt>
                <c:pt idx="55">
                  <c:v>1.9195089999999999</c:v>
                </c:pt>
              </c:numCache>
            </c:numRef>
          </c:yVal>
          <c:smooth val="1"/>
          <c:extLst>
            <c:ext xmlns:c16="http://schemas.microsoft.com/office/drawing/2014/chart" uri="{C3380CC4-5D6E-409C-BE32-E72D297353CC}">
              <c16:uniqueId val="{00000000-B716-4B64-A796-C87BD1784507}"/>
            </c:ext>
          </c:extLst>
        </c:ser>
        <c:dLbls>
          <c:showLegendKey val="0"/>
          <c:showVal val="0"/>
          <c:showCatName val="0"/>
          <c:showSerName val="0"/>
          <c:showPercent val="0"/>
          <c:showBubbleSize val="0"/>
        </c:dLbls>
        <c:axId val="48650112"/>
        <c:axId val="48672768"/>
      </c:scatterChart>
      <c:valAx>
        <c:axId val="48672768"/>
        <c:scaling>
          <c:orientation val="minMax"/>
          <c:max val="2.1"/>
          <c:min val="0.5"/>
        </c:scaling>
        <c:delete val="0"/>
        <c:axPos val="l"/>
        <c:majorGridlines>
          <c:spPr>
            <a:ln w="9525">
              <a:solidFill>
                <a:srgbClr val="DCE3E3"/>
              </a:solidFill>
              <a:prstDash val="solid"/>
            </a:ln>
          </c:spPr>
        </c:majorGridlines>
        <c:title>
          <c:tx>
            <c:rich>
              <a:bodyPr/>
              <a:lstStyle/>
              <a:p>
                <a:r>
                  <a:rPr lang="fr-FR" sz="1500">
                    <a:solidFill>
                      <a:srgbClr val="526873"/>
                    </a:solidFill>
                    <a:latin typeface="DejaVu Sans"/>
                    <a:ea typeface="DejaVu Sans"/>
                    <a:cs typeface="DejaVu Sans"/>
                  </a:rPr>
                  <a:t>gᴿ(T) = Q(T) / μ</a:t>
                </a:r>
              </a:p>
            </c:rich>
          </c:tx>
          <c:overlay val="0"/>
        </c:title>
        <c:numFmt formatCode="0.0" sourceLinked="1"/>
        <c:majorTickMark val="none"/>
        <c:minorTickMark val="none"/>
        <c:tickLblPos val="low"/>
        <c:spPr>
          <a:ln w="9525">
            <a:solidFill>
              <a:srgbClr val="526873"/>
            </a:solidFill>
            <a:prstDash val="solid"/>
          </a:ln>
        </c:spPr>
        <c:txPr>
          <a:bodyPr anchorCtr="1"/>
          <a:lstStyle/>
          <a:p>
            <a:pPr>
              <a:defRPr sz="1500">
                <a:solidFill>
                  <a:srgbClr val="526873"/>
                </a:solidFill>
                <a:latin typeface="DejaVu Sans"/>
                <a:ea typeface="DejaVu Sans"/>
                <a:cs typeface="DejaVu Sans"/>
              </a:defRPr>
            </a:pPr>
            <a:endParaRPr lang="en-US"/>
          </a:p>
        </c:txPr>
        <c:crossAx val="48650112"/>
        <c:crossesAt val="0.5"/>
        <c:crossBetween val="midCat"/>
        <c:majorUnit val="0.5"/>
      </c:valAx>
      <c:valAx>
        <c:axId val="48650112"/>
        <c:scaling>
          <c:orientation val="minMax"/>
          <c:max val="100"/>
          <c:min val="0"/>
        </c:scaling>
        <c:delete val="0"/>
        <c:axPos val="b"/>
        <c:title>
          <c:tx>
            <c:rich>
              <a:bodyPr/>
              <a:lstStyle/>
              <a:p>
                <a:r>
                  <a:rPr lang="en-GB" sz="1500">
                    <a:solidFill>
                      <a:srgbClr val="526873"/>
                    </a:solidFill>
                    <a:latin typeface="DejaVu Sans"/>
                    <a:ea typeface="DejaVu Sans"/>
                    <a:cs typeface="DejaVu Sans"/>
                  </a:rPr>
                  <a:t>T (anos)</a:t>
                </a:r>
              </a:p>
            </c:rich>
          </c:tx>
          <c:overlay val="0"/>
        </c:title>
        <c:numFmt formatCode="General" sourceLinked="1"/>
        <c:majorTickMark val="none"/>
        <c:minorTickMark val="none"/>
        <c:tickLblPos val="low"/>
        <c:spPr>
          <a:ln w="9525">
            <a:solidFill>
              <a:srgbClr val="526873"/>
            </a:solidFill>
            <a:prstDash val="solid"/>
          </a:ln>
        </c:spPr>
        <c:txPr>
          <a:bodyPr anchorCtr="1"/>
          <a:lstStyle/>
          <a:p>
            <a:pPr>
              <a:defRPr sz="1500">
                <a:solidFill>
                  <a:srgbClr val="526873"/>
                </a:solidFill>
                <a:latin typeface="DejaVu Sans"/>
                <a:ea typeface="DejaVu Sans"/>
                <a:cs typeface="DejaVu Sans"/>
              </a:defRPr>
            </a:pPr>
            <a:endParaRPr lang="en-US"/>
          </a:p>
        </c:txPr>
        <c:crossAx val="48672768"/>
        <c:crossesAt val="0"/>
        <c:crossBetween val="midCat"/>
        <c:majorUnit val="25"/>
      </c:valAx>
      <c:spPr>
        <a:solidFill>
          <a:srgbClr val="F7F8F5"/>
        </a:solidFill>
        <a:ln w="0">
          <a:noFill/>
          <a:prstDash val="solid"/>
        </a:ln>
      </c:spPr>
    </c:plotArea>
    <c:plotVisOnly val="1"/>
    <c:dispBlanksAs val="zero"/>
    <c:showDLblsOverMax val="1"/>
  </c:chart>
  <c:spPr>
    <a:solidFill>
      <a:srgbClr val="F7F8F5"/>
    </a:solidFill>
    <a:ln w="0">
      <a:noFill/>
      <a:prstDash val="solid"/>
    </a:ln>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Bacias</c:v>
          </c:tx>
          <c:spPr>
            <a:ln w="0">
              <a:noFill/>
              <a:prstDash val="solid"/>
            </a:ln>
          </c:spPr>
          <c:marker>
            <c:symbol val="circle"/>
            <c:size val="8"/>
            <c:spPr>
              <a:solidFill>
                <a:srgbClr val="087F88"/>
              </a:solidFill>
              <a:ln w="7620">
                <a:solidFill>
                  <a:srgbClr val="F7F8F5"/>
                </a:solidFill>
                <a:prstDash val="solid"/>
              </a:ln>
            </c:spPr>
          </c:marker>
          <c:xVal>
            <c:numRef>
              <c:f>'Chart Data'!$A$2:$A$25</c:f>
              <c:numCache>
                <c:formatCode>General</c:formatCode>
                <c:ptCount val="24"/>
                <c:pt idx="0">
                  <c:v>90</c:v>
                </c:pt>
                <c:pt idx="1">
                  <c:v>101</c:v>
                </c:pt>
                <c:pt idx="2">
                  <c:v>114</c:v>
                </c:pt>
                <c:pt idx="3">
                  <c:v>128</c:v>
                </c:pt>
                <c:pt idx="4">
                  <c:v>144</c:v>
                </c:pt>
                <c:pt idx="5">
                  <c:v>162</c:v>
                </c:pt>
                <c:pt idx="6">
                  <c:v>182</c:v>
                </c:pt>
                <c:pt idx="7">
                  <c:v>205</c:v>
                </c:pt>
                <c:pt idx="8">
                  <c:v>231</c:v>
                </c:pt>
                <c:pt idx="9">
                  <c:v>260</c:v>
                </c:pt>
                <c:pt idx="10">
                  <c:v>292</c:v>
                </c:pt>
                <c:pt idx="11">
                  <c:v>329</c:v>
                </c:pt>
                <c:pt idx="12">
                  <c:v>370</c:v>
                </c:pt>
                <c:pt idx="13">
                  <c:v>416</c:v>
                </c:pt>
                <c:pt idx="14">
                  <c:v>468</c:v>
                </c:pt>
                <c:pt idx="15">
                  <c:v>526</c:v>
                </c:pt>
                <c:pt idx="16">
                  <c:v>592</c:v>
                </c:pt>
                <c:pt idx="17">
                  <c:v>666</c:v>
                </c:pt>
                <c:pt idx="18">
                  <c:v>749</c:v>
                </c:pt>
                <c:pt idx="19">
                  <c:v>843</c:v>
                </c:pt>
                <c:pt idx="20">
                  <c:v>948</c:v>
                </c:pt>
                <c:pt idx="21">
                  <c:v>1067</c:v>
                </c:pt>
                <c:pt idx="22">
                  <c:v>1200</c:v>
                </c:pt>
                <c:pt idx="23">
                  <c:v>1350</c:v>
                </c:pt>
              </c:numCache>
            </c:numRef>
          </c:xVal>
          <c:yVal>
            <c:numRef>
              <c:f>'Chart Data'!$B$2:$B$25</c:f>
              <c:numCache>
                <c:formatCode>0</c:formatCode>
                <c:ptCount val="24"/>
                <c:pt idx="0">
                  <c:v>29.796522331599999</c:v>
                </c:pt>
                <c:pt idx="1">
                  <c:v>24.9678482542</c:v>
                </c:pt>
                <c:pt idx="2">
                  <c:v>42.133381655000001</c:v>
                </c:pt>
                <c:pt idx="3">
                  <c:v>43.730393321699999</c:v>
                </c:pt>
                <c:pt idx="4">
                  <c:v>43.401603643100003</c:v>
                </c:pt>
                <c:pt idx="5">
                  <c:v>40.829799078599997</c:v>
                </c:pt>
                <c:pt idx="6">
                  <c:v>59.901558145599999</c:v>
                </c:pt>
                <c:pt idx="7">
                  <c:v>60.005824764499998</c:v>
                </c:pt>
                <c:pt idx="8">
                  <c:v>35.677996441099999</c:v>
                </c:pt>
                <c:pt idx="9">
                  <c:v>60.022310082899999</c:v>
                </c:pt>
                <c:pt idx="10">
                  <c:v>61.180906226799998</c:v>
                </c:pt>
                <c:pt idx="11">
                  <c:v>49.620983963500002</c:v>
                </c:pt>
                <c:pt idx="12">
                  <c:v>58.539674208000001</c:v>
                </c:pt>
                <c:pt idx="13">
                  <c:v>76.445205927200007</c:v>
                </c:pt>
                <c:pt idx="14">
                  <c:v>96.208765034400002</c:v>
                </c:pt>
                <c:pt idx="15">
                  <c:v>86.091621469100005</c:v>
                </c:pt>
                <c:pt idx="16">
                  <c:v>76.516386666100004</c:v>
                </c:pt>
                <c:pt idx="17">
                  <c:v>108.908007126</c:v>
                </c:pt>
                <c:pt idx="18">
                  <c:v>84.926750033999994</c:v>
                </c:pt>
                <c:pt idx="19">
                  <c:v>84.936689099399999</c:v>
                </c:pt>
                <c:pt idx="20">
                  <c:v>99.814230522299994</c:v>
                </c:pt>
                <c:pt idx="21">
                  <c:v>131.35061960100001</c:v>
                </c:pt>
                <c:pt idx="22">
                  <c:v>144.88615619199999</c:v>
                </c:pt>
                <c:pt idx="23">
                  <c:v>157.99816241900001</c:v>
                </c:pt>
              </c:numCache>
            </c:numRef>
          </c:yVal>
          <c:smooth val="1"/>
          <c:extLst>
            <c:ext xmlns:c16="http://schemas.microsoft.com/office/drawing/2014/chart" uri="{C3380CC4-5D6E-409C-BE32-E72D297353CC}">
              <c16:uniqueId val="{00000000-6A81-48F5-B7E1-BAA5D3DBB6D5}"/>
            </c:ext>
          </c:extLst>
        </c:ser>
        <c:ser>
          <c:idx val="1"/>
          <c:order val="1"/>
          <c:tx>
            <c:v>Ajuste simples</c:v>
          </c:tx>
          <c:spPr>
            <a:ln w="28575">
              <a:solidFill>
                <a:srgbClr val="C47B23"/>
              </a:solidFill>
              <a:prstDash val="solid"/>
            </a:ln>
          </c:spPr>
          <c:marker>
            <c:symbol val="none"/>
          </c:marker>
          <c:xVal>
            <c:numRef>
              <c:f>'Chart Data'!$C$2:$C$72</c:f>
              <c:numCache>
                <c:formatCode>General</c:formatCode>
                <c:ptCount val="71"/>
                <c:pt idx="0">
                  <c:v>90</c:v>
                </c:pt>
                <c:pt idx="1">
                  <c:v>108</c:v>
                </c:pt>
                <c:pt idx="2">
                  <c:v>126</c:v>
                </c:pt>
                <c:pt idx="3">
                  <c:v>144</c:v>
                </c:pt>
                <c:pt idx="4">
                  <c:v>162</c:v>
                </c:pt>
                <c:pt idx="5">
                  <c:v>180</c:v>
                </c:pt>
                <c:pt idx="6">
                  <c:v>198</c:v>
                </c:pt>
                <c:pt idx="7">
                  <c:v>216</c:v>
                </c:pt>
                <c:pt idx="8">
                  <c:v>234</c:v>
                </c:pt>
                <c:pt idx="9">
                  <c:v>252</c:v>
                </c:pt>
                <c:pt idx="10">
                  <c:v>270</c:v>
                </c:pt>
                <c:pt idx="11">
                  <c:v>288</c:v>
                </c:pt>
                <c:pt idx="12">
                  <c:v>306</c:v>
                </c:pt>
                <c:pt idx="13">
                  <c:v>324</c:v>
                </c:pt>
                <c:pt idx="14">
                  <c:v>342</c:v>
                </c:pt>
                <c:pt idx="15">
                  <c:v>360</c:v>
                </c:pt>
                <c:pt idx="16">
                  <c:v>378</c:v>
                </c:pt>
                <c:pt idx="17">
                  <c:v>396</c:v>
                </c:pt>
                <c:pt idx="18">
                  <c:v>414</c:v>
                </c:pt>
                <c:pt idx="19">
                  <c:v>432</c:v>
                </c:pt>
                <c:pt idx="20">
                  <c:v>450</c:v>
                </c:pt>
                <c:pt idx="21">
                  <c:v>468</c:v>
                </c:pt>
                <c:pt idx="22">
                  <c:v>486</c:v>
                </c:pt>
                <c:pt idx="23">
                  <c:v>504</c:v>
                </c:pt>
                <c:pt idx="24">
                  <c:v>522</c:v>
                </c:pt>
                <c:pt idx="25">
                  <c:v>540</c:v>
                </c:pt>
                <c:pt idx="26">
                  <c:v>558</c:v>
                </c:pt>
                <c:pt idx="27">
                  <c:v>576</c:v>
                </c:pt>
                <c:pt idx="28">
                  <c:v>594</c:v>
                </c:pt>
                <c:pt idx="29">
                  <c:v>612</c:v>
                </c:pt>
                <c:pt idx="30">
                  <c:v>630</c:v>
                </c:pt>
                <c:pt idx="31">
                  <c:v>648</c:v>
                </c:pt>
                <c:pt idx="32">
                  <c:v>666</c:v>
                </c:pt>
                <c:pt idx="33">
                  <c:v>684</c:v>
                </c:pt>
                <c:pt idx="34">
                  <c:v>702</c:v>
                </c:pt>
                <c:pt idx="35">
                  <c:v>720</c:v>
                </c:pt>
                <c:pt idx="36">
                  <c:v>738</c:v>
                </c:pt>
                <c:pt idx="37">
                  <c:v>756</c:v>
                </c:pt>
                <c:pt idx="38">
                  <c:v>774</c:v>
                </c:pt>
                <c:pt idx="39">
                  <c:v>792</c:v>
                </c:pt>
                <c:pt idx="40">
                  <c:v>810</c:v>
                </c:pt>
                <c:pt idx="41">
                  <c:v>828</c:v>
                </c:pt>
                <c:pt idx="42">
                  <c:v>846</c:v>
                </c:pt>
                <c:pt idx="43">
                  <c:v>864</c:v>
                </c:pt>
                <c:pt idx="44">
                  <c:v>882</c:v>
                </c:pt>
                <c:pt idx="45">
                  <c:v>900</c:v>
                </c:pt>
                <c:pt idx="46">
                  <c:v>918</c:v>
                </c:pt>
                <c:pt idx="47">
                  <c:v>936</c:v>
                </c:pt>
                <c:pt idx="48">
                  <c:v>954</c:v>
                </c:pt>
                <c:pt idx="49">
                  <c:v>972</c:v>
                </c:pt>
                <c:pt idx="50">
                  <c:v>990</c:v>
                </c:pt>
                <c:pt idx="51">
                  <c:v>1008</c:v>
                </c:pt>
                <c:pt idx="52">
                  <c:v>1026</c:v>
                </c:pt>
                <c:pt idx="53">
                  <c:v>1044</c:v>
                </c:pt>
                <c:pt idx="54">
                  <c:v>1062</c:v>
                </c:pt>
                <c:pt idx="55">
                  <c:v>1080</c:v>
                </c:pt>
                <c:pt idx="56">
                  <c:v>1098</c:v>
                </c:pt>
                <c:pt idx="57">
                  <c:v>1116</c:v>
                </c:pt>
                <c:pt idx="58">
                  <c:v>1134</c:v>
                </c:pt>
                <c:pt idx="59">
                  <c:v>1152</c:v>
                </c:pt>
                <c:pt idx="60">
                  <c:v>1170</c:v>
                </c:pt>
                <c:pt idx="61">
                  <c:v>1188</c:v>
                </c:pt>
                <c:pt idx="62">
                  <c:v>1206</c:v>
                </c:pt>
                <c:pt idx="63">
                  <c:v>1224</c:v>
                </c:pt>
                <c:pt idx="64">
                  <c:v>1242</c:v>
                </c:pt>
                <c:pt idx="65">
                  <c:v>1260</c:v>
                </c:pt>
                <c:pt idx="66">
                  <c:v>1278</c:v>
                </c:pt>
                <c:pt idx="67">
                  <c:v>1296</c:v>
                </c:pt>
                <c:pt idx="68">
                  <c:v>1314</c:v>
                </c:pt>
                <c:pt idx="69">
                  <c:v>1332</c:v>
                </c:pt>
                <c:pt idx="70">
                  <c:v>1350</c:v>
                </c:pt>
              </c:numCache>
            </c:numRef>
          </c:xVal>
          <c:yVal>
            <c:numRef>
              <c:f>'Chart Data'!$D$2:$D$72</c:f>
              <c:numCache>
                <c:formatCode>0</c:formatCode>
                <c:ptCount val="71"/>
                <c:pt idx="0">
                  <c:v>38.2018168667</c:v>
                </c:pt>
                <c:pt idx="1">
                  <c:v>39.834391033099998</c:v>
                </c:pt>
                <c:pt idx="2">
                  <c:v>41.466965199500002</c:v>
                </c:pt>
                <c:pt idx="3">
                  <c:v>43.099539366000002</c:v>
                </c:pt>
                <c:pt idx="4">
                  <c:v>44.7321135324</c:v>
                </c:pt>
                <c:pt idx="5">
                  <c:v>46.364687698799997</c:v>
                </c:pt>
                <c:pt idx="6">
                  <c:v>47.997261865299997</c:v>
                </c:pt>
                <c:pt idx="7">
                  <c:v>49.629836031700002</c:v>
                </c:pt>
                <c:pt idx="8">
                  <c:v>51.2624101981</c:v>
                </c:pt>
                <c:pt idx="9">
                  <c:v>52.894984364599999</c:v>
                </c:pt>
                <c:pt idx="10">
                  <c:v>54.527558530999997</c:v>
                </c:pt>
                <c:pt idx="11">
                  <c:v>56.160132697400002</c:v>
                </c:pt>
                <c:pt idx="12">
                  <c:v>57.792706863900001</c:v>
                </c:pt>
                <c:pt idx="13">
                  <c:v>59.425281030299999</c:v>
                </c:pt>
                <c:pt idx="14">
                  <c:v>61.057855196699997</c:v>
                </c:pt>
                <c:pt idx="15">
                  <c:v>62.690429363200003</c:v>
                </c:pt>
                <c:pt idx="16">
                  <c:v>64.323003529600001</c:v>
                </c:pt>
                <c:pt idx="17">
                  <c:v>65.955577696000006</c:v>
                </c:pt>
                <c:pt idx="18">
                  <c:v>67.588151862499998</c:v>
                </c:pt>
                <c:pt idx="19">
                  <c:v>69.220726028900003</c:v>
                </c:pt>
                <c:pt idx="20">
                  <c:v>70.853300195299994</c:v>
                </c:pt>
                <c:pt idx="21">
                  <c:v>72.485874361800001</c:v>
                </c:pt>
                <c:pt idx="22">
                  <c:v>74.118448528200005</c:v>
                </c:pt>
                <c:pt idx="23">
                  <c:v>75.751022694599996</c:v>
                </c:pt>
                <c:pt idx="24">
                  <c:v>77.383596861100003</c:v>
                </c:pt>
                <c:pt idx="25">
                  <c:v>79.016171027499993</c:v>
                </c:pt>
                <c:pt idx="26">
                  <c:v>80.648745193899998</c:v>
                </c:pt>
                <c:pt idx="27">
                  <c:v>82.281319360400005</c:v>
                </c:pt>
                <c:pt idx="28">
                  <c:v>83.913893526799995</c:v>
                </c:pt>
                <c:pt idx="29">
                  <c:v>85.5464676932</c:v>
                </c:pt>
                <c:pt idx="30">
                  <c:v>87.179041859700007</c:v>
                </c:pt>
                <c:pt idx="31">
                  <c:v>88.811616026099998</c:v>
                </c:pt>
                <c:pt idx="32">
                  <c:v>90.444190192500002</c:v>
                </c:pt>
                <c:pt idx="33">
                  <c:v>92.076764358999995</c:v>
                </c:pt>
                <c:pt idx="34">
                  <c:v>93.7093385254</c:v>
                </c:pt>
                <c:pt idx="35">
                  <c:v>95.341912691800005</c:v>
                </c:pt>
                <c:pt idx="36">
                  <c:v>96.974486858299997</c:v>
                </c:pt>
                <c:pt idx="37">
                  <c:v>98.607061024700002</c:v>
                </c:pt>
                <c:pt idx="38">
                  <c:v>100.239635191</c:v>
                </c:pt>
                <c:pt idx="39">
                  <c:v>101.87220935800001</c:v>
                </c:pt>
                <c:pt idx="40">
                  <c:v>103.504783524</c:v>
                </c:pt>
                <c:pt idx="41">
                  <c:v>105.13735769</c:v>
                </c:pt>
                <c:pt idx="42">
                  <c:v>106.769931857</c:v>
                </c:pt>
                <c:pt idx="43">
                  <c:v>108.402506023</c:v>
                </c:pt>
                <c:pt idx="44">
                  <c:v>110.03508019</c:v>
                </c:pt>
                <c:pt idx="45">
                  <c:v>111.667654356</c:v>
                </c:pt>
                <c:pt idx="46">
                  <c:v>113.300228523</c:v>
                </c:pt>
                <c:pt idx="47">
                  <c:v>114.932802689</c:v>
                </c:pt>
                <c:pt idx="48">
                  <c:v>116.565376855</c:v>
                </c:pt>
                <c:pt idx="49">
                  <c:v>118.197951022</c:v>
                </c:pt>
                <c:pt idx="50">
                  <c:v>119.830525188</c:v>
                </c:pt>
                <c:pt idx="51">
                  <c:v>121.463099355</c:v>
                </c:pt>
                <c:pt idx="52">
                  <c:v>123.09567352099999</c:v>
                </c:pt>
                <c:pt idx="53">
                  <c:v>124.728247688</c:v>
                </c:pt>
                <c:pt idx="54">
                  <c:v>126.36082185399999</c:v>
                </c:pt>
                <c:pt idx="55">
                  <c:v>127.99339602000001</c:v>
                </c:pt>
                <c:pt idx="56">
                  <c:v>129.62597018700001</c:v>
                </c:pt>
                <c:pt idx="57">
                  <c:v>131.25854435299999</c:v>
                </c:pt>
                <c:pt idx="58">
                  <c:v>132.89111851999999</c:v>
                </c:pt>
                <c:pt idx="59">
                  <c:v>134.523692686</c:v>
                </c:pt>
                <c:pt idx="60">
                  <c:v>136.15626685300001</c:v>
                </c:pt>
                <c:pt idx="61">
                  <c:v>137.78884101899999</c:v>
                </c:pt>
                <c:pt idx="62">
                  <c:v>139.42141518599999</c:v>
                </c:pt>
                <c:pt idx="63">
                  <c:v>141.053989352</c:v>
                </c:pt>
                <c:pt idx="64">
                  <c:v>142.68656351800001</c:v>
                </c:pt>
                <c:pt idx="65">
                  <c:v>144.31913768499999</c:v>
                </c:pt>
                <c:pt idx="66">
                  <c:v>145.951711851</c:v>
                </c:pt>
                <c:pt idx="67">
                  <c:v>147.584286018</c:v>
                </c:pt>
                <c:pt idx="68">
                  <c:v>149.21686018400001</c:v>
                </c:pt>
                <c:pt idx="69">
                  <c:v>150.84943435100001</c:v>
                </c:pt>
                <c:pt idx="70">
                  <c:v>152.482008517</c:v>
                </c:pt>
              </c:numCache>
            </c:numRef>
          </c:yVal>
          <c:smooth val="1"/>
          <c:extLst>
            <c:ext xmlns:c16="http://schemas.microsoft.com/office/drawing/2014/chart" uri="{C3380CC4-5D6E-409C-BE32-E72D297353CC}">
              <c16:uniqueId val="{00000001-6A81-48F5-B7E1-BAA5D3DBB6D5}"/>
            </c:ext>
          </c:extLst>
        </c:ser>
        <c:dLbls>
          <c:showLegendKey val="0"/>
          <c:showVal val="0"/>
          <c:showCatName val="0"/>
          <c:showSerName val="0"/>
          <c:showPercent val="0"/>
          <c:showBubbleSize val="0"/>
        </c:dLbls>
        <c:axId val="48650112"/>
        <c:axId val="48672768"/>
      </c:scatterChart>
      <c:valAx>
        <c:axId val="48672768"/>
        <c:scaling>
          <c:orientation val="minMax"/>
          <c:max val="180"/>
          <c:min val="0"/>
        </c:scaling>
        <c:delete val="0"/>
        <c:axPos val="l"/>
        <c:majorGridlines>
          <c:spPr>
            <a:ln w="9525">
              <a:solidFill>
                <a:srgbClr val="DCE3E3"/>
              </a:solidFill>
              <a:prstDash val="solid"/>
            </a:ln>
          </c:spPr>
        </c:majorGridlines>
        <c:title>
          <c:tx>
            <c:rich>
              <a:bodyPr/>
              <a:lstStyle/>
              <a:p>
                <a:r>
                  <a:rPr lang="el-GR" sz="1350">
                    <a:solidFill>
                      <a:srgbClr val="526873"/>
                    </a:solidFill>
                    <a:latin typeface="DejaVu Sans"/>
                    <a:ea typeface="DejaVu Sans"/>
                    <a:cs typeface="DejaVu Sans"/>
                  </a:rPr>
                  <a:t>μ </a:t>
                </a:r>
                <a:r>
                  <a:rPr lang="en-GB" sz="1350">
                    <a:solidFill>
                      <a:srgbClr val="526873"/>
                    </a:solidFill>
                    <a:latin typeface="DejaVu Sans"/>
                    <a:ea typeface="DejaVu Sans"/>
                    <a:cs typeface="DejaVu Sans"/>
                  </a:rPr>
                  <a:t>observado (m³/s)</a:t>
                </a:r>
              </a:p>
            </c:rich>
          </c:tx>
          <c:overlay val="0"/>
        </c:title>
        <c:numFmt formatCode="0" sourceLinked="1"/>
        <c:majorTickMark val="none"/>
        <c:minorTickMark val="none"/>
        <c:tickLblPos val="low"/>
        <c:spPr>
          <a:ln w="9525">
            <a:solidFill>
              <a:srgbClr val="526873"/>
            </a:solidFill>
            <a:prstDash val="solid"/>
          </a:ln>
        </c:spPr>
        <c:txPr>
          <a:bodyPr anchorCtr="1"/>
          <a:lstStyle/>
          <a:p>
            <a:pPr>
              <a:defRPr sz="1350">
                <a:solidFill>
                  <a:srgbClr val="526873"/>
                </a:solidFill>
                <a:latin typeface="DejaVu Sans"/>
                <a:ea typeface="DejaVu Sans"/>
                <a:cs typeface="DejaVu Sans"/>
              </a:defRPr>
            </a:pPr>
            <a:endParaRPr lang="en-US"/>
          </a:p>
        </c:txPr>
        <c:crossAx val="48650112"/>
        <c:crossesAt val="0"/>
        <c:crossBetween val="midCat"/>
        <c:majorUnit val="60"/>
      </c:valAx>
      <c:valAx>
        <c:axId val="48650112"/>
        <c:scaling>
          <c:orientation val="minMax"/>
          <c:max val="1500"/>
          <c:min val="0"/>
        </c:scaling>
        <c:delete val="0"/>
        <c:axPos val="b"/>
        <c:title>
          <c:tx>
            <c:rich>
              <a:bodyPr/>
              <a:lstStyle/>
              <a:p>
                <a:r>
                  <a:rPr lang="en-GB" sz="1350">
                    <a:solidFill>
                      <a:srgbClr val="526873"/>
                    </a:solidFill>
                    <a:latin typeface="DejaVu Sans"/>
                    <a:ea typeface="DejaVu Sans"/>
                    <a:cs typeface="DejaVu Sans"/>
                  </a:rPr>
                  <a:t>Área (km²)</a:t>
                </a:r>
              </a:p>
            </c:rich>
          </c:tx>
          <c:overlay val="0"/>
        </c:title>
        <c:numFmt formatCode="General" sourceLinked="1"/>
        <c:majorTickMark val="none"/>
        <c:minorTickMark val="none"/>
        <c:tickLblPos val="low"/>
        <c:spPr>
          <a:ln w="9525">
            <a:solidFill>
              <a:srgbClr val="526873"/>
            </a:solidFill>
            <a:prstDash val="solid"/>
          </a:ln>
        </c:spPr>
        <c:txPr>
          <a:bodyPr anchorCtr="1"/>
          <a:lstStyle/>
          <a:p>
            <a:pPr>
              <a:defRPr sz="1350">
                <a:solidFill>
                  <a:srgbClr val="526873"/>
                </a:solidFill>
                <a:latin typeface="DejaVu Sans"/>
                <a:ea typeface="DejaVu Sans"/>
                <a:cs typeface="DejaVu Sans"/>
              </a:defRPr>
            </a:pPr>
            <a:endParaRPr lang="en-US"/>
          </a:p>
        </c:txPr>
        <c:crossAx val="48672768"/>
        <c:crossesAt val="0"/>
        <c:crossBetween val="midCat"/>
        <c:majorUnit val="500"/>
      </c:valAx>
      <c:spPr>
        <a:solidFill>
          <a:srgbClr val="F7F8F5"/>
        </a:solidFill>
        <a:ln w="0">
          <a:noFill/>
          <a:prstDash val="solid"/>
        </a:ln>
      </c:spPr>
    </c:plotArea>
    <c:plotVisOnly val="1"/>
    <c:dispBlanksAs val="zero"/>
    <c:showDLblsOverMax val="1"/>
  </c:chart>
  <c:spPr>
    <a:solidFill>
      <a:srgbClr val="F7F8F5"/>
    </a:solidFill>
    <a:ln w="0">
      <a:noFill/>
      <a:prstDash val="solid"/>
    </a:ln>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Linha 1:1</c:v>
          </c:tx>
          <c:spPr>
            <a:ln w="19050">
              <a:solidFill>
                <a:srgbClr val="123247"/>
              </a:solidFill>
              <a:prstDash val="dash"/>
            </a:ln>
          </c:spPr>
          <c:marker>
            <c:symbol val="none"/>
          </c:marker>
          <c:xVal>
            <c:numRef>
              <c:f>'Chart Data'!$A$2:$A$3</c:f>
              <c:numCache>
                <c:formatCode>General</c:formatCode>
                <c:ptCount val="2"/>
                <c:pt idx="0">
                  <c:v>0</c:v>
                </c:pt>
                <c:pt idx="1">
                  <c:v>180</c:v>
                </c:pt>
              </c:numCache>
            </c:numRef>
          </c:xVal>
          <c:yVal>
            <c:numRef>
              <c:f>'Chart Data'!$B$2:$B$3</c:f>
              <c:numCache>
                <c:formatCode>0</c:formatCode>
                <c:ptCount val="2"/>
                <c:pt idx="0">
                  <c:v>0</c:v>
                </c:pt>
                <c:pt idx="1">
                  <c:v>180</c:v>
                </c:pt>
              </c:numCache>
            </c:numRef>
          </c:yVal>
          <c:smooth val="1"/>
          <c:extLst>
            <c:ext xmlns:c16="http://schemas.microsoft.com/office/drawing/2014/chart" uri="{C3380CC4-5D6E-409C-BE32-E72D297353CC}">
              <c16:uniqueId val="{00000000-76CD-49A4-AC9E-98BC540D03D7}"/>
            </c:ext>
          </c:extLst>
        </c:ser>
        <c:ser>
          <c:idx val="1"/>
          <c:order val="1"/>
          <c:tx>
            <c:v>Ajuste múltiplo</c:v>
          </c:tx>
          <c:spPr>
            <a:ln w="0">
              <a:noFill/>
              <a:prstDash val="solid"/>
            </a:ln>
          </c:spPr>
          <c:marker>
            <c:symbol val="circle"/>
            <c:size val="8"/>
            <c:spPr>
              <a:solidFill>
                <a:srgbClr val="087F88"/>
              </a:solidFill>
              <a:ln w="7620">
                <a:solidFill>
                  <a:srgbClr val="F7F8F5"/>
                </a:solidFill>
                <a:prstDash val="solid"/>
              </a:ln>
            </c:spPr>
          </c:marker>
          <c:xVal>
            <c:numRef>
              <c:f>'Chart Data'!$C$2:$C$25</c:f>
              <c:numCache>
                <c:formatCode>General</c:formatCode>
                <c:ptCount val="24"/>
                <c:pt idx="0">
                  <c:v>29.796522331599999</c:v>
                </c:pt>
                <c:pt idx="1">
                  <c:v>24.9678482542</c:v>
                </c:pt>
                <c:pt idx="2">
                  <c:v>42.133381655000001</c:v>
                </c:pt>
                <c:pt idx="3">
                  <c:v>43.730393321699999</c:v>
                </c:pt>
                <c:pt idx="4">
                  <c:v>43.401603643100003</c:v>
                </c:pt>
                <c:pt idx="5">
                  <c:v>40.829799078599997</c:v>
                </c:pt>
                <c:pt idx="6">
                  <c:v>59.901558145599999</c:v>
                </c:pt>
                <c:pt idx="7">
                  <c:v>60.005824764499998</c:v>
                </c:pt>
                <c:pt idx="8">
                  <c:v>35.677996441099999</c:v>
                </c:pt>
                <c:pt idx="9">
                  <c:v>60.022310082899999</c:v>
                </c:pt>
                <c:pt idx="10">
                  <c:v>61.180906226799998</c:v>
                </c:pt>
                <c:pt idx="11">
                  <c:v>49.620983963500002</c:v>
                </c:pt>
                <c:pt idx="12">
                  <c:v>58.539674208000001</c:v>
                </c:pt>
                <c:pt idx="13">
                  <c:v>76.445205927200007</c:v>
                </c:pt>
                <c:pt idx="14">
                  <c:v>96.208765034400002</c:v>
                </c:pt>
                <c:pt idx="15">
                  <c:v>86.091621469100005</c:v>
                </c:pt>
                <c:pt idx="16">
                  <c:v>76.516386666100004</c:v>
                </c:pt>
                <c:pt idx="17">
                  <c:v>108.908007126</c:v>
                </c:pt>
                <c:pt idx="18">
                  <c:v>84.926750033999994</c:v>
                </c:pt>
                <c:pt idx="19">
                  <c:v>84.936689099399999</c:v>
                </c:pt>
                <c:pt idx="20">
                  <c:v>99.814230522299994</c:v>
                </c:pt>
                <c:pt idx="21">
                  <c:v>131.35061960100001</c:v>
                </c:pt>
                <c:pt idx="22">
                  <c:v>144.88615619199999</c:v>
                </c:pt>
                <c:pt idx="23">
                  <c:v>157.99816241900001</c:v>
                </c:pt>
              </c:numCache>
            </c:numRef>
          </c:xVal>
          <c:yVal>
            <c:numRef>
              <c:f>'Chart Data'!$D$2:$D$25</c:f>
              <c:numCache>
                <c:formatCode>0</c:formatCode>
                <c:ptCount val="24"/>
                <c:pt idx="0">
                  <c:v>32.417093459299998</c:v>
                </c:pt>
                <c:pt idx="1">
                  <c:v>28.491032847700001</c:v>
                </c:pt>
                <c:pt idx="2">
                  <c:v>35.051830023900003</c:v>
                </c:pt>
                <c:pt idx="3">
                  <c:v>39.628797170299997</c:v>
                </c:pt>
                <c:pt idx="4">
                  <c:v>36.796552388800002</c:v>
                </c:pt>
                <c:pt idx="5">
                  <c:v>43.074544647700002</c:v>
                </c:pt>
                <c:pt idx="6">
                  <c:v>60.8718602549</c:v>
                </c:pt>
                <c:pt idx="7">
                  <c:v>52.756684936100001</c:v>
                </c:pt>
                <c:pt idx="8">
                  <c:v>44.540657704300003</c:v>
                </c:pt>
                <c:pt idx="9">
                  <c:v>53.431537901600002</c:v>
                </c:pt>
                <c:pt idx="10">
                  <c:v>70.825445856900004</c:v>
                </c:pt>
                <c:pt idx="11">
                  <c:v>49.391167968799998</c:v>
                </c:pt>
                <c:pt idx="12">
                  <c:v>59.599416448299998</c:v>
                </c:pt>
                <c:pt idx="13">
                  <c:v>79.505360429000007</c:v>
                </c:pt>
                <c:pt idx="14">
                  <c:v>92.3264968469</c:v>
                </c:pt>
                <c:pt idx="15">
                  <c:v>84.640773415200002</c:v>
                </c:pt>
                <c:pt idx="16">
                  <c:v>81.733720955899997</c:v>
                </c:pt>
                <c:pt idx="17">
                  <c:v>106.31958179999999</c:v>
                </c:pt>
                <c:pt idx="18">
                  <c:v>84.141936682600004</c:v>
                </c:pt>
                <c:pt idx="19">
                  <c:v>93.486215197700005</c:v>
                </c:pt>
                <c:pt idx="20">
                  <c:v>97.527812353800002</c:v>
                </c:pt>
                <c:pt idx="21">
                  <c:v>136.77618828499999</c:v>
                </c:pt>
                <c:pt idx="22">
                  <c:v>144.12108155799999</c:v>
                </c:pt>
                <c:pt idx="23">
                  <c:v>150.43560707399999</c:v>
                </c:pt>
              </c:numCache>
            </c:numRef>
          </c:yVal>
          <c:smooth val="1"/>
          <c:extLst>
            <c:ext xmlns:c16="http://schemas.microsoft.com/office/drawing/2014/chart" uri="{C3380CC4-5D6E-409C-BE32-E72D297353CC}">
              <c16:uniqueId val="{00000001-76CD-49A4-AC9E-98BC540D03D7}"/>
            </c:ext>
          </c:extLst>
        </c:ser>
        <c:dLbls>
          <c:showLegendKey val="0"/>
          <c:showVal val="0"/>
          <c:showCatName val="0"/>
          <c:showSerName val="0"/>
          <c:showPercent val="0"/>
          <c:showBubbleSize val="0"/>
        </c:dLbls>
        <c:axId val="48650112"/>
        <c:axId val="48672768"/>
      </c:scatterChart>
      <c:valAx>
        <c:axId val="48672768"/>
        <c:scaling>
          <c:orientation val="minMax"/>
          <c:max val="180"/>
          <c:min val="0"/>
        </c:scaling>
        <c:delete val="0"/>
        <c:axPos val="l"/>
        <c:majorGridlines>
          <c:spPr>
            <a:ln w="9525">
              <a:solidFill>
                <a:srgbClr val="DCE3E3"/>
              </a:solidFill>
              <a:prstDash val="solid"/>
            </a:ln>
          </c:spPr>
        </c:majorGridlines>
        <c:title>
          <c:tx>
            <c:rich>
              <a:bodyPr/>
              <a:lstStyle/>
              <a:p>
                <a:r>
                  <a:rPr lang="el-GR" sz="1350">
                    <a:solidFill>
                      <a:srgbClr val="526873"/>
                    </a:solidFill>
                    <a:latin typeface="DejaVu Sans"/>
                    <a:ea typeface="DejaVu Sans"/>
                    <a:cs typeface="DejaVu Sans"/>
                  </a:rPr>
                  <a:t>μ </a:t>
                </a:r>
                <a:r>
                  <a:rPr lang="en-GB" sz="1350">
                    <a:solidFill>
                      <a:srgbClr val="526873"/>
                    </a:solidFill>
                    <a:latin typeface="DejaVu Sans"/>
                    <a:ea typeface="DejaVu Sans"/>
                    <a:cs typeface="DejaVu Sans"/>
                  </a:rPr>
                  <a:t>estimado (m³/s)</a:t>
                </a:r>
              </a:p>
            </c:rich>
          </c:tx>
          <c:overlay val="0"/>
        </c:title>
        <c:numFmt formatCode="0" sourceLinked="1"/>
        <c:majorTickMark val="none"/>
        <c:minorTickMark val="none"/>
        <c:tickLblPos val="low"/>
        <c:spPr>
          <a:ln w="9525">
            <a:solidFill>
              <a:srgbClr val="526873"/>
            </a:solidFill>
            <a:prstDash val="solid"/>
          </a:ln>
        </c:spPr>
        <c:txPr>
          <a:bodyPr anchorCtr="1"/>
          <a:lstStyle/>
          <a:p>
            <a:pPr>
              <a:defRPr sz="1350">
                <a:solidFill>
                  <a:srgbClr val="526873"/>
                </a:solidFill>
                <a:latin typeface="DejaVu Sans"/>
                <a:ea typeface="DejaVu Sans"/>
                <a:cs typeface="DejaVu Sans"/>
              </a:defRPr>
            </a:pPr>
            <a:endParaRPr lang="en-US"/>
          </a:p>
        </c:txPr>
        <c:crossAx val="48650112"/>
        <c:crossesAt val="0"/>
        <c:crossBetween val="midCat"/>
        <c:majorUnit val="60"/>
      </c:valAx>
      <c:valAx>
        <c:axId val="48650112"/>
        <c:scaling>
          <c:orientation val="minMax"/>
          <c:max val="180"/>
          <c:min val="0"/>
        </c:scaling>
        <c:delete val="0"/>
        <c:axPos val="b"/>
        <c:title>
          <c:tx>
            <c:rich>
              <a:bodyPr/>
              <a:lstStyle/>
              <a:p>
                <a:r>
                  <a:rPr lang="el-GR" sz="1350">
                    <a:solidFill>
                      <a:srgbClr val="526873"/>
                    </a:solidFill>
                    <a:latin typeface="DejaVu Sans"/>
                    <a:ea typeface="DejaVu Sans"/>
                    <a:cs typeface="DejaVu Sans"/>
                  </a:rPr>
                  <a:t>μ </a:t>
                </a:r>
                <a:r>
                  <a:rPr lang="en-GB" sz="1350">
                    <a:solidFill>
                      <a:srgbClr val="526873"/>
                    </a:solidFill>
                    <a:latin typeface="DejaVu Sans"/>
                    <a:ea typeface="DejaVu Sans"/>
                    <a:cs typeface="DejaVu Sans"/>
                  </a:rPr>
                  <a:t>observado (m³/s)</a:t>
                </a:r>
              </a:p>
            </c:rich>
          </c:tx>
          <c:overlay val="0"/>
        </c:title>
        <c:numFmt formatCode="General" sourceLinked="1"/>
        <c:majorTickMark val="none"/>
        <c:minorTickMark val="none"/>
        <c:tickLblPos val="low"/>
        <c:spPr>
          <a:ln w="9525">
            <a:solidFill>
              <a:srgbClr val="526873"/>
            </a:solidFill>
            <a:prstDash val="solid"/>
          </a:ln>
        </c:spPr>
        <c:txPr>
          <a:bodyPr anchorCtr="1"/>
          <a:lstStyle/>
          <a:p>
            <a:pPr>
              <a:defRPr sz="1350">
                <a:solidFill>
                  <a:srgbClr val="526873"/>
                </a:solidFill>
                <a:latin typeface="DejaVu Sans"/>
                <a:ea typeface="DejaVu Sans"/>
                <a:cs typeface="DejaVu Sans"/>
              </a:defRPr>
            </a:pPr>
            <a:endParaRPr lang="en-US"/>
          </a:p>
        </c:txPr>
        <c:crossAx val="48672768"/>
        <c:crossesAt val="0"/>
        <c:crossBetween val="midCat"/>
        <c:majorUnit val="60"/>
      </c:valAx>
      <c:spPr>
        <a:solidFill>
          <a:srgbClr val="F7F8F5"/>
        </a:solidFill>
        <a:ln w="0">
          <a:noFill/>
          <a:prstDash val="solid"/>
        </a:ln>
      </c:spPr>
    </c:plotArea>
    <c:plotVisOnly val="1"/>
    <c:dispBlanksAs val="zero"/>
    <c:showDLblsOverMax val="1"/>
  </c:chart>
  <c:spPr>
    <a:solidFill>
      <a:srgbClr val="F7F8F5"/>
    </a:solidFill>
    <a:ln w="0">
      <a:noFill/>
      <a:prstDash val="solid"/>
    </a:ln>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Regime 1</c:v>
          </c:tx>
          <c:spPr>
            <a:ln w="0">
              <a:noFill/>
              <a:prstDash val="solid"/>
            </a:ln>
          </c:spPr>
          <c:marker>
            <c:symbol val="circle"/>
            <c:size val="8"/>
            <c:spPr>
              <a:solidFill>
                <a:srgbClr val="087F88"/>
              </a:solidFill>
              <a:ln w="7620">
                <a:solidFill>
                  <a:srgbClr val="F7F8F5"/>
                </a:solidFill>
                <a:prstDash val="solid"/>
              </a:ln>
            </c:spPr>
          </c:marker>
          <c:xVal>
            <c:numRef>
              <c:f>'Chart Data'!$A$2:$A$13</c:f>
              <c:numCache>
                <c:formatCode>General</c:formatCode>
                <c:ptCount val="12"/>
                <c:pt idx="0">
                  <c:v>80</c:v>
                </c:pt>
                <c:pt idx="1">
                  <c:v>112.893531016</c:v>
                </c:pt>
                <c:pt idx="2">
                  <c:v>159.311866815</c:v>
                </c:pt>
                <c:pt idx="3">
                  <c:v>224.81598971899999</c:v>
                </c:pt>
                <c:pt idx="4">
                  <c:v>317.253386353</c:v>
                </c:pt>
                <c:pt idx="5">
                  <c:v>447.698187652</c:v>
                </c:pt>
                <c:pt idx="6">
                  <c:v>631.77786541800003</c:v>
                </c:pt>
                <c:pt idx="7">
                  <c:v>891.54542555900002</c:v>
                </c:pt>
                <c:pt idx="8">
                  <c:v>1258.1213894099999</c:v>
                </c:pt>
                <c:pt idx="9">
                  <c:v>1775.4220762099999</c:v>
                </c:pt>
                <c:pt idx="10">
                  <c:v>2505.4208403299999</c:v>
                </c:pt>
                <c:pt idx="11">
                  <c:v>3535.5725668199998</c:v>
                </c:pt>
              </c:numCache>
            </c:numRef>
          </c:xVal>
          <c:yVal>
            <c:numRef>
              <c:f>'Chart Data'!$B$2:$B$13</c:f>
              <c:numCache>
                <c:formatCode>0</c:formatCode>
                <c:ptCount val="12"/>
                <c:pt idx="0">
                  <c:v>0.87509515430200002</c:v>
                </c:pt>
                <c:pt idx="1">
                  <c:v>1.1490078563099999</c:v>
                </c:pt>
                <c:pt idx="2">
                  <c:v>1.8188827887400001</c:v>
                </c:pt>
                <c:pt idx="3">
                  <c:v>2.27209628054</c:v>
                </c:pt>
                <c:pt idx="4">
                  <c:v>3.9435613378199998</c:v>
                </c:pt>
                <c:pt idx="5">
                  <c:v>5.9020188559899998</c:v>
                </c:pt>
                <c:pt idx="6">
                  <c:v>5.6580087106599999</c:v>
                </c:pt>
                <c:pt idx="7">
                  <c:v>8.3617579772999999</c:v>
                </c:pt>
                <c:pt idx="8">
                  <c:v>9.9374957200399994</c:v>
                </c:pt>
                <c:pt idx="9">
                  <c:v>18.240465519200001</c:v>
                </c:pt>
                <c:pt idx="10">
                  <c:v>19.680619374900001</c:v>
                </c:pt>
                <c:pt idx="11">
                  <c:v>33.652156687100003</c:v>
                </c:pt>
              </c:numCache>
            </c:numRef>
          </c:yVal>
          <c:smooth val="1"/>
          <c:extLst>
            <c:ext xmlns:c16="http://schemas.microsoft.com/office/drawing/2014/chart" uri="{C3380CC4-5D6E-409C-BE32-E72D297353CC}">
              <c16:uniqueId val="{00000000-C629-45A5-BD16-6C2BD3BD1848}"/>
            </c:ext>
          </c:extLst>
        </c:ser>
        <c:ser>
          <c:idx val="1"/>
          <c:order val="1"/>
          <c:tx>
            <c:v>Ajuste regional 1</c:v>
          </c:tx>
          <c:spPr>
            <a:ln w="28575">
              <a:solidFill>
                <a:srgbClr val="087F88"/>
              </a:solidFill>
              <a:prstDash val="solid"/>
            </a:ln>
          </c:spPr>
          <c:marker>
            <c:symbol val="none"/>
          </c:marker>
          <c:xVal>
            <c:numRef>
              <c:f>'Chart Data'!$C$2:$C$49</c:f>
              <c:numCache>
                <c:formatCode>General</c:formatCode>
                <c:ptCount val="48"/>
                <c:pt idx="0">
                  <c:v>70</c:v>
                </c:pt>
                <c:pt idx="1">
                  <c:v>76.371647999999993</c:v>
                </c:pt>
                <c:pt idx="2">
                  <c:v>83.323266000000004</c:v>
                </c:pt>
                <c:pt idx="3">
                  <c:v>90.907645000000002</c:v>
                </c:pt>
                <c:pt idx="4">
                  <c:v>99.182379999999995</c:v>
                </c:pt>
                <c:pt idx="5">
                  <c:v>108.210312</c:v>
                </c:pt>
                <c:pt idx="6">
                  <c:v>118.05999799999999</c:v>
                </c:pt>
                <c:pt idx="7">
                  <c:v>128.80623700000001</c:v>
                </c:pt>
                <c:pt idx="8">
                  <c:v>140.53063700000001</c:v>
                </c:pt>
                <c:pt idx="9">
                  <c:v>153.32223300000001</c:v>
                </c:pt>
                <c:pt idx="10">
                  <c:v>167.278166</c:v>
                </c:pt>
                <c:pt idx="11">
                  <c:v>182.50441699999999</c:v>
                </c:pt>
                <c:pt idx="12">
                  <c:v>199.116615</c:v>
                </c:pt>
                <c:pt idx="13">
                  <c:v>217.240915</c:v>
                </c:pt>
                <c:pt idx="14">
                  <c:v>237.01495199999999</c:v>
                </c:pt>
                <c:pt idx="15">
                  <c:v>258.58889199999999</c:v>
                </c:pt>
                <c:pt idx="16">
                  <c:v>282.12656900000002</c:v>
                </c:pt>
                <c:pt idx="17">
                  <c:v>307.80672900000002</c:v>
                </c:pt>
                <c:pt idx="18">
                  <c:v>335.824387</c:v>
                </c:pt>
                <c:pt idx="19">
                  <c:v>366.392312</c:v>
                </c:pt>
                <c:pt idx="20">
                  <c:v>399.742638</c:v>
                </c:pt>
                <c:pt idx="21">
                  <c:v>436.12862899999999</c:v>
                </c:pt>
                <c:pt idx="22">
                  <c:v>475.82660099999998</c:v>
                </c:pt>
                <c:pt idx="23">
                  <c:v>519.13802399999997</c:v>
                </c:pt>
                <c:pt idx="24">
                  <c:v>566.39180499999998</c:v>
                </c:pt>
                <c:pt idx="25">
                  <c:v>617.94679299999996</c:v>
                </c:pt>
                <c:pt idx="26">
                  <c:v>674.19449899999995</c:v>
                </c:pt>
                <c:pt idx="27">
                  <c:v>735.56206999999995</c:v>
                </c:pt>
                <c:pt idx="28">
                  <c:v>802.515535</c:v>
                </c:pt>
                <c:pt idx="29">
                  <c:v>875.56334100000004</c:v>
                </c:pt>
                <c:pt idx="30">
                  <c:v>955.26021800000001</c:v>
                </c:pt>
                <c:pt idx="31">
                  <c:v>1042.2113859999999</c:v>
                </c:pt>
                <c:pt idx="32">
                  <c:v>1137.0771569999999</c:v>
                </c:pt>
                <c:pt idx="33">
                  <c:v>1240.577947</c:v>
                </c:pt>
                <c:pt idx="34">
                  <c:v>1353.499746</c:v>
                </c:pt>
                <c:pt idx="35">
                  <c:v>1476.7000860000001</c:v>
                </c:pt>
                <c:pt idx="36">
                  <c:v>1611.114558</c:v>
                </c:pt>
                <c:pt idx="37">
                  <c:v>1757.763911</c:v>
                </c:pt>
                <c:pt idx="38">
                  <c:v>1917.761808</c:v>
                </c:pt>
                <c:pt idx="39">
                  <c:v>2092.3232800000001</c:v>
                </c:pt>
                <c:pt idx="40">
                  <c:v>2282.7739550000001</c:v>
                </c:pt>
                <c:pt idx="41">
                  <c:v>2490.560125</c:v>
                </c:pt>
                <c:pt idx="42">
                  <c:v>2717.259728</c:v>
                </c:pt>
                <c:pt idx="43">
                  <c:v>2964.5943320000001</c:v>
                </c:pt>
                <c:pt idx="44">
                  <c:v>3234.4422079999999</c:v>
                </c:pt>
                <c:pt idx="45">
                  <c:v>3528.8525930000001</c:v>
                </c:pt>
                <c:pt idx="46">
                  <c:v>3850.0612540000002</c:v>
                </c:pt>
                <c:pt idx="47">
                  <c:v>4200.5074649999997</c:v>
                </c:pt>
              </c:numCache>
            </c:numRef>
          </c:xVal>
          <c:yVal>
            <c:numRef>
              <c:f>'Chart Data'!$D$2:$D$49</c:f>
              <c:numCache>
                <c:formatCode>0</c:formatCode>
                <c:ptCount val="48"/>
                <c:pt idx="0">
                  <c:v>0.81432599999999999</c:v>
                </c:pt>
                <c:pt idx="1">
                  <c:v>0.88291600000000003</c:v>
                </c:pt>
                <c:pt idx="2">
                  <c:v>0.957283</c:v>
                </c:pt>
                <c:pt idx="3">
                  <c:v>1.0379130000000001</c:v>
                </c:pt>
                <c:pt idx="4">
                  <c:v>1.125335</c:v>
                </c:pt>
                <c:pt idx="5">
                  <c:v>1.220121</c:v>
                </c:pt>
                <c:pt idx="6">
                  <c:v>1.3228899999999999</c:v>
                </c:pt>
                <c:pt idx="7">
                  <c:v>1.434315</c:v>
                </c:pt>
                <c:pt idx="8">
                  <c:v>1.555126</c:v>
                </c:pt>
                <c:pt idx="9">
                  <c:v>1.6861120000000001</c:v>
                </c:pt>
                <c:pt idx="10">
                  <c:v>1.828131</c:v>
                </c:pt>
                <c:pt idx="11">
                  <c:v>1.9821120000000001</c:v>
                </c:pt>
                <c:pt idx="12">
                  <c:v>2.1490629999999999</c:v>
                </c:pt>
                <c:pt idx="13">
                  <c:v>2.330076</c:v>
                </c:pt>
                <c:pt idx="14">
                  <c:v>2.526335</c:v>
                </c:pt>
                <c:pt idx="15">
                  <c:v>2.739125</c:v>
                </c:pt>
                <c:pt idx="16">
                  <c:v>2.9698380000000002</c:v>
                </c:pt>
                <c:pt idx="17">
                  <c:v>3.2199840000000002</c:v>
                </c:pt>
                <c:pt idx="18">
                  <c:v>3.4911989999999999</c:v>
                </c:pt>
                <c:pt idx="19">
                  <c:v>3.7852579999999998</c:v>
                </c:pt>
                <c:pt idx="20">
                  <c:v>4.1040859999999997</c:v>
                </c:pt>
                <c:pt idx="21">
                  <c:v>4.4497669999999996</c:v>
                </c:pt>
                <c:pt idx="22">
                  <c:v>4.8245659999999999</c:v>
                </c:pt>
                <c:pt idx="23">
                  <c:v>5.2309320000000001</c:v>
                </c:pt>
                <c:pt idx="24">
                  <c:v>5.6715270000000002</c:v>
                </c:pt>
                <c:pt idx="25">
                  <c:v>6.1492329999999997</c:v>
                </c:pt>
                <c:pt idx="26">
                  <c:v>6.6671740000000002</c:v>
                </c:pt>
                <c:pt idx="27">
                  <c:v>7.2287419999999996</c:v>
                </c:pt>
                <c:pt idx="28">
                  <c:v>7.8376089999999996</c:v>
                </c:pt>
                <c:pt idx="29">
                  <c:v>8.4977610000000006</c:v>
                </c:pt>
                <c:pt idx="30">
                  <c:v>9.2135169999999995</c:v>
                </c:pt>
                <c:pt idx="31">
                  <c:v>9.9895589999999999</c:v>
                </c:pt>
                <c:pt idx="32">
                  <c:v>10.830966999999999</c:v>
                </c:pt>
                <c:pt idx="33">
                  <c:v>11.743245</c:v>
                </c:pt>
                <c:pt idx="34">
                  <c:v>12.732364</c:v>
                </c:pt>
                <c:pt idx="35">
                  <c:v>13.804793999999999</c:v>
                </c:pt>
                <c:pt idx="36">
                  <c:v>14.967554</c:v>
                </c:pt>
                <c:pt idx="37">
                  <c:v>16.228252000000001</c:v>
                </c:pt>
                <c:pt idx="38">
                  <c:v>17.595136</c:v>
                </c:pt>
                <c:pt idx="39">
                  <c:v>19.077152000000002</c:v>
                </c:pt>
                <c:pt idx="40">
                  <c:v>20.683996</c:v>
                </c:pt>
                <c:pt idx="41">
                  <c:v>22.426182000000001</c:v>
                </c:pt>
                <c:pt idx="42">
                  <c:v>24.315110000000001</c:v>
                </c:pt>
                <c:pt idx="43">
                  <c:v>26.363140999999999</c:v>
                </c:pt>
                <c:pt idx="44">
                  <c:v>28.583673999999998</c:v>
                </c:pt>
                <c:pt idx="45">
                  <c:v>30.991240000000001</c:v>
                </c:pt>
                <c:pt idx="46">
                  <c:v>33.601591999999997</c:v>
                </c:pt>
                <c:pt idx="47">
                  <c:v>36.431811000000003</c:v>
                </c:pt>
              </c:numCache>
            </c:numRef>
          </c:yVal>
          <c:smooth val="1"/>
          <c:extLst>
            <c:ext xmlns:c16="http://schemas.microsoft.com/office/drawing/2014/chart" uri="{C3380CC4-5D6E-409C-BE32-E72D297353CC}">
              <c16:uniqueId val="{00000001-C629-45A5-BD16-6C2BD3BD1848}"/>
            </c:ext>
          </c:extLst>
        </c:ser>
        <c:ser>
          <c:idx val="2"/>
          <c:order val="2"/>
          <c:tx>
            <c:v>Regime 2</c:v>
          </c:tx>
          <c:spPr>
            <a:ln w="0">
              <a:noFill/>
              <a:prstDash val="solid"/>
            </a:ln>
          </c:spPr>
          <c:marker>
            <c:symbol val="circle"/>
            <c:size val="8"/>
            <c:spPr>
              <a:solidFill>
                <a:srgbClr val="C47B23"/>
              </a:solidFill>
              <a:ln w="7620">
                <a:solidFill>
                  <a:srgbClr val="F7F8F5"/>
                </a:solidFill>
                <a:prstDash val="solid"/>
              </a:ln>
            </c:spPr>
          </c:marker>
          <c:xVal>
            <c:numRef>
              <c:f>'Chart Data'!$E$2:$E$13</c:f>
              <c:numCache>
                <c:formatCode>General</c:formatCode>
                <c:ptCount val="12"/>
                <c:pt idx="0">
                  <c:v>95.034112198100004</c:v>
                </c:pt>
                <c:pt idx="1">
                  <c:v>134.10920616199999</c:v>
                </c:pt>
                <c:pt idx="2">
                  <c:v>189.250772818</c:v>
                </c:pt>
                <c:pt idx="3">
                  <c:v>267.06484988599999</c:v>
                </c:pt>
                <c:pt idx="4">
                  <c:v>376.87367392300001</c:v>
                </c:pt>
                <c:pt idx="5">
                  <c:v>531.83249745199998</c:v>
                </c:pt>
                <c:pt idx="6">
                  <c:v>750.50560682900004</c:v>
                </c:pt>
                <c:pt idx="7">
                  <c:v>1059.0903500300001</c:v>
                </c:pt>
                <c:pt idx="8">
                  <c:v>1494.55561599</c:v>
                </c:pt>
                <c:pt idx="9">
                  <c:v>2109.0707598600002</c:v>
                </c:pt>
                <c:pt idx="10">
                  <c:v>2976.2555655400001</c:v>
                </c:pt>
                <c:pt idx="11">
                  <c:v>4200</c:v>
                </c:pt>
              </c:numCache>
            </c:numRef>
          </c:xVal>
          <c:yVal>
            <c:numRef>
              <c:f>'Chart Data'!$F$2:$F$13</c:f>
              <c:numCache>
                <c:formatCode>0</c:formatCode>
                <c:ptCount val="12"/>
                <c:pt idx="0">
                  <c:v>0.47190558131400001</c:v>
                </c:pt>
                <c:pt idx="1">
                  <c:v>0.69828263933800006</c:v>
                </c:pt>
                <c:pt idx="2">
                  <c:v>0.90776917809500002</c:v>
                </c:pt>
                <c:pt idx="3">
                  <c:v>1.14385995059</c:v>
                </c:pt>
                <c:pt idx="4">
                  <c:v>1.6316229848399999</c:v>
                </c:pt>
                <c:pt idx="5">
                  <c:v>2.1332776539</c:v>
                </c:pt>
                <c:pt idx="6">
                  <c:v>3.7648964093199999</c:v>
                </c:pt>
                <c:pt idx="7">
                  <c:v>3.92483676182</c:v>
                </c:pt>
                <c:pt idx="8">
                  <c:v>6.1069133128999997</c:v>
                </c:pt>
                <c:pt idx="9">
                  <c:v>9.2495085350200004</c:v>
                </c:pt>
                <c:pt idx="10">
                  <c:v>9.4916542313800001</c:v>
                </c:pt>
                <c:pt idx="11">
                  <c:v>11.856545451800001</c:v>
                </c:pt>
              </c:numCache>
            </c:numRef>
          </c:yVal>
          <c:smooth val="1"/>
          <c:extLst>
            <c:ext xmlns:c16="http://schemas.microsoft.com/office/drawing/2014/chart" uri="{C3380CC4-5D6E-409C-BE32-E72D297353CC}">
              <c16:uniqueId val="{00000002-C629-45A5-BD16-6C2BD3BD1848}"/>
            </c:ext>
          </c:extLst>
        </c:ser>
        <c:ser>
          <c:idx val="3"/>
          <c:order val="3"/>
          <c:tx>
            <c:v>Ajuste regional 2</c:v>
          </c:tx>
          <c:spPr>
            <a:ln w="28575">
              <a:solidFill>
                <a:srgbClr val="C47B23"/>
              </a:solidFill>
              <a:prstDash val="solid"/>
            </a:ln>
          </c:spPr>
          <c:marker>
            <c:symbol val="none"/>
          </c:marker>
          <c:xVal>
            <c:numRef>
              <c:f>'Chart Data'!$G$2:$G$49</c:f>
              <c:numCache>
                <c:formatCode>General</c:formatCode>
                <c:ptCount val="48"/>
                <c:pt idx="0">
                  <c:v>70</c:v>
                </c:pt>
                <c:pt idx="1">
                  <c:v>76.371647999999993</c:v>
                </c:pt>
                <c:pt idx="2">
                  <c:v>83.323266000000004</c:v>
                </c:pt>
                <c:pt idx="3">
                  <c:v>90.907645000000002</c:v>
                </c:pt>
                <c:pt idx="4">
                  <c:v>99.182379999999995</c:v>
                </c:pt>
                <c:pt idx="5">
                  <c:v>108.210312</c:v>
                </c:pt>
                <c:pt idx="6">
                  <c:v>118.05999799999999</c:v>
                </c:pt>
                <c:pt idx="7">
                  <c:v>128.80623700000001</c:v>
                </c:pt>
                <c:pt idx="8">
                  <c:v>140.53063700000001</c:v>
                </c:pt>
                <c:pt idx="9">
                  <c:v>153.32223300000001</c:v>
                </c:pt>
                <c:pt idx="10">
                  <c:v>167.278166</c:v>
                </c:pt>
                <c:pt idx="11">
                  <c:v>182.50441699999999</c:v>
                </c:pt>
                <c:pt idx="12">
                  <c:v>199.116615</c:v>
                </c:pt>
                <c:pt idx="13">
                  <c:v>217.240915</c:v>
                </c:pt>
                <c:pt idx="14">
                  <c:v>237.01495199999999</c:v>
                </c:pt>
                <c:pt idx="15">
                  <c:v>258.58889199999999</c:v>
                </c:pt>
                <c:pt idx="16">
                  <c:v>282.12656900000002</c:v>
                </c:pt>
                <c:pt idx="17">
                  <c:v>307.80672900000002</c:v>
                </c:pt>
                <c:pt idx="18">
                  <c:v>335.824387</c:v>
                </c:pt>
                <c:pt idx="19">
                  <c:v>366.392312</c:v>
                </c:pt>
                <c:pt idx="20">
                  <c:v>399.742638</c:v>
                </c:pt>
                <c:pt idx="21">
                  <c:v>436.12862899999999</c:v>
                </c:pt>
                <c:pt idx="22">
                  <c:v>475.82660099999998</c:v>
                </c:pt>
                <c:pt idx="23">
                  <c:v>519.13802399999997</c:v>
                </c:pt>
                <c:pt idx="24">
                  <c:v>566.39180499999998</c:v>
                </c:pt>
                <c:pt idx="25">
                  <c:v>617.94679299999996</c:v>
                </c:pt>
                <c:pt idx="26">
                  <c:v>674.19449899999995</c:v>
                </c:pt>
                <c:pt idx="27">
                  <c:v>735.56206999999995</c:v>
                </c:pt>
                <c:pt idx="28">
                  <c:v>802.515535</c:v>
                </c:pt>
                <c:pt idx="29">
                  <c:v>875.56334100000004</c:v>
                </c:pt>
                <c:pt idx="30">
                  <c:v>955.26021800000001</c:v>
                </c:pt>
                <c:pt idx="31">
                  <c:v>1042.2113859999999</c:v>
                </c:pt>
                <c:pt idx="32">
                  <c:v>1137.0771569999999</c:v>
                </c:pt>
                <c:pt idx="33">
                  <c:v>1240.577947</c:v>
                </c:pt>
                <c:pt idx="34">
                  <c:v>1353.499746</c:v>
                </c:pt>
                <c:pt idx="35">
                  <c:v>1476.7000860000001</c:v>
                </c:pt>
                <c:pt idx="36">
                  <c:v>1611.114558</c:v>
                </c:pt>
                <c:pt idx="37">
                  <c:v>1757.763911</c:v>
                </c:pt>
                <c:pt idx="38">
                  <c:v>1917.761808</c:v>
                </c:pt>
                <c:pt idx="39">
                  <c:v>2092.3232800000001</c:v>
                </c:pt>
                <c:pt idx="40">
                  <c:v>2282.7739550000001</c:v>
                </c:pt>
                <c:pt idx="41">
                  <c:v>2490.560125</c:v>
                </c:pt>
                <c:pt idx="42">
                  <c:v>2717.259728</c:v>
                </c:pt>
                <c:pt idx="43">
                  <c:v>2964.5943320000001</c:v>
                </c:pt>
                <c:pt idx="44">
                  <c:v>3234.4422079999999</c:v>
                </c:pt>
                <c:pt idx="45">
                  <c:v>3528.8525930000001</c:v>
                </c:pt>
                <c:pt idx="46">
                  <c:v>3850.0612540000002</c:v>
                </c:pt>
                <c:pt idx="47">
                  <c:v>4200.5074649999997</c:v>
                </c:pt>
              </c:numCache>
            </c:numRef>
          </c:xVal>
          <c:yVal>
            <c:numRef>
              <c:f>'Chart Data'!$H$2:$H$49</c:f>
              <c:numCache>
                <c:formatCode>0</c:formatCode>
                <c:ptCount val="48"/>
                <c:pt idx="0">
                  <c:v>0.37934600000000002</c:v>
                </c:pt>
                <c:pt idx="1">
                  <c:v>0.40960400000000002</c:v>
                </c:pt>
                <c:pt idx="2">
                  <c:v>0.442276</c:v>
                </c:pt>
                <c:pt idx="3">
                  <c:v>0.47755399999999998</c:v>
                </c:pt>
                <c:pt idx="4">
                  <c:v>0.51564500000000002</c:v>
                </c:pt>
                <c:pt idx="5">
                  <c:v>0.55677500000000002</c:v>
                </c:pt>
                <c:pt idx="6">
                  <c:v>0.601186</c:v>
                </c:pt>
                <c:pt idx="7">
                  <c:v>0.64913900000000002</c:v>
                </c:pt>
                <c:pt idx="8">
                  <c:v>0.70091700000000001</c:v>
                </c:pt>
                <c:pt idx="9">
                  <c:v>0.75682499999999997</c:v>
                </c:pt>
                <c:pt idx="10">
                  <c:v>0.81719299999999995</c:v>
                </c:pt>
                <c:pt idx="11">
                  <c:v>0.88237500000000002</c:v>
                </c:pt>
                <c:pt idx="12">
                  <c:v>0.95275699999999997</c:v>
                </c:pt>
                <c:pt idx="13">
                  <c:v>1.028753</c:v>
                </c:pt>
                <c:pt idx="14">
                  <c:v>1.1108100000000001</c:v>
                </c:pt>
                <c:pt idx="15">
                  <c:v>1.1994130000000001</c:v>
                </c:pt>
                <c:pt idx="16">
                  <c:v>1.295083</c:v>
                </c:pt>
                <c:pt idx="17">
                  <c:v>1.398385</c:v>
                </c:pt>
                <c:pt idx="18">
                  <c:v>1.5099260000000001</c:v>
                </c:pt>
                <c:pt idx="19">
                  <c:v>1.6303639999999999</c:v>
                </c:pt>
                <c:pt idx="20">
                  <c:v>1.760408</c:v>
                </c:pt>
                <c:pt idx="21">
                  <c:v>1.900825</c:v>
                </c:pt>
                <c:pt idx="22">
                  <c:v>2.0524429999999998</c:v>
                </c:pt>
                <c:pt idx="23">
                  <c:v>2.2161550000000001</c:v>
                </c:pt>
                <c:pt idx="24">
                  <c:v>2.3929239999999998</c:v>
                </c:pt>
                <c:pt idx="25">
                  <c:v>2.5837940000000001</c:v>
                </c:pt>
                <c:pt idx="26">
                  <c:v>2.7898879999999999</c:v>
                </c:pt>
                <c:pt idx="27">
                  <c:v>3.0124209999999998</c:v>
                </c:pt>
                <c:pt idx="28">
                  <c:v>3.252704</c:v>
                </c:pt>
                <c:pt idx="29">
                  <c:v>3.5121530000000001</c:v>
                </c:pt>
                <c:pt idx="30">
                  <c:v>3.792297</c:v>
                </c:pt>
                <c:pt idx="31">
                  <c:v>4.094786</c:v>
                </c:pt>
                <c:pt idx="32">
                  <c:v>4.4214029999999998</c:v>
                </c:pt>
                <c:pt idx="33">
                  <c:v>4.7740720000000003</c:v>
                </c:pt>
                <c:pt idx="34">
                  <c:v>5.1548720000000001</c:v>
                </c:pt>
                <c:pt idx="35">
                  <c:v>5.566046</c:v>
                </c:pt>
                <c:pt idx="36">
                  <c:v>6.0100170000000004</c:v>
                </c:pt>
                <c:pt idx="37">
                  <c:v>6.489401</c:v>
                </c:pt>
                <c:pt idx="38">
                  <c:v>7.0070220000000001</c:v>
                </c:pt>
                <c:pt idx="39">
                  <c:v>7.565931</c:v>
                </c:pt>
                <c:pt idx="40">
                  <c:v>8.1694209999999998</c:v>
                </c:pt>
                <c:pt idx="41">
                  <c:v>8.8210479999999993</c:v>
                </c:pt>
                <c:pt idx="42">
                  <c:v>9.5246510000000004</c:v>
                </c:pt>
                <c:pt idx="43">
                  <c:v>10.284376</c:v>
                </c:pt>
                <c:pt idx="44">
                  <c:v>11.104701</c:v>
                </c:pt>
                <c:pt idx="45">
                  <c:v>11.990458</c:v>
                </c:pt>
                <c:pt idx="46">
                  <c:v>12.946866</c:v>
                </c:pt>
                <c:pt idx="47">
                  <c:v>13.979562</c:v>
                </c:pt>
              </c:numCache>
            </c:numRef>
          </c:yVal>
          <c:smooth val="1"/>
          <c:extLst>
            <c:ext xmlns:c16="http://schemas.microsoft.com/office/drawing/2014/chart" uri="{C3380CC4-5D6E-409C-BE32-E72D297353CC}">
              <c16:uniqueId val="{00000003-C629-45A5-BD16-6C2BD3BD1848}"/>
            </c:ext>
          </c:extLst>
        </c:ser>
        <c:ser>
          <c:idx val="4"/>
          <c:order val="4"/>
          <c:tx>
            <c:v>Ajuste conjunto</c:v>
          </c:tx>
          <c:spPr>
            <a:ln w="28575">
              <a:solidFill>
                <a:srgbClr val="123247"/>
              </a:solidFill>
              <a:prstDash val="dash"/>
            </a:ln>
          </c:spPr>
          <c:marker>
            <c:symbol val="none"/>
          </c:marker>
          <c:xVal>
            <c:numRef>
              <c:f>'Chart Data'!$I$2:$I$49</c:f>
              <c:numCache>
                <c:formatCode>General</c:formatCode>
                <c:ptCount val="48"/>
                <c:pt idx="0">
                  <c:v>70</c:v>
                </c:pt>
                <c:pt idx="1">
                  <c:v>76.371647999999993</c:v>
                </c:pt>
                <c:pt idx="2">
                  <c:v>83.323266000000004</c:v>
                </c:pt>
                <c:pt idx="3">
                  <c:v>90.907645000000002</c:v>
                </c:pt>
                <c:pt idx="4">
                  <c:v>99.182379999999995</c:v>
                </c:pt>
                <c:pt idx="5">
                  <c:v>108.210312</c:v>
                </c:pt>
                <c:pt idx="6">
                  <c:v>118.05999799999999</c:v>
                </c:pt>
                <c:pt idx="7">
                  <c:v>128.80623700000001</c:v>
                </c:pt>
                <c:pt idx="8">
                  <c:v>140.53063700000001</c:v>
                </c:pt>
                <c:pt idx="9">
                  <c:v>153.32223300000001</c:v>
                </c:pt>
                <c:pt idx="10">
                  <c:v>167.278166</c:v>
                </c:pt>
                <c:pt idx="11">
                  <c:v>182.50441699999999</c:v>
                </c:pt>
                <c:pt idx="12">
                  <c:v>199.116615</c:v>
                </c:pt>
                <c:pt idx="13">
                  <c:v>217.240915</c:v>
                </c:pt>
                <c:pt idx="14">
                  <c:v>237.01495199999999</c:v>
                </c:pt>
                <c:pt idx="15">
                  <c:v>258.58889199999999</c:v>
                </c:pt>
                <c:pt idx="16">
                  <c:v>282.12656900000002</c:v>
                </c:pt>
                <c:pt idx="17">
                  <c:v>307.80672900000002</c:v>
                </c:pt>
                <c:pt idx="18">
                  <c:v>335.824387</c:v>
                </c:pt>
                <c:pt idx="19">
                  <c:v>366.392312</c:v>
                </c:pt>
                <c:pt idx="20">
                  <c:v>399.742638</c:v>
                </c:pt>
                <c:pt idx="21">
                  <c:v>436.12862899999999</c:v>
                </c:pt>
                <c:pt idx="22">
                  <c:v>475.82660099999998</c:v>
                </c:pt>
                <c:pt idx="23">
                  <c:v>519.13802399999997</c:v>
                </c:pt>
                <c:pt idx="24">
                  <c:v>566.39180499999998</c:v>
                </c:pt>
                <c:pt idx="25">
                  <c:v>617.94679299999996</c:v>
                </c:pt>
                <c:pt idx="26">
                  <c:v>674.19449899999995</c:v>
                </c:pt>
                <c:pt idx="27">
                  <c:v>735.56206999999995</c:v>
                </c:pt>
                <c:pt idx="28">
                  <c:v>802.515535</c:v>
                </c:pt>
                <c:pt idx="29">
                  <c:v>875.56334100000004</c:v>
                </c:pt>
                <c:pt idx="30">
                  <c:v>955.26021800000001</c:v>
                </c:pt>
                <c:pt idx="31">
                  <c:v>1042.2113859999999</c:v>
                </c:pt>
                <c:pt idx="32">
                  <c:v>1137.0771569999999</c:v>
                </c:pt>
                <c:pt idx="33">
                  <c:v>1240.577947</c:v>
                </c:pt>
                <c:pt idx="34">
                  <c:v>1353.499746</c:v>
                </c:pt>
                <c:pt idx="35">
                  <c:v>1476.7000860000001</c:v>
                </c:pt>
                <c:pt idx="36">
                  <c:v>1611.114558</c:v>
                </c:pt>
                <c:pt idx="37">
                  <c:v>1757.763911</c:v>
                </c:pt>
                <c:pt idx="38">
                  <c:v>1917.761808</c:v>
                </c:pt>
                <c:pt idx="39">
                  <c:v>2092.3232800000001</c:v>
                </c:pt>
                <c:pt idx="40">
                  <c:v>2282.7739550000001</c:v>
                </c:pt>
                <c:pt idx="41">
                  <c:v>2490.560125</c:v>
                </c:pt>
                <c:pt idx="42">
                  <c:v>2717.259728</c:v>
                </c:pt>
                <c:pt idx="43">
                  <c:v>2964.5943320000001</c:v>
                </c:pt>
                <c:pt idx="44">
                  <c:v>3234.4422079999999</c:v>
                </c:pt>
                <c:pt idx="45">
                  <c:v>3528.8525930000001</c:v>
                </c:pt>
                <c:pt idx="46">
                  <c:v>3850.0612540000002</c:v>
                </c:pt>
                <c:pt idx="47">
                  <c:v>4200.5074649999997</c:v>
                </c:pt>
              </c:numCache>
            </c:numRef>
          </c:xVal>
          <c:yVal>
            <c:numRef>
              <c:f>'Chart Data'!$J$2:$J$49</c:f>
              <c:numCache>
                <c:formatCode>0</c:formatCode>
                <c:ptCount val="48"/>
                <c:pt idx="0">
                  <c:v>0.586225</c:v>
                </c:pt>
                <c:pt idx="1">
                  <c:v>0.63284700000000005</c:v>
                </c:pt>
                <c:pt idx="2">
                  <c:v>0.68317700000000003</c:v>
                </c:pt>
                <c:pt idx="3">
                  <c:v>0.73751</c:v>
                </c:pt>
                <c:pt idx="4">
                  <c:v>0.79616299999999995</c:v>
                </c:pt>
                <c:pt idx="5">
                  <c:v>0.85948199999999997</c:v>
                </c:pt>
                <c:pt idx="6">
                  <c:v>0.92783599999999999</c:v>
                </c:pt>
                <c:pt idx="7">
                  <c:v>1.0016259999999999</c:v>
                </c:pt>
                <c:pt idx="8">
                  <c:v>1.0812850000000001</c:v>
                </c:pt>
                <c:pt idx="9">
                  <c:v>1.167279</c:v>
                </c:pt>
                <c:pt idx="10">
                  <c:v>1.2601119999999999</c:v>
                </c:pt>
                <c:pt idx="11">
                  <c:v>1.360328</c:v>
                </c:pt>
                <c:pt idx="12">
                  <c:v>1.4685140000000001</c:v>
                </c:pt>
                <c:pt idx="13">
                  <c:v>1.585304</c:v>
                </c:pt>
                <c:pt idx="14">
                  <c:v>1.7113830000000001</c:v>
                </c:pt>
                <c:pt idx="15">
                  <c:v>1.847488</c:v>
                </c:pt>
                <c:pt idx="16">
                  <c:v>1.994418</c:v>
                </c:pt>
                <c:pt idx="17">
                  <c:v>2.1530320000000001</c:v>
                </c:pt>
                <c:pt idx="18">
                  <c:v>2.3242620000000001</c:v>
                </c:pt>
                <c:pt idx="19">
                  <c:v>2.509109</c:v>
                </c:pt>
                <c:pt idx="20">
                  <c:v>2.7086570000000001</c:v>
                </c:pt>
                <c:pt idx="21">
                  <c:v>2.9240750000000002</c:v>
                </c:pt>
                <c:pt idx="22">
                  <c:v>3.156625</c:v>
                </c:pt>
                <c:pt idx="23">
                  <c:v>3.40767</c:v>
                </c:pt>
                <c:pt idx="24">
                  <c:v>3.6786799999999999</c:v>
                </c:pt>
                <c:pt idx="25">
                  <c:v>3.971244</c:v>
                </c:pt>
                <c:pt idx="26">
                  <c:v>4.2870739999999996</c:v>
                </c:pt>
                <c:pt idx="27">
                  <c:v>4.6280229999999998</c:v>
                </c:pt>
                <c:pt idx="28">
                  <c:v>4.9960870000000002</c:v>
                </c:pt>
                <c:pt idx="29">
                  <c:v>5.3934230000000003</c:v>
                </c:pt>
                <c:pt idx="30">
                  <c:v>5.8223589999999996</c:v>
                </c:pt>
                <c:pt idx="31">
                  <c:v>6.2854080000000003</c:v>
                </c:pt>
                <c:pt idx="32">
                  <c:v>6.7852829999999997</c:v>
                </c:pt>
                <c:pt idx="33">
                  <c:v>7.3249129999999996</c:v>
                </c:pt>
                <c:pt idx="34">
                  <c:v>7.9074590000000002</c:v>
                </c:pt>
                <c:pt idx="35">
                  <c:v>8.5363349999999993</c:v>
                </c:pt>
                <c:pt idx="36">
                  <c:v>9.2152250000000002</c:v>
                </c:pt>
                <c:pt idx="37">
                  <c:v>9.9481070000000003</c:v>
                </c:pt>
                <c:pt idx="38">
                  <c:v>10.739274</c:v>
                </c:pt>
                <c:pt idx="39">
                  <c:v>11.593362000000001</c:v>
                </c:pt>
                <c:pt idx="40">
                  <c:v>12.515376</c:v>
                </c:pt>
                <c:pt idx="41">
                  <c:v>13.510717</c:v>
                </c:pt>
                <c:pt idx="42">
                  <c:v>14.585217</c:v>
                </c:pt>
                <c:pt idx="43">
                  <c:v>15.745170999999999</c:v>
                </c:pt>
                <c:pt idx="44">
                  <c:v>16.997375999999999</c:v>
                </c:pt>
                <c:pt idx="45">
                  <c:v>18.349167999999999</c:v>
                </c:pt>
                <c:pt idx="46">
                  <c:v>19.808467</c:v>
                </c:pt>
                <c:pt idx="47">
                  <c:v>21.383823</c:v>
                </c:pt>
              </c:numCache>
            </c:numRef>
          </c:yVal>
          <c:smooth val="1"/>
          <c:extLst>
            <c:ext xmlns:c16="http://schemas.microsoft.com/office/drawing/2014/chart" uri="{C3380CC4-5D6E-409C-BE32-E72D297353CC}">
              <c16:uniqueId val="{00000004-C629-45A5-BD16-6C2BD3BD1848}"/>
            </c:ext>
          </c:extLst>
        </c:ser>
        <c:dLbls>
          <c:showLegendKey val="0"/>
          <c:showVal val="0"/>
          <c:showCatName val="0"/>
          <c:showSerName val="0"/>
          <c:showPercent val="0"/>
          <c:showBubbleSize val="0"/>
        </c:dLbls>
        <c:axId val="48650112"/>
        <c:axId val="48672768"/>
      </c:scatterChart>
      <c:valAx>
        <c:axId val="48672768"/>
        <c:scaling>
          <c:orientation val="minMax"/>
          <c:max val="45"/>
          <c:min val="0"/>
        </c:scaling>
        <c:delete val="0"/>
        <c:axPos val="l"/>
        <c:majorGridlines>
          <c:spPr>
            <a:ln w="9525">
              <a:solidFill>
                <a:srgbClr val="DCE3E3"/>
              </a:solidFill>
              <a:prstDash val="solid"/>
            </a:ln>
          </c:spPr>
        </c:majorGridlines>
        <c:title>
          <c:tx>
            <c:rich>
              <a:bodyPr/>
              <a:lstStyle/>
              <a:p>
                <a:r>
                  <a:rPr lang="en-GB" sz="1425">
                    <a:solidFill>
                      <a:srgbClr val="526873"/>
                    </a:solidFill>
                    <a:latin typeface="DejaVu Sans"/>
                    <a:ea typeface="DejaVu Sans"/>
                    <a:cs typeface="DejaVu Sans"/>
                  </a:rPr>
                  <a:t>Q90 (m³/s)</a:t>
                </a:r>
              </a:p>
            </c:rich>
          </c:tx>
          <c:overlay val="0"/>
        </c:title>
        <c:numFmt formatCode="0" sourceLinked="1"/>
        <c:majorTickMark val="none"/>
        <c:minorTickMark val="none"/>
        <c:tickLblPos val="low"/>
        <c:spPr>
          <a:ln w="9525">
            <a:solidFill>
              <a:srgbClr val="526873"/>
            </a:solidFill>
            <a:prstDash val="solid"/>
          </a:ln>
        </c:spPr>
        <c:txPr>
          <a:bodyPr anchorCtr="1"/>
          <a:lstStyle/>
          <a:p>
            <a:pPr>
              <a:defRPr sz="1425">
                <a:solidFill>
                  <a:srgbClr val="526873"/>
                </a:solidFill>
                <a:latin typeface="DejaVu Sans"/>
                <a:ea typeface="DejaVu Sans"/>
                <a:cs typeface="DejaVu Sans"/>
              </a:defRPr>
            </a:pPr>
            <a:endParaRPr lang="en-US"/>
          </a:p>
        </c:txPr>
        <c:crossAx val="48650112"/>
        <c:crossesAt val="0"/>
        <c:crossBetween val="midCat"/>
        <c:majorUnit val="15"/>
      </c:valAx>
      <c:valAx>
        <c:axId val="48650112"/>
        <c:scaling>
          <c:orientation val="minMax"/>
          <c:max val="4500"/>
          <c:min val="0"/>
        </c:scaling>
        <c:delete val="0"/>
        <c:axPos val="b"/>
        <c:title>
          <c:tx>
            <c:rich>
              <a:bodyPr/>
              <a:lstStyle/>
              <a:p>
                <a:r>
                  <a:rPr lang="en-GB" sz="1425">
                    <a:solidFill>
                      <a:srgbClr val="526873"/>
                    </a:solidFill>
                    <a:latin typeface="DejaVu Sans"/>
                    <a:ea typeface="DejaVu Sans"/>
                    <a:cs typeface="DejaVu Sans"/>
                  </a:rPr>
                  <a:t>Área de drenagem (km²)</a:t>
                </a:r>
              </a:p>
            </c:rich>
          </c:tx>
          <c:overlay val="0"/>
        </c:title>
        <c:numFmt formatCode="General" sourceLinked="1"/>
        <c:majorTickMark val="none"/>
        <c:minorTickMark val="none"/>
        <c:tickLblPos val="low"/>
        <c:spPr>
          <a:ln w="9525">
            <a:solidFill>
              <a:srgbClr val="526873"/>
            </a:solidFill>
            <a:prstDash val="solid"/>
          </a:ln>
        </c:spPr>
        <c:txPr>
          <a:bodyPr anchorCtr="1"/>
          <a:lstStyle/>
          <a:p>
            <a:pPr>
              <a:defRPr sz="1425">
                <a:solidFill>
                  <a:srgbClr val="526873"/>
                </a:solidFill>
                <a:latin typeface="DejaVu Sans"/>
                <a:ea typeface="DejaVu Sans"/>
                <a:cs typeface="DejaVu Sans"/>
              </a:defRPr>
            </a:pPr>
            <a:endParaRPr lang="en-US"/>
          </a:p>
        </c:txPr>
        <c:crossAx val="48672768"/>
        <c:crossesAt val="0"/>
        <c:crossBetween val="midCat"/>
        <c:majorUnit val="1500"/>
      </c:valAx>
      <c:spPr>
        <a:solidFill>
          <a:srgbClr val="F7F8F5"/>
        </a:solidFill>
        <a:ln w="0">
          <a:noFill/>
          <a:prstDash val="solid"/>
        </a:ln>
      </c:spPr>
    </c:plotArea>
    <c:plotVisOnly val="1"/>
    <c:dispBlanksAs val="zero"/>
    <c:showDLblsOverMax val="1"/>
  </c:chart>
  <c:spPr>
    <a:solidFill>
      <a:srgbClr val="F7F8F5"/>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Abertura (2 min). Pergunte: como estimar uma vazão em uma seção sem estação fluviométrica? Apresente a regionalização como transferência estruturada de informação. A aula contém 32 lâminas principais, 2 de referências e 4 de detalhamento matemático. A ordem segue conceito → cálculo dos alvos → regiões → curvas acumuladas e index-flood → L-momentos e distribuições → regressão do índice → regressão de Q90 → validação. Foram incorporados os dois artigos fornecidos pelo usuário. Os algoritmos abordados na aula são k-means e Ward. Sugestão de uso: cerca de 3 horas, com pausas para discussão e exercício; a sequência pode ser dividida em dois encontros. Q90 · máximas diárias anuais são os exemplos de vazão de referência; a mesma lógica se estende a outros percentis de permanência.</a:t>
            </a:r>
          </a:p>
          <a:p>
            <a:endParaRPr/>
          </a:p>
          <a:p>
            <a:r>
              <a:t>FONTES E RASTREABILIDADE</a:t>
            </a:r>
          </a:p>
          <a:p>
            <a:r>
              <a:t>Síntese didática elaborada para esta aula.</a:t>
            </a:r>
          </a:p>
          <a:p>
            <a:endParaRPr/>
          </a:p>
          <a:p>
            <a:r>
              <a:t>Exemplos numéricos sintéticos, quando indicados, não representam estações reais. Os blocos de clusterização, Hosking–Wallis, index-flood e regressões são independentes. O hidrograma, as máximas diárias anuais e a curva de permanência usam a mesma série de 1.095 dias. A regressão sintética do índice possui outra base de 24 bacias; o exemplo aplicado combina sua previsão com uma curva regional teórica para ilustrar o produto index-flood.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Conceito (4 min). A regionalização usa informação espacial para estimar uma estatística hidrológica na seção de interesse. As bacias monitoradas fornecem séries e atributos; uma bacia realmente não monitorada fornece somente atributos. O alvo deve ser explicitado: um percentil de permanência, a média das máximas anuais ou um quantil de frequência anual. A transferência por área, regressões regionais e index-flood são abordagens tradicionais. Para máximas, adotamos como variável o máximo anual das vazões médias diárias, diferente do pico instantâneo de cheia. A aula não usa redes neurais ou outros modelos de regressão por aprendizado de máquina.</a:t>
            </a:r>
          </a:p>
          <a:p>
            <a:endParaRPr/>
          </a:p>
          <a:p>
            <a:r>
              <a:t>FONTES E RASTREABILIDADE</a:t>
            </a:r>
          </a:p>
          <a:p>
            <a:r>
              <a:t>Dalrymple, T. (1960). Flood-frequency analyses. USGS Water-Supply Paper 1543-A. https://www.usgs.gov/publications/flood-frequency-analyses-manual-hydrology-part-3</a:t>
            </a:r>
          </a:p>
          <a:p>
            <a:r>
              <a:t>Hosking e Wallis (1997), Regional Frequency Analysis.</a:t>
            </a:r>
          </a:p>
          <a:p>
            <a:r>
              <a:t>Hosking, J. R. M.; Wallis, J. R. (1993). Some statistics useful in regional frequency analysis. Water Resources Research, 29(2), 271–281. https://doi.org/10.1029/92WR01980</a:t>
            </a:r>
          </a:p>
          <a:p>
            <a:r>
              <a:t>Hosking, J. R. M.; Wallis, J. R. (1997). Regional Frequency Analysis: An Approach Based on L-Moments. Cambridge University Press. https://doi.org/10.1017/CBO9780511529443</a:t>
            </a:r>
          </a:p>
          <a:p>
            <a:r>
              <a:t>Documentação oficial lmomRFA: https://search.r-project.org/CRAN/refmans/lmomRFA/html/regtst.html</a:t>
            </a:r>
          </a:p>
          <a:p>
            <a:r>
              <a:t>Cassalho, F.; Beskow, S.; de Mello, C. R.; de Moura, M. M.; de Oliveira, L. F.; de Aguiar, M. S. (2019). Artificial intelligence for identifying hydrologically homogeneous regions: A state-of-the-art regional flood frequency analysis. Hydrological Processes, 33, 1101–1116. https://doi.org/10.1002/hyp.13388. PDF fornecido pelo usuário.</a:t>
            </a:r>
          </a:p>
          <a:p>
            <a:endParaRPr/>
          </a:p>
          <a:p>
            <a:r>
              <a:t>Exemplos numéricos sintéticos, quando indicados, não representam estações reais. Os blocos de clusterização, Hosking–Wallis, index-flood e regressões são independentes. O hidrograma, as máximas diárias anuais e a curva de permanência usam a mesma série de 1.095 dias. A regressão sintética do índice possui outra base de 24 bacias; o exemplo aplicado combina sua previsão com uma curva regional teórica para ilustrar o produto index-flood.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Fundamentos (5 min). Defina T em anos no modelo de máximas anuais e ressalte as hipóteses usuais de estacionariedade e independência entre anos. A excedência de Q90 é de 90% dos dias da distribuição diária de referência, e não de anos. Q90 é o quantil de não excedência 0,10; Q98 é o quantil 0,02. O número 90 não se converte em T. Notação: Qp com p em porcentagem; Q(T) para tempo de retorno.</a:t>
            </a:r>
          </a:p>
          <a:p>
            <a:endParaRPr/>
          </a:p>
          <a:p>
            <a:r>
              <a:t>FONTES E RASTREABILIDADE</a:t>
            </a:r>
          </a:p>
          <a:p>
            <a:r>
              <a:t>Dalrymple, T. (1960). Flood-frequency analyses. USGS Water-Supply Paper 1543-A. https://www.usgs.gov/publications/flood-frequency-analyses-manual-hydrology-part-3</a:t>
            </a:r>
          </a:p>
          <a:p>
            <a:r>
              <a:t>Hosking e Wallis (1997), Regional Frequency Analysis.</a:t>
            </a:r>
          </a:p>
          <a:p>
            <a:r>
              <a:t>SGB. Estudos de vazões de 95% de permanência. https://www.sgb.gov.br/estudos-das-vazoes-de-95-de-permanencia</a:t>
            </a:r>
          </a:p>
          <a:p>
            <a:r>
              <a:t>Holmes, M. G. R. et al. (2002). A region of influence approach to predicting flow duration curves within ungauged catchments. Hydrology and Earth System Sciences, 6, 721–731. https://hess.copernicus.org/articles/6/721/2002/</a:t>
            </a:r>
          </a:p>
          <a:p>
            <a:endParaRPr/>
          </a:p>
          <a:p>
            <a:r>
              <a:t>Exemplos numéricos sintéticos, quando indicados, não representam estações reais. Os blocos de clusterização, Hosking–Wallis, index-flood e regressões são independentes. O hidrograma, as máximas diárias anuais e a curva de permanência usam a mesma série de 1.095 dias. A regressão sintética do índice possui outra base de 24 bacias; o exemplo aplicado combina sua previsão com uma curva regional teórica para ilustrar o produto index-flood.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Cálculo (7 min). A tabela mostra posições selecionadas de uma única ordenação de todos os 1.095 dias, e não uma amostra de seis dias. m=1 corresponde à maior vazão. A convenção de Weibull ilustrada é p=100m/(N+1); existem outras convenções de percentil. Para p=90, m=986,4: interpolar 40% do caminho entre as vazões nas posições 986 e 987. O resultado sem arredondamento é 8,6163508 m³/s. As casas decimais extras na tabela apenas permitem conferir a interpolação. Falhas, período de referência e dias válidos precisam ser tratados antes do cálculo.</a:t>
            </a:r>
          </a:p>
          <a:p>
            <a:endParaRPr/>
          </a:p>
          <a:p>
            <a:r>
              <a:t>FONTES E RASTREABILIDADE</a:t>
            </a:r>
          </a:p>
          <a:p>
            <a:r>
              <a:t>SGB. Estudos de vazões de 95% de permanência. https://www.sgb.gov.br/estudos-das-vazoes-de-95-de-permanencia</a:t>
            </a:r>
          </a:p>
          <a:p>
            <a:r>
              <a:t>Holmes, M. G. R. et al. (2002). A region of influence approach to predicting flow duration curves within ungauged catchments. Hydrology and Earth System Sciences, 6, 721–731. https://hess.copernicus.org/articles/6/721/2002/</a:t>
            </a:r>
          </a:p>
          <a:p>
            <a:endParaRPr/>
          </a:p>
          <a:p>
            <a:r>
              <a:t>Exemplos numéricos sintéticos, quando indicados, não representam estações reais. Os blocos de clusterização, Hosking–Wallis, index-flood e regressões são independentes. O hidrograma, as máximas diárias anuais e a curva de permanência usam a mesma série de 1.095 dias. A regressão sintética do índice possui outra base de 24 bacias; o exemplo aplicado combina sua previsão com uma curva regional teórica para ilustrar o produto index-flood.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Interpretação (6 min). A curva de permanência organiza valores por frequência de excedência, perdendo a ordem temporal. Q90 é o quantil de não excedência 0,10 da distribuição diária; não corresponde a um tempo de retorno de 90 anos. Nesta mesma série Q98=7,7672225 m³/s, menor que Q90 porque é excedida com maior frequência. A porcentagem se refere ao conjunto de dias do período adotado, sem garantia da mesma porcentagem em cada ano ou de uma duração máxima de estiagem consecutiva. As curvas usam redução de pontos para exibição, mas o cálculo usa todos os dias.</a:t>
            </a:r>
          </a:p>
          <a:p>
            <a:endParaRPr/>
          </a:p>
          <a:p>
            <a:r>
              <a:t>FONTES E RASTREABILIDADE</a:t>
            </a:r>
          </a:p>
          <a:p>
            <a:r>
              <a:t>SGB. Estudos de vazões de 95% de permanência. https://www.sgb.gov.br/estudos-das-vazoes-de-95-de-permanencia</a:t>
            </a:r>
          </a:p>
          <a:p>
            <a:r>
              <a:t>Holmes, M. G. R. et al. (2002). A region of influence approach to predicting flow duration curves within ungauged catchments. Hydrology and Earth System Sciences, 6, 721–731. https://hess.copernicus.org/articles/6/721/2002/</a:t>
            </a:r>
          </a:p>
          <a:p>
            <a:endParaRPr/>
          </a:p>
          <a:p>
            <a:r>
              <a:t>Exemplos numéricos sintéticos, quando indicados, não representam estações reais. Os blocos de clusterização, Hosking–Wallis, index-flood e regressões são independentes. O hidrograma, as máximas diárias anuais e a curva de permanência usam a mesma série de 1.095 dias. A regressão sintética do índice possui outra base de 24 bacias; o exemplo aplicado combina sua previsão com uma curva regional teórica para ilustrar o produto index-flood.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Máximas diárias anuais (7 min). A série original é de vazões médias diárias. Para cada ano hidrológico definido, tomar a maior dessas médias diárias; isso não estima automaticamente o pico instantâneo. No exemplo de três anos de 365 dias, as máximas são 86,4668; 126,646; 120,514 m³/s e sua média é 111,209. O gráfico preserva os picos ao reduzir pontos para exibição. A escolha do ano hidrológico e a completude de cada ano devem impedir que falhas na estação chuvosa produzam máximas artificialmente baixas. A série de três anos é exclusivamente demonstrativa; a curva regional GEV dos slides seguintes é um exemplo teórico independente.</a:t>
            </a:r>
          </a:p>
          <a:p>
            <a:endParaRPr/>
          </a:p>
          <a:p>
            <a:r>
              <a:t>FONTES E RASTREABILIDADE</a:t>
            </a:r>
          </a:p>
          <a:p>
            <a:r>
              <a:t>Dalrymple, T. (1960). Flood-frequency analyses. USGS Water-Supply Paper 1543-A. https://www.usgs.gov/publications/flood-frequency-analyses-manual-hydrology-part-3</a:t>
            </a:r>
          </a:p>
          <a:p>
            <a:r>
              <a:t>Hosking e Wallis (1997), Regional Frequency Analysis.</a:t>
            </a:r>
          </a:p>
          <a:p>
            <a:r>
              <a:t>Hosking, J. R. M.; Wallis, J. R. (1993). Some statistics useful in regional frequency analysis. Water Resources Research, 29(2), 271–281. https://doi.org/10.1029/92WR01980</a:t>
            </a:r>
          </a:p>
          <a:p>
            <a:r>
              <a:t>Hosking, J. R. M.; Wallis, J. R. (1997). Regional Frequency Analysis: An Approach Based on L-Moments. Cambridge University Press. https://doi.org/10.1017/CBO9780511529443</a:t>
            </a:r>
          </a:p>
          <a:p>
            <a:r>
              <a:t>Documentação oficial lmomRFA: https://search.r-project.org/CRAN/refmans/lmomRFA/html/regtst.html</a:t>
            </a:r>
          </a:p>
          <a:p>
            <a:endParaRPr/>
          </a:p>
          <a:p>
            <a:r>
              <a:t>Exemplos numéricos sintéticos, quando indicados, não representam estações reais. Os blocos de clusterização, Hosking–Wallis, index-flood e regressões são independentes. O hidrograma, as máximas diárias anuais e a curva de permanência usam a mesma série de 1.095 dias. A regressão sintética do índice possui outra base de 24 bacias; o exemplo aplicado combina sua previsão com uma curva regional teórica para ilustrar o produto index-flood.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Dados (5 min). Verificar qualidade, extensão, sincronismo das observações e influências antrópicas antes da regionalização. Para máximas diárias anuais, discutir mudanças de regime e independência interanual. Um teste de tendência não significativo não prova estacionariedade. Para permanência, discutir períodos hidrológicos comparáveis e representatividade de anos secos. Atributos de aplicação devem estar disponíveis também nas bacias sem posto; estatísticas derivadas da vazão local não podem entrar como entrada disponível em um cenário realmente não monitorado. Evitar preencher falhas extensas sem discutir o efeito na incerteza.</a:t>
            </a:r>
          </a:p>
          <a:p>
            <a:endParaRPr/>
          </a:p>
          <a:p>
            <a:r>
              <a:t>FONTES E RASTREABILIDADE</a:t>
            </a:r>
          </a:p>
          <a:p>
            <a:r>
              <a:t>Hosking, J. R. M.; Wallis, J. R. (1993). Some statistics useful in regional frequency analysis. Water Resources Research, 29(2), 271–281. https://doi.org/10.1029/92WR01980</a:t>
            </a:r>
          </a:p>
          <a:p>
            <a:r>
              <a:t>Hosking, J. R. M.; Wallis, J. R. (1997). Regional Frequency Analysis: An Approach Based on L-Moments. Cambridge University Press. https://doi.org/10.1017/CBO9780511529443</a:t>
            </a:r>
          </a:p>
          <a:p>
            <a:r>
              <a:t>Documentação oficial lmomRFA: https://search.r-project.org/CRAN/refmans/lmomRFA/html/regtst.html</a:t>
            </a:r>
          </a:p>
          <a:p>
            <a:r>
              <a:t>SGB. Estudos de vazões de 95% de permanência. https://www.sgb.gov.br/estudos-das-vazoes-de-95-de-permanencia</a:t>
            </a:r>
          </a:p>
          <a:p>
            <a:r>
              <a:t>Holmes, M. G. R. et al. (2002). A region of influence approach to predicting flow duration curves within ungauged catchments. Hydrology and Earth System Sciences, 6, 721–731. https://hess.copernicus.org/articles/6/721/2002/</a:t>
            </a:r>
          </a:p>
          <a:p>
            <a:endParaRPr/>
          </a:p>
          <a:p>
            <a:r>
              <a:t>Exemplos numéricos sintéticos, quando indicados, não representam estações reais. Os blocos de clusterização, Hosking–Wallis, index-flood e regressões são independentes. O hidrograma, as máximas diárias anuais e a curva de permanência usam a mesma série de 1.095 dias. A regressão sintética do índice possui outra base de 24 bacias; o exemplo aplicado combina sua previsão com uma curva regional teórica para ilustrar o produto index-flood.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Regiões (5 min). Homogeneidade é relativa a um alvo e a uma hipótese. Na frequência de máximas, espera-se uma distribuição comum depois de remover a escala local; isso será visualizado após os algoritmos. A clusterização produz candidatos a partir de atributos, não um certificado de homogeneidade. Contiguidade geográfica não é exigência matemática do index-flood. Cassalho et al., Hydrological Processes, aplicaram cinco algoritmos e três distâncias; nesta aula a formação dos grupos fica restrita ao k-means e a Ward. Ward aparece na revisão do artigo, mas não foi um dos algoritmos comparados empiricamente pelos autores.</a:t>
            </a:r>
          </a:p>
          <a:p>
            <a:endParaRPr/>
          </a:p>
          <a:p>
            <a:r>
              <a:t>FONTES E RASTREABILIDADE</a:t>
            </a:r>
          </a:p>
          <a:p>
            <a:r>
              <a:t>Hosking, J. R. M.; Wallis, J. R. (1993). Some statistics useful in regional frequency analysis. Water Resources Research, 29(2), 271–281. https://doi.org/10.1029/92WR01980</a:t>
            </a:r>
          </a:p>
          <a:p>
            <a:r>
              <a:t>Hosking, J. R. M.; Wallis, J. R. (1997). Regional Frequency Analysis: An Approach Based on L-Moments. Cambridge University Press. https://doi.org/10.1017/CBO9780511529443</a:t>
            </a:r>
          </a:p>
          <a:p>
            <a:r>
              <a:t>Documentação oficial lmomRFA: https://search.r-project.org/CRAN/refmans/lmomRFA/html/regtst.html</a:t>
            </a:r>
          </a:p>
          <a:p>
            <a:r>
              <a:t>Cassalho, F.; Beskow, S.; de Mello, C. R.; de Moura, M. M.; de Oliveira, L. F.; de Aguiar, M. S. (2019). Artificial intelligence for identifying hydrologically homogeneous regions: A state-of-the-art regional flood frequency analysis. Hydrological Processes, 33, 1101–1116. https://doi.org/10.1002/hyp.13388. PDF fornecido pelo usuário.</a:t>
            </a:r>
          </a:p>
          <a:p>
            <a:r>
              <a:t>Documentação oficial scikit-learn, Clustering (k-means e Ward): https://scikit-learn.org/stable/modules/clustering.html</a:t>
            </a:r>
          </a:p>
          <a:p>
            <a:endParaRPr/>
          </a:p>
          <a:p>
            <a:r>
              <a:t>Exemplos numéricos sintéticos, quando indicados, não representam estações reais. Os blocos de clusterização, Hosking–Wallis, index-flood e regressões são independentes. O hidrograma, as máximas diárias anuais e a curva de permanência usam a mesma série de 1.095 dias. A regressão sintética do índice possui outra base de 24 bacias; o exemplo aplicado combina sua previsão com uma curva regional teórica para ilustrar o produto index-flood.</a:t>
            </a:r>
          </a:p>
          <a:p>
            <a:endParaRPr/>
          </a:p>
          <a:p>
            <a:r>
              <a:t>FIGURA DIDÁTICA — seis bacias e três regiões candidatas. A mesma cor identifica um grupo: B1 e B6 (verde-azulado), B2 e B4 (ocre), B3 e B5 (violeta). Cada contorno representa o divisor de águas; os traços azuis mostram a drenagem e o ponto no limite inferior marca o exutório. A figura é inteiramente esquemática, sem mapa, medições ou estações reais. As bacias de um grupo foram colocadas em posições separadas e com tamanhos diferentes para ilustrar que contiguidade e igualdade de área não são requisitos de homogeneidade. As cores representam uma classificação hipotética, não um resultado estatístico. Reforce a sequência: atributos físicos e climáticos → regiões candidatas por k-means ou Ward → avaliação hidrológica. Para máximas, a hipótese relevante é a semelhança da distribuição adimensional, com escalas locais próprias; Hosking e Wallis avaliam a heterogeneidade pelas séries. A figura não demonstra que todo grupo físico seja hidrologicamente homogêneo.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Preparação de X (5 min). Comparar uma variável em km² com outra em graus sem padronização pode fazer a primeira dominar a distância euclidiana. Padronização dá escala comparável, mas não resolve redundância: dois atributos muito correlacionados podem duplicar o peso de um processo. Seleção, transformação e parâmetros de padronização devem ser ajustados dentro do treinamento na validação. Não colocar simultaneamente vazões-alvo e atributos usados para prever bacias sem posto. O exemplo seguinte usa apenas precipitação e declividade padronizadas, para possibilitar visualização bidimensional.</a:t>
            </a:r>
          </a:p>
          <a:p>
            <a:endParaRPr/>
          </a:p>
          <a:p>
            <a:r>
              <a:t>FONTES E RASTREABILIDADE</a:t>
            </a:r>
          </a:p>
          <a:p>
            <a:r>
              <a:t>Documentação oficial scikit-learn, Clustering (k-means e Ward): https://scikit-learn.org/stable/modules/clustering.html</a:t>
            </a:r>
          </a:p>
          <a:p>
            <a:endParaRPr/>
          </a:p>
          <a:p>
            <a:r>
              <a:t>Exemplos numéricos sintéticos, quando indicados, não representam estações reais. Os blocos de clusterização, Hosking–Wallis, index-flood e regressões são independentes. O hidrograma, as máximas diárias anuais e a curva de permanência usam a mesma série de 1.095 dias. A regressão sintética do índice possui outra base de 24 bacias; o exemplo aplicado combina sua previsão com uma curva regional teórica para ilustrar o produto index-flood.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K-means (7 min). Exiba a inicialização e peça que a turma preveja o movimento de um centro. As cores indicam rótulos de grupo; o X é um centroide. A figura mostra uma trajetória de Lloyd calculada, não é animação. A comparação final de técnicas usa o resultado de 30 inicializações. O critério é J = soma sobre grupos e bacias da distância euclidiana ao centro ao quadrado. K-means pode ficar em um mínimo local: repetir inicializações e verificar estabilidade. Centros são vetores de atributos e não estações físicas.</a:t>
            </a:r>
          </a:p>
          <a:p>
            <a:endParaRPr/>
          </a:p>
          <a:p>
            <a:r>
              <a:t>FONTES E RASTREABILIDADE</a:t>
            </a:r>
          </a:p>
          <a:p>
            <a:r>
              <a:t>Documentação oficial scikit-learn, Clustering (k-means e Ward): https://scikit-learn.org/stable/modules/clustering.html</a:t>
            </a:r>
          </a:p>
          <a:p>
            <a:endParaRPr/>
          </a:p>
          <a:p>
            <a:r>
              <a:t>Exemplos numéricos sintéticos, quando indicados, não representam estações reais. Os blocos de clusterização, Hosking–Wallis, index-flood e regressões são independentes. O hidrograma, as máximas diárias anuais e a curva de permanência usam a mesma série de 1.095 dias. A regressão sintética do índice possui outra base de 24 bacias; o exemplo aplicado combina sua previsão com uma curva regional teórica para ilustrar o produto index-flood.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Ward (6 min). Percorra uma fusão de baixa altura e depois uma fusão elevada. O método une grupos de modo a minimizar o aumento da soma de quadrados intragrupo. O eixo vertical é a altura na convenção de Ward da implementação; não representa vazão. O corte em altura 4,489 produz três grupos nesta amostra. A ordem horizontal é a ordem das folhas, sem significado espacial. Ward não fornece automaticamente uma regra preditiva para uma nova bacia; mais adiante, uma regra de atribuição em atributos deverá ser declarada.</a:t>
            </a:r>
          </a:p>
          <a:p>
            <a:endParaRPr/>
          </a:p>
          <a:p>
            <a:r>
              <a:t>FONTES E RASTREABILIDADE</a:t>
            </a:r>
          </a:p>
          <a:p>
            <a:r>
              <a:t>Documentação oficial scikit-learn, Clustering (k-means e Ward): https://scikit-learn.org/stable/modules/clustering.html</a:t>
            </a:r>
          </a:p>
          <a:p>
            <a:endParaRPr/>
          </a:p>
          <a:p>
            <a:r>
              <a:t>Exemplos numéricos sintéticos, quando indicados, não representam estações reais. Os blocos de clusterização, Hosking–Wallis, index-flood e regressões são independentes. O hidrograma, as máximas diárias anuais e a curva de permanência usam a mesma série de 1.095 dias. A regressão sintética do índice possui outra base de 24 bacias; o exemplo aplicado combina sua previsão com uma curva regional teórica para ilustrar o produto index-flood.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Comparação (6 min). O k-means minimiza a soma de distâncias euclidianas ao quadrado aos centroides; Ward constrói fusões de grupos para minimizar o aumento da soma de quadrados intragrupo. Ambos usam os mesmos atributos padronizados do exemplo. K=3 é uma escolha didática, independente do número de técnicas. Avaliar vários K, sensibilidade dos grupos, número de estações, extensão de registro e diagnóstico hidrológico. Silhuetas deste exemplo: 0,593 e 0,579, diferença que não estabelece superioridade universal. Os exemplos de Hosking–Wallis usam outras regiões sintéticas; H1 não foi calculado para estes clusters. Em dados reais deve-se manter o vínculo entre cada bacia, seus atributos e sua série.</a:t>
            </a:r>
          </a:p>
          <a:p>
            <a:endParaRPr/>
          </a:p>
          <a:p>
            <a:r>
              <a:t>FONTES E RASTREABILIDADE</a:t>
            </a:r>
          </a:p>
          <a:p>
            <a:r>
              <a:t>Documentação oficial scikit-learn, Clustering (k-means e Ward): https://scikit-learn.org/stable/modules/clustering.html</a:t>
            </a:r>
          </a:p>
          <a:p>
            <a:r>
              <a:t>Hosking, J. R. M.; Wallis, J. R. (1993). Some statistics useful in regional frequency analysis. Water Resources Research, 29(2), 271–281. https://doi.org/10.1029/92WR01980</a:t>
            </a:r>
          </a:p>
          <a:p>
            <a:r>
              <a:t>Hosking, J. R. M.; Wallis, J. R. (1997). Regional Frequency Analysis: An Approach Based on L-Moments. Cambridge University Press. https://doi.org/10.1017/CBO9780511529443</a:t>
            </a:r>
          </a:p>
          <a:p>
            <a:r>
              <a:t>Documentação oficial lmomRFA: https://search.r-project.org/CRAN/refmans/lmomRFA/html/regtst.html</a:t>
            </a:r>
          </a:p>
          <a:p>
            <a:r>
              <a:t>Cassalho, F.; Beskow, S.; de Mello, C. R.; de Moura, M. M.; de Oliveira, L. F.; de Aguiar, M. S. (2019). Artificial intelligence for identifying hydrologically homogeneous regions: A state-of-the-art regional flood frequency analysis. Hydrological Processes, 33, 1101–1116. https://doi.org/10.1002/hyp.13388. PDF fornecido pelo usuário.</a:t>
            </a:r>
          </a:p>
          <a:p>
            <a:endParaRPr/>
          </a:p>
          <a:p>
            <a:r>
              <a:t>Exemplos numéricos sintéticos, quando indicados, não representam estações reais. Os blocos de clusterização, Hosking–Wallis, index-flood e regressões são independentes. O hidrograma, as máximas diárias anuais e a curva de permanência usam a mesma série de 1.095 dias. A regressão sintética do índice possui outra base de 24 bacias; o exemplo aplicado combina sua previsão com uma curva regional teórica para ilustrar o produto index-flood.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Curva acumulada (7 min). Agora os eixos são vazão no eixo horizontal e probabilidade de não excedência F no vertical. São distribuições das máximas anuais, não curvas de permanência de todos os dias. Na hipótese index-flood, as funções acumuladas diferem apenas por escala: F_i(q)=F_R(q/μ_i). μ_i é a média das máximas diárias anuais de cada estação. As três curvas teóricas coincidem exatamente após dividir pela média; em dados amostrais esperamos proximidade compatível com a variabilidade de amostragem, não sobreposição perfeita. A função teórica usada é GEV com média adimensional 1, independente das três máximas extraídas no slide 6.</a:t>
            </a:r>
          </a:p>
          <a:p>
            <a:endParaRPr/>
          </a:p>
          <a:p>
            <a:r>
              <a:t>FONTES E RASTREABILIDADE</a:t>
            </a:r>
          </a:p>
          <a:p>
            <a:r>
              <a:t>Hosking, J. R. M.; Wallis, J. R. (1993). Some statistics useful in regional frequency analysis. Water Resources Research, 29(2), 271–281. https://doi.org/10.1029/92WR01980</a:t>
            </a:r>
          </a:p>
          <a:p>
            <a:r>
              <a:t>Hosking, J. R. M.; Wallis, J. R. (1997). Regional Frequency Analysis: An Approach Based on L-Moments. Cambridge University Press. https://doi.org/10.1017/CBO9780511529443</a:t>
            </a:r>
          </a:p>
          <a:p>
            <a:r>
              <a:t>Documentação oficial lmomRFA: https://search.r-project.org/CRAN/refmans/lmomRFA/html/regtst.html</a:t>
            </a:r>
          </a:p>
          <a:p>
            <a:r>
              <a:t>Dalrymple, T. (1960). Flood-frequency analyses. USGS Water-Supply Paper 1543-A. https://www.usgs.gov/publications/flood-frequency-analyses-manual-hydrology-part-3</a:t>
            </a:r>
          </a:p>
          <a:p>
            <a:r>
              <a:t>Hosking e Wallis (1997), Regional Frequency Analysis.</a:t>
            </a:r>
          </a:p>
          <a:p>
            <a:endParaRPr/>
          </a:p>
          <a:p>
            <a:r>
              <a:t>Exemplos numéricos sintéticos, quando indicados, não representam estações reais. Os blocos de clusterização, Hosking–Wallis, index-flood e regressões são independentes. O hidrograma, as máximas diárias anuais e a curva de permanência usam a mesma série de 1.095 dias. A regressão sintética do índice possui outra base de 24 bacias; o exemplo aplicado combina sua previsão com uma curva regional teórica para ilustrar o produto index-flood.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Index-flood (6 min). A equação separa escala local μ_i e forma regional gR(T). Nesta aula, μ_i é a média das máximas</a:t>
            </a:r>
          </a:p>
          <a:p>
            <a:r>
              <a:t>diárias anuais. Não é a vazão média diária e não é necessariamente Q2. Defina a variável adimensional Z_i,y = M_i,y / μ_i para as máximas anuais M. Sob a hipótese regional, Z tem a mesma distribuição em todos os postos. Em uma bacia sem dados, ambos os componentes precisam ser estimados: a curva regional com postos e o índice local com uma relação regional baseada em atributos.</a:t>
            </a:r>
          </a:p>
          <a:p>
            <a:endParaRPr/>
          </a:p>
          <a:p>
            <a:r>
              <a:t>FONTES E RASTREABILIDADE</a:t>
            </a:r>
          </a:p>
          <a:p>
            <a:r>
              <a:t>Dalrymple, T. (1960). Flood-frequency analyses. USGS Water-Supply Paper 1543-A. https://www.usgs.gov/publications/flood-frequency-analyses-manual-hydrology-part-3</a:t>
            </a:r>
          </a:p>
          <a:p>
            <a:r>
              <a:t>Hosking e Wallis (1997), Regional Frequency Analysis.</a:t>
            </a:r>
          </a:p>
          <a:p>
            <a:r>
              <a:t>Hosking, J. R. M.; Wallis, J. R. (1993). Some statistics useful in regional frequency analysis. Water Resources Research, 29(2), 271–281. https://doi.org/10.1029/92WR01980</a:t>
            </a:r>
          </a:p>
          <a:p>
            <a:r>
              <a:t>Hosking, J. R. M.; Wallis, J. R. (1997). Regional Frequency Analysis: An Approach Based on L-Moments. Cambridge University Press. https://doi.org/10.1017/CBO9780511529443</a:t>
            </a:r>
          </a:p>
          <a:p>
            <a:r>
              <a:t>Documentação oficial lmomRFA: https://search.r-project.org/CRAN/refmans/lmomRFA/html/regtst.html</a:t>
            </a:r>
          </a:p>
          <a:p>
            <a:endParaRPr/>
          </a:p>
          <a:p>
            <a:r>
              <a:t>Exemplos numéricos sintéticos, quando indicados, não representam estações reais. Os blocos de clusterização, Hosking–Wallis, index-flood e regressões são independentes. O hidrograma, as máximas diárias anuais e a curva de permanência usam a mesma série de 1.095 dias. A regressão sintética do índice possui outra base de 24 bacias; o exemplo aplicado combina sua previsão com uma curva regional teórica para ilustrar o produto index-flood.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Frequência e retorno (6 min). O quantil da distribuição adimensional para F=1−1/T é o fator regional gR(T). Para T=50 anos, F=0,98 e g=1,79370584. Trata-se de 2% de excedência em um ano sob o modelo estacionário de máximas, não de um evento garantido a cada 50 anos. Q90 da curva diária tem outra definição: é excedida em 90% dos dias e não se converte em T desta tabela. A GEV ilustrativa é teórica; o próximo bloco mostra como estimar a distribuição regional usando L-momentos. Nenhuma estimativa de T longo é obtida da pequena série de três anos.</a:t>
            </a:r>
          </a:p>
          <a:p>
            <a:endParaRPr/>
          </a:p>
          <a:p>
            <a:r>
              <a:t>FONTES E RASTREABILIDADE</a:t>
            </a:r>
          </a:p>
          <a:p>
            <a:r>
              <a:t>Hosking, J. R. M.; Wallis, J. R. (1993). Some statistics useful in regional frequency analysis. Water Resources Research, 29(2), 271–281. https://doi.org/10.1029/92WR01980</a:t>
            </a:r>
          </a:p>
          <a:p>
            <a:r>
              <a:t>Hosking, J. R. M.; Wallis, J. R. (1997). Regional Frequency Analysis: An Approach Based on L-Moments. Cambridge University Press. https://doi.org/10.1017/CBO9780511529443</a:t>
            </a:r>
          </a:p>
          <a:p>
            <a:r>
              <a:t>Documentação oficial lmomRFA: https://search.r-project.org/CRAN/refmans/lmomRFA/html/regtst.html</a:t>
            </a:r>
          </a:p>
          <a:p>
            <a:r>
              <a:t>Dalrymple, T. (1960). Flood-frequency analyses. USGS Water-Supply Paper 1543-A. https://www.usgs.gov/publications/flood-frequency-analyses-manual-hydrology-part-3</a:t>
            </a:r>
          </a:p>
          <a:p>
            <a:r>
              <a:t>Hosking e Wallis (1997), Regional Frequency Analysis.</a:t>
            </a:r>
          </a:p>
          <a:p>
            <a:endParaRPr/>
          </a:p>
          <a:p>
            <a:r>
              <a:t>Exemplos numéricos sintéticos, quando indicados, não representam estações reais. Os blocos de clusterização, Hosking–Wallis, index-flood e regressões são independentes. O hidrograma, as máximas diárias anuais e a curva de permanência usam a mesma série de 1.095 dias. A regressão sintética do índice possui outra base de 24 bacias; o exemplo aplicado combina sua previsão com uma curva regional teórica para ilustrar o produto index-flood.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L-momentos (7 min). Os L-momentos são combinações lineares de estatísticas de ordem; não são potências dos momentos convencionais. Nas máximas anuais, ℓ1 é a média das máximas, não a média das vazões diárias. As razões permitem comparar estações de escalas diferentes. H1 usa principalmente a dispersão de L-CV, enquanto D_i usa o vetor (t, t3, t4). Ressalte a incerteza das estimativas em séries curtas. Definir primeiro as estatísticas de ordem: valores da amostra colocados em ordem crescente. L-momentos são médias ponderadas lineares desses valores; as razões descrevem dispersão relativa e forma. A divisão por uma constante positiva não muda t, t3 e t4. l2 não é o desvio-padrão. O apêndice apresenta as fórmulas centrais de Hosking–Wallis.</a:t>
            </a:r>
          </a:p>
          <a:p>
            <a:endParaRPr/>
          </a:p>
          <a:p>
            <a:r>
              <a:t>FONTES E RASTREABILIDADE</a:t>
            </a:r>
          </a:p>
          <a:p>
            <a:r>
              <a:t>Hosking, J. R. M.; Wallis, J. R. (1993). Some statistics useful in regional frequency analysis. Water Resources Research, 29(2), 271–281. https://doi.org/10.1029/92WR01980</a:t>
            </a:r>
          </a:p>
          <a:p>
            <a:r>
              <a:t>Hosking, J. R. M.; Wallis, J. R. (1997). Regional Frequency Analysis: An Approach Based on L-Moments. Cambridge University Press. https://doi.org/10.1017/CBO9780511529443</a:t>
            </a:r>
          </a:p>
          <a:p>
            <a:r>
              <a:t>Documentação oficial lmomRFA: https://search.r-project.org/CRAN/refmans/lmomRFA/html/regtst.html</a:t>
            </a:r>
          </a:p>
          <a:p>
            <a:endParaRPr/>
          </a:p>
          <a:p>
            <a:r>
              <a:t>Exemplos numéricos sintéticos, quando indicados, não representam estações reais. Os blocos de clusterização, Hosking–Wallis, index-flood e regressões são independentes. O hidrograma, as máximas diárias anuais e a curva de permanência usam a mesma série de 1.095 dias. A regressão sintética do índice possui outra base de 24 bacias; o exemplo aplicado combina sua previsão com uma curva regional teórica para ilustrar o produto index-flood.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Hosking e Wallis (8 min). Calcular L-CV de cada estação e sua média regional ponderada por n_i. Vobs é a raiz da média ponderada dos desvios quadráticos desses L-CV. Ajustar uma distribuição Kappa às razões regionais e simular muitas regiões homogêneas preservando o número de estações N e os comprimentos n_i. A média e o desvio-padrão dos V simulados definem a referência. H1 é um diagnóstico de heterogeneidade, não p-valor. D_i usa o vetor (t,t3,t4) de cada estação e um centro não ponderado; seu valor crítico depende de N. Uma estação discordante precisa ser investigada, sem exclusão automática. Fórmulas e demonstração numérica nos slides 35–38. A distribuição Kappa da simulação não é automaticamente a distribuição final de Q(T).</a:t>
            </a:r>
          </a:p>
          <a:p>
            <a:endParaRPr/>
          </a:p>
          <a:p>
            <a:r>
              <a:t>FONTES E RASTREABILIDADE</a:t>
            </a:r>
          </a:p>
          <a:p>
            <a:r>
              <a:t>Hosking, J. R. M.; Wallis, J. R. (1993). Some statistics useful in regional frequency analysis. Water Resources Research, 29(2), 271–281. https://doi.org/10.1029/92WR01980</a:t>
            </a:r>
          </a:p>
          <a:p>
            <a:r>
              <a:t>Hosking, J. R. M.; Wallis, J. R. (1997). Regional Frequency Analysis: An Approach Based on L-Moments. Cambridge University Press. https://doi.org/10.1017/CBO9780511529443</a:t>
            </a:r>
          </a:p>
          <a:p>
            <a:r>
              <a:t>Documentação oficial lmomRFA: https://search.r-project.org/CRAN/refmans/lmomRFA/html/regtst.html</a:t>
            </a:r>
          </a:p>
          <a:p>
            <a:r>
              <a:t>Cassalho, F.; Beskow, S.; de Mello, C. R.; de Moura, M. M. (2019). Regional flood frequency analysis using L-moments for geographically defined regions: An assessment in Brazil. Journal of Flood Risk Management, 12, e12453. https://doi.org/10.1111/jfr3.12453. Publicação on-line em 2018. PDF fornecido pelo usuário; resultados da Tabela 2 e discussão do ajuste das distribuições.</a:t>
            </a:r>
          </a:p>
          <a:p>
            <a:r>
              <a:t>Cassalho, F.; Beskow, S.; de Mello, C. R.; de Moura, M. M.; de Oliveira, L. F.; de Aguiar, M. S. (2019). Artificial intelligence for identifying hydrologically homogeneous regions: A state-of-the-art regional flood frequency analysis. Hydrological Processes, 33, 1101–1116. https://doi.org/10.1002/hyp.13388. PDF fornecido pelo usuário.</a:t>
            </a:r>
          </a:p>
          <a:p>
            <a:endParaRPr/>
          </a:p>
          <a:p>
            <a:r>
              <a:t>Exemplos numéricos sintéticos, quando indicados, não representam estações reais. Os blocos de clusterização, Hosking–Wallis, index-flood e regressões são independentes. O hidrograma, as máximas diárias anuais e a curva de permanência usam a mesma série de 1.095 dias. A regressão sintética do índice possui outra base de 24 bacias; o exemplo aplicado combina sua previsão com uma curva regional teórica para ilustrar o produto index-flood.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Interpretação (6 min). O caso homogêneo sintético apresentou Vobs 0,023567, μV 0,024568, σV 0,005999 e H1 = −0,167: a dispersão observada foi ligeiramente menor que a média simulada, portanto H negativo é válido. O caso heterogêneo apresentou 3,50. Os limites são regras convencionais de diagnóstico e não devem ser tratados como teste exato universal. H2 e H3 complementam a avaliação usando outras razões de L-momentos; não se faz média nem votação automática entre eles. Correlacionamento entre estações, amostras pequenas, regulações e heterogeneidade de forma são limitações a discutir. Uma região aceitável ainda exige selecionar e avaliar uma distribuição regional.</a:t>
            </a:r>
          </a:p>
          <a:p>
            <a:endParaRPr/>
          </a:p>
          <a:p>
            <a:r>
              <a:t>FONTES E RASTREABILIDADE</a:t>
            </a:r>
          </a:p>
          <a:p>
            <a:r>
              <a:t>Hosking, J. R. M.; Wallis, J. R. (1993). Some statistics useful in regional frequency analysis. Water Resources Research, 29(2), 271–281. https://doi.org/10.1029/92WR01980</a:t>
            </a:r>
          </a:p>
          <a:p>
            <a:r>
              <a:t>Hosking, J. R. M.; Wallis, J. R. (1997). Regional Frequency Analysis: An Approach Based on L-Moments. Cambridge University Press. https://doi.org/10.1017/CBO9780511529443</a:t>
            </a:r>
          </a:p>
          <a:p>
            <a:r>
              <a:t>Documentação oficial lmomRFA: https://search.r-project.org/CRAN/refmans/lmomRFA/html/regtst.html</a:t>
            </a:r>
          </a:p>
          <a:p>
            <a:endParaRPr/>
          </a:p>
          <a:p>
            <a:r>
              <a:t>Exemplos numéricos sintéticos, quando indicados, não representam estações reais. Os blocos de clusterização, Hosking–Wallis, index-flood e regressões são independentes. O hidrograma, as máximas diárias anuais e a curva de permanência usam a mesma série de 1.095 dias. A regressão sintética do índice possui outra base de 24 bacias; o exemplo aplicado combina sua previsão com uma curva regional teórica para ilustrar o produto index-flood.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Ajuste regional (8 min). Após a avaliação da região, adimensionalizar cada série pela sua própria média das máximas. Os L-momentos de escala adimensional têm l1=1; combinar as razões amostrais com pesos n_i para estimar as razões populacionais da região. Por exemplo, fixar λ1=1, λ2=tR e τ3=t3R para estimar uma família de três parâmetros; τ4 ajuda a avaliar a compatibilidade. Não simplesmente juntar vazões brutas de bacias com magnitudes diferentes. GEV e Pearson III são candidatas e não escolhas universais. O gráfico de razões e Z_DIST ajudam a seleção. Para a GEV, diferentes bibliotecas adotam sinais diferentes para o parâmetro de forma; documentar a convenção. Há uma troca de identificação entre as Eqs. 25 e 26 do artigo Hydrological Processes (p.12), por isso elas não são reproduzidas. O nome Pearson 3P significa Pearson tipo III com três parâmetros.</a:t>
            </a:r>
          </a:p>
          <a:p>
            <a:endParaRPr/>
          </a:p>
          <a:p>
            <a:r>
              <a:t>FONTES E RASTREABILIDADE</a:t>
            </a:r>
          </a:p>
          <a:p>
            <a:r>
              <a:t>Hosking, J. R. M.; Wallis, J. R. (1993). Some statistics useful in regional frequency analysis. Water Resources Research, 29(2), 271–281. https://doi.org/10.1029/92WR01980</a:t>
            </a:r>
          </a:p>
          <a:p>
            <a:r>
              <a:t>Hosking, J. R. M.; Wallis, J. R. (1997). Regional Frequency Analysis: An Approach Based on L-Moments. Cambridge University Press. https://doi.org/10.1017/CBO9780511529443</a:t>
            </a:r>
          </a:p>
          <a:p>
            <a:r>
              <a:t>Documentação oficial lmomRFA: https://search.r-project.org/CRAN/refmans/lmomRFA/html/regtst.html</a:t>
            </a:r>
          </a:p>
          <a:p>
            <a:r>
              <a:t>Cassalho, F.; Beskow, S.; de Mello, C. R.; de Moura, M. M. (2019). Regional flood frequency analysis using L-moments for geographically defined regions: An assessment in Brazil. Journal of Flood Risk Management, 12, e12453. https://doi.org/10.1111/jfr3.12453. Publicação on-line em 2018. PDF fornecido pelo usuário; resultados da Tabela 2 e discussão do ajuste das distribuições.</a:t>
            </a:r>
          </a:p>
          <a:p>
            <a:r>
              <a:t>Cassalho, F.; Beskow, S.; de Mello, C. R.; de Moura, M. M.; de Oliveira, L. F.; de Aguiar, M. S. (2019). Artificial intelligence for identifying hydrologically homogeneous regions: A state-of-the-art regional flood frequency analysis. Hydrological Processes, 33, 1101–1116. https://doi.org/10.1002/hyp.13388. PDF fornecido pelo usuário.</a:t>
            </a:r>
          </a:p>
          <a:p>
            <a:endParaRPr/>
          </a:p>
          <a:p>
            <a:r>
              <a:t>Exemplos numéricos sintéticos, quando indicados, não representam estações reais. Os blocos de clusterização, Hosking–Wallis, index-flood e regressões são independentes. O hidrograma, as máximas diárias anuais e a curva de permanência usam a mesma série de 1.095 dias. A regressão sintética do índice possui outra base de 24 bacias; o exemplo aplicado combina sua previsão com uma curva regional teórica para ilustrar o produto index-flood.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Leitura da figura (8 min). Reprodução de dois painéis da Figura 3, p.9 do artigo fornecido. Eixo horizontal L-Skewness=t3 (L-assimetria); vertical L-Kurtosis=t4 (L-curtose). Quadrados vazados são estimativas de estações; círculo preto é a média regional. Linhas: tracejada GLO, pontilhada GEV, traço-ponto PE3, contínua GPA. São relações teóricas entre razões de L-momentos, não densidades ou intervalos de confiança. Peça à turma localizar o círculo preto e comparar proximidade das famílias GEV e PE3. Região76: GEV selecionada pelo menor |Z|, mas PE3 também aceitável. Região86: PE3 selecionada, GEV também aceitável. A seleção quantitativa aparece no slide seguinte. O diagrama t3–t4 não substitui o H1, que usa a dispersão do L-CV. A região86 apresenta H=1,55 e é possivelmente heterogênea. A figura foi apenas recortada e ampliada; não teve eixos, pontos ou curvas alterados.</a:t>
            </a:r>
          </a:p>
          <a:p>
            <a:endParaRPr/>
          </a:p>
          <a:p>
            <a:r>
              <a:t>FONTES E RASTREABILIDADE</a:t>
            </a:r>
          </a:p>
          <a:p>
            <a:r>
              <a:t>Cassalho, F.; Beskow, S.; de Mello, C. R.; de Moura, M. M. (2019). Regional flood frequency analysis using L-moments for geographically defined regions: An assessment in Brazil. Journal of Flood Risk Management, 12, e12453. https://doi.org/10.1111/jfr3.12453. Publicação on-line em 2018. PDF fornecido pelo usuário; resultados da Tabela 2 e discussão do ajuste das distribuições.</a:t>
            </a:r>
          </a:p>
          <a:p>
            <a:endParaRPr/>
          </a:p>
          <a:p>
            <a:r>
              <a:t>Exemplos numéricos sintéticos, quando indicados, não representam estações reais. Os blocos de clusterização, Hosking–Wallis, index-flood e regressões são independentes. O hidrograma, as máximas diárias anuais e a curva de permanência usam a mesma série de 1.095 dias. A regressão sintética do índice possui outra base de 24 bacias; o exemplo aplicado combina sua previsão com uma curva regional teórica para ilustrar o produto index-flood.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Diagnósticos (7 min). D_i avalia discordância de uma estação; H avalia heterogeneidade da região; Z_DIST avalia compatibilidade da L-curtose de uma distribuição candidata com a regional, considerando viés e dispersão de simulação. Na convenção de Hosking–Wallis, Z_DIST=(τ4_DIST−t4R+B4)/σ4. O critério |Z|≤1,64 é o utilizado pelo artigo; não é uma probabilidade de a distribuição ser verdadeira. Entre candidatas aceitáveis, os autores escolheram o menor |Z|, não o menor Z algébrico. Assim GEV e PE3 passam em ambas as regiões mostradas. Região85: H=.67, mas Z de GLO=5,03, GEV=2,17, PE3=3,02 e GPA=−2,77; nenhuma atende. H e Z não substituem a análise de qualidade dos dados nem autorizam remover estações até obter o resultado desejado. Região76 tem11postos;86e85têm7 após revisões.</a:t>
            </a:r>
          </a:p>
          <a:p>
            <a:endParaRPr/>
          </a:p>
          <a:p>
            <a:r>
              <a:t>FONTES E RASTREABILIDADE</a:t>
            </a:r>
          </a:p>
          <a:p>
            <a:r>
              <a:t>Hosking, J. R. M.; Wallis, J. R. (1993). Some statistics useful in regional frequency analysis. Water Resources Research, 29(2), 271–281. https://doi.org/10.1029/92WR01980</a:t>
            </a:r>
          </a:p>
          <a:p>
            <a:r>
              <a:t>Hosking, J. R. M.; Wallis, J. R. (1997). Regional Frequency Analysis: An Approach Based on L-Moments. Cambridge University Press. https://doi.org/10.1017/CBO9780511529443</a:t>
            </a:r>
          </a:p>
          <a:p>
            <a:r>
              <a:t>Documentação oficial lmomRFA: https://search.r-project.org/CRAN/refmans/lmomRFA/html/regtst.html</a:t>
            </a:r>
          </a:p>
          <a:p>
            <a:r>
              <a:t>Cassalho, F.; Beskow, S.; de Mello, C. R.; de Moura, M. M. (2019). Regional flood frequency analysis using L-moments for geographically defined regions: An assessment in Brazil. Journal of Flood Risk Management, 12, e12453. https://doi.org/10.1111/jfr3.12453. Publicação on-line em 2018. PDF fornecido pelo usuário; resultados da Tabela 2 e discussão do ajuste das distribuições.</a:t>
            </a:r>
          </a:p>
          <a:p>
            <a:endParaRPr/>
          </a:p>
          <a:p>
            <a:r>
              <a:t>Exemplos numéricos sintéticos, quando indicados, não representam estações reais. Os blocos de clusterização, Hosking–Wallis, index-flood e regressões são independentes. O hidrograma, as máximas diárias anuais e a curva de permanência usam a mesma série de 1.095 dias. A regressão sintética do índice possui outra base de 24 bacias; o exemplo aplicado combina sua previsão com uma curva regional teórica para ilustrar o produto index-flood.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Regressões do índice (8 min). Cada linha da base de ajuste é uma bacia monitorada. Calcular μ_i=média das máximas diárias anuais de seu registro; associar μ_i aos atributos que existirão também em uma bacia sem estação. Linear simples usa uma covariável; múltipla usa duas ou mais. O modelo de potência é linear nos logaritmos e não uma reta na escala original. É possível estimá-lo por mínimos quadrados não lineares na escala original ou por regressão em log, com hipóteses de erro distintas. Após ajuste em log, a exponenciação direta fornece uma média geométrica condicional; para estimar a média aritmética é preciso avaliar a correção de retransfomação. A e P são exemplos; no artigo, área, comprimento do rio e altitude média foram atributos recorrentes nas equações do índice. Atributos para agrupar e atributos para a regressão podem diferir. Fixar unidades, avaliar colinearidade, resíduos, positividade e domínio. Não usar μ como atributo de aplicação disponível em uma bacia sem posto.</a:t>
            </a:r>
          </a:p>
          <a:p>
            <a:endParaRPr/>
          </a:p>
          <a:p>
            <a:r>
              <a:t>FONTES E RASTREABILIDADE</a:t>
            </a:r>
          </a:p>
          <a:p>
            <a:r>
              <a:t>Cassalho, F.; Beskow, S.; de Mello, C. R.; de Moura, M. M.; de Oliveira, L. F.; de Aguiar, M. S. (2019). Artificial intelligence for identifying hydrologically homogeneous regions: A state-of-the-art regional flood frequency analysis. Hydrological Processes, 33, 1101–1116. https://doi.org/10.1002/hyp.13388. PDF fornecido pelo usuário.</a:t>
            </a:r>
          </a:p>
          <a:p>
            <a:r>
              <a:t>Hosking, J. R. M.; Wallis, J. R. (1993). Some statistics useful in regional frequency analysis. Water Resources Research, 29(2), 271–281. https://doi.org/10.1029/92WR01980</a:t>
            </a:r>
          </a:p>
          <a:p>
            <a:r>
              <a:t>Hosking, J. R. M.; Wallis, J. R. (1997). Regional Frequency Analysis: An Approach Based on L-Moments. Cambridge University Press. https://doi.org/10.1017/CBO9780511529443</a:t>
            </a:r>
          </a:p>
          <a:p>
            <a:r>
              <a:t>Documentação oficial lmomRFA: https://search.r-project.org/CRAN/refmans/lmomRFA/html/regtst.html</a:t>
            </a:r>
          </a:p>
          <a:p>
            <a:r>
              <a:t>Salinas, J. L. et al. (2013). Comparative assessment of predictions in ungauged basins – Part 2: Flood and low flow studies across Europe. Hydrology and Earth System Sciences, 17, 2637–2652. https://hess.copernicus.org/articles/17/2637/2013/</a:t>
            </a:r>
          </a:p>
          <a:p>
            <a:endParaRPr/>
          </a:p>
          <a:p>
            <a:r>
              <a:t>Exemplos numéricos sintéticos, quando indicados, não representam estações reais. Os blocos de clusterização, Hosking–Wallis, index-flood e regressões são independentes. O hidrograma, as máximas diárias anuais e a curva de permanência usam a mesma série de 1.095 dias. A regressão sintética do índice possui outra base de 24 bacias; o exemplo aplicado combina sua previsão com uma curva regional teórica para ilustrar o produto index-flood.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Exemplo numérico (8 min). Dados sintéticos de24bacias, independentes da série de três anos e dos clusters. A varia90–1350km²; P950–1940mm/ano; μ24,97–158m³/s. Regressão simples μ=30,038946+0,090698565A; múltipla μ=−12,394920+0,081101091A+0,034415519P. À esquerda se vê a resposta e o ajuste simples; à direita, observado versus estimado pela regressão múltipla, com linha1:1. Os eixos à direita têm o mesmo intervalo, mas o painel não pretende uma escala física geométrica1:1 na página. R² simples .894386; múltipla .978614, ambos nas bacias usadas para ajustar os coeficientes. A precipitação acrescenta informação neste gerador sintético; isso não demonstra superioridade em validação. Coeficientes dependem das unidades indicadas. O modelo de potência também foi calculado: μ̂ direta=.04715379 A^.4829175 P^.6128344, com discussão de retransfomação nas notas do slide anterior.</a:t>
            </a:r>
          </a:p>
          <a:p>
            <a:endParaRPr/>
          </a:p>
          <a:p>
            <a:r>
              <a:t>FONTES E RASTREABILIDADE</a:t>
            </a:r>
          </a:p>
          <a:p>
            <a:r>
              <a:t>Cassalho, F.; Beskow, S.; de Mello, C. R.; de Moura, M. M.; de Oliveira, L. F.; de Aguiar, M. S. (2019). Artificial intelligence for identifying hydrologically homogeneous regions: A state-of-the-art regional flood frequency analysis. Hydrological Processes, 33, 1101–1116. https://doi.org/10.1002/hyp.13388. PDF fornecido pelo usuário.</a:t>
            </a:r>
          </a:p>
          <a:p>
            <a:r>
              <a:t>Salinas, J. L. et al. (2013). Comparative assessment of predictions in ungauged basins – Part 2: Flood and low flow studies across Europe. Hydrology and Earth System Sciences, 17, 2637–2652. https://hess.copernicus.org/articles/17/2637/2013/</a:t>
            </a:r>
          </a:p>
          <a:p>
            <a:endParaRPr/>
          </a:p>
          <a:p>
            <a:r>
              <a:t>Exemplos numéricos sintéticos, quando indicados, não representam estações reais. Os blocos de clusterização, Hosking–Wallis, index-flood e regressões são independentes. O hidrograma, as máximas diárias anuais e a curva de permanência usam a mesma série de 1.095 dias. A regressão sintética do índice possui outra base de 24 bacias; o exemplo aplicado combina sua previsão com uma curva regional teórica para ilustrar o produto index-flood.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Aplicação (6 min). Admitir que a bacia tenha sido atribuída à região e esteja dentro do domínio dos atributos. Inserir A500km² eP1500mm/ano na equação múltipla produz μ=79,7789035471m³/s. A curva regional teórica dá g50=1,79370584; produto aproximadamente143,099m³/s, arredondado143,1. Os coeficientes na lâmina estão arredondados, enquanto o cálculo usa a precisão completa. A referência física é a máxima das vazões médias diárias de um ano, não o pico instantâneo. Índice e curva de crescimento são blocos sintéticos independentes combinados para mostrar o fluxo; numa aplicação real ambos precisam corresponder à mesma região e variável. Avaliar incerteza da regressão, da curva e da atribuição regional. Se o índice fosse arredondado para80, o resultado seria143,5; aqui se preserva79,78 para coerência numérica.</a:t>
            </a:r>
          </a:p>
          <a:p>
            <a:endParaRPr/>
          </a:p>
          <a:p>
            <a:r>
              <a:t>FONTES E RASTREABILIDADE</a:t>
            </a:r>
          </a:p>
          <a:p>
            <a:r>
              <a:t>Hosking, J. R. M.; Wallis, J. R. (1993). Some statistics useful in regional frequency analysis. Water Resources Research, 29(2), 271–281. https://doi.org/10.1029/92WR01980</a:t>
            </a:r>
          </a:p>
          <a:p>
            <a:r>
              <a:t>Hosking, J. R. M.; Wallis, J. R. (1997). Regional Frequency Analysis: An Approach Based on L-Moments. Cambridge University Press. https://doi.org/10.1017/CBO9780511529443</a:t>
            </a:r>
          </a:p>
          <a:p>
            <a:r>
              <a:t>Documentação oficial lmomRFA: https://search.r-project.org/CRAN/refmans/lmomRFA/html/regtst.html</a:t>
            </a:r>
          </a:p>
          <a:p>
            <a:r>
              <a:t>Cassalho, F.; Beskow, S.; de Mello, C. R.; de Moura, M. M.; de Oliveira, L. F.; de Aguiar, M. S. (2019). Artificial intelligence for identifying hydrologically homogeneous regions: A state-of-the-art regional flood frequency analysis. Hydrological Processes, 33, 1101–1116. https://doi.org/10.1002/hyp.13388. PDF fornecido pelo usuário.</a:t>
            </a:r>
          </a:p>
          <a:p>
            <a:endParaRPr/>
          </a:p>
          <a:p>
            <a:r>
              <a:t>Exemplos numéricos sintéticos, quando indicados, não representam estações reais. Os blocos de clusterização, Hosking–Wallis, index-flood e regressões são independentes. O hidrograma, as máximas diárias anuais e a curva de permanência usam a mesma série de 1.095 dias. A regressão sintética do índice possui outra base de 24 bacias; o exemplo aplicado combina sua previsão com uma curva regional teórica para ilustrar o produto index-flood.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Regionalização de referência (8 min). A resposta da regressão agora é Q90 calculada diretamente da curva de permanência de cada estação, não a média das máximas. A unidade estatística continua sendo a bacia. Precipitação é um atributo climático; área, relevo e propriedades hidrogeológicas são exemplos de atributos fisiográficos. X pode representar um atributo contínuo de armazenamento ou uma codificação justificada de geologia, disponível em toda a região. A escolha exige interpretação física e validação, sem incluir muitas covariáveis para poucos postos. Razão de áreas supõe Q90/A semelhante entre bacia doadora e receptora. O procedimento se estende a outro percentil de permanência, ajustando e verificando cada alvo. Q7,10 exige outra preparação da série. Modelos em log não aceitam zero; rios intermitentes exigem tratamento explícito. Verificar positividade, monotonicidade entre percentis, unidades e extrapolação.</a:t>
            </a:r>
          </a:p>
          <a:p>
            <a:endParaRPr/>
          </a:p>
          <a:p>
            <a:r>
              <a:t>FONTES E RASTREABILIDADE</a:t>
            </a:r>
          </a:p>
          <a:p>
            <a:r>
              <a:t>SGB. Estudos de vazões de 95% de permanência. https://www.sgb.gov.br/estudos-das-vazoes-de-95-de-permanencia</a:t>
            </a:r>
          </a:p>
          <a:p>
            <a:r>
              <a:t>Holmes, M. G. R. et al. (2002). A region of influence approach to predicting flow duration curves within ungauged catchments. Hydrology and Earth System Sciences, 6, 721–731. https://hess.copernicus.org/articles/6/721/2002/</a:t>
            </a:r>
          </a:p>
          <a:p>
            <a:r>
              <a:t>Salinas, J. L. et al. (2013). Comparative assessment of predictions in ungauged basins – Part 2: Flood and low flow studies across Europe. Hydrology and Earth System Sciences, 17, 2637–2652. https://hess.copernicus.org/articles/17/2637/2013/</a:t>
            </a:r>
          </a:p>
          <a:p>
            <a:endParaRPr/>
          </a:p>
          <a:p>
            <a:r>
              <a:t>Exemplos numéricos sintéticos, quando indicados, não representam estações reais. Os blocos de clusterização, Hosking–Wallis, index-flood e regressões são independentes. O hidrograma, as máximas diárias anuais e a curva de permanência usam a mesma série de 1.095 dias. A regressão sintética do índice possui outra base de 24 bacias; o exemplo aplicado combina sua previsão com uma curva regional teórica para ilustrar o produto index-flood.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Regressões por região (7 min). São 24 pontos sintéticos de dois regimes. As curvas são ajustes potenciais em log, sem correção de retransfomação e sem validação externa; seu objetivo é mostrar diferenças condicionais de magnitude. Em A=500 km², os dois ajustes dão 5,0517 e 2,1440 m³/s. O modelo conjunto pode ficar entre os regimes. Não concluir que regionalizar sempre melhora: grupos menores podem aumentar a incerteza. A comparação relevante é o erro de previsão em bacias retiradas do ajuste, contra um modelo tradicional conjunto. Não usar este exemplo para comparar k-means e Ward, porque as bases são independentes.</a:t>
            </a:r>
          </a:p>
          <a:p>
            <a:endParaRPr/>
          </a:p>
          <a:p>
            <a:r>
              <a:t>FONTES E RASTREABILIDADE</a:t>
            </a:r>
          </a:p>
          <a:p>
            <a:r>
              <a:t>SGB. Estudos de vazões de 95% de permanência. https://www.sgb.gov.br/estudos-das-vazoes-de-95-de-permanencia</a:t>
            </a:r>
          </a:p>
          <a:p>
            <a:r>
              <a:t>Holmes, M. G. R. et al. (2002). A region of influence approach to predicting flow duration curves within ungauged catchments. Hydrology and Earth System Sciences, 6, 721–731. https://hess.copernicus.org/articles/6/721/2002/</a:t>
            </a:r>
          </a:p>
          <a:p>
            <a:r>
              <a:t>Salinas, J. L. et al. (2013). Comparative assessment of predictions in ungauged basins – Part 2: Flood and low flow studies across Europe. Hydrology and Earth System Sciences, 17, 2637–2652. https://hess.copernicus.org/articles/17/2637/2013/</a:t>
            </a:r>
          </a:p>
          <a:p>
            <a:endParaRPr/>
          </a:p>
          <a:p>
            <a:r>
              <a:t>Exemplos numéricos sintéticos, quando indicados, não representam estações reais. Os blocos de clusterização, Hosking–Wallis, index-flood e regressões são independentes. O hidrograma, as máximas diárias anuais e a curva de permanência usam a mesma série de 1.095 dias. A regressão sintética do índice possui outra base de 24 bacias; o exemplo aplicado combina sua previsão com uma curva regional teórica para ilustrar o produto index-flood.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Regiões e alvo (5 min). Uma região é homogênea em relação a uma propriedade/modelo definidos. O diagnóstico H1 com máximas anuais avalia a hipótese de frequência regional de cheias. Para Q90/Q98, avaliar coerência física, resíduos e desempenho preditivo; não aplicar o H1 clássico a uma lista com um único Q90 por estação como se isso fosse uma série de extremos. Se a análise envolver mínimas anuais, há uma nova definição de série e um modelo de frequência próprio; o tratamento de zeros e intermitência deve ser apropriado. As regiões podem coincidir em determinado caso, mas isso é uma conclusão a demonstrar.</a:t>
            </a:r>
          </a:p>
          <a:p>
            <a:endParaRPr/>
          </a:p>
          <a:p>
            <a:r>
              <a:t>FONTES E RASTREABILIDADE</a:t>
            </a:r>
          </a:p>
          <a:p>
            <a:r>
              <a:t>Hosking, J. R. M.; Wallis, J. R. (1993). Some statistics useful in regional frequency analysis. Water Resources Research, 29(2), 271–281. https://doi.org/10.1029/92WR01980</a:t>
            </a:r>
          </a:p>
          <a:p>
            <a:r>
              <a:t>Hosking, J. R. M.; Wallis, J. R. (1997). Regional Frequency Analysis: An Approach Based on L-Moments. Cambridge University Press. https://doi.org/10.1017/CBO9780511529443</a:t>
            </a:r>
          </a:p>
          <a:p>
            <a:r>
              <a:t>Documentação oficial lmomRFA: https://search.r-project.org/CRAN/refmans/lmomRFA/html/regtst.html</a:t>
            </a:r>
          </a:p>
          <a:p>
            <a:r>
              <a:t>SGB. Estudos de vazões de 95% de permanência. https://www.sgb.gov.br/estudos-das-vazoes-de-95-de-permanencia</a:t>
            </a:r>
          </a:p>
          <a:p>
            <a:r>
              <a:t>Holmes, M. G. R. et al. (2002). A region of influence approach to predicting flow duration curves within ungauged catchments. Hydrology and Earth System Sciences, 6, 721–731. https://hess.copernicus.org/articles/6/721/2002/</a:t>
            </a:r>
          </a:p>
          <a:p>
            <a:r>
              <a:t>Salinas, J. L. et al. (2013). Comparative assessment of predictions in ungauged basins – Part 2: Flood and low flow studies across Europe. Hydrology and Earth System Sciences, 17, 2637–2652. https://hess.copernicus.org/articles/17/2637/2013/</a:t>
            </a:r>
          </a:p>
          <a:p>
            <a:endParaRPr/>
          </a:p>
          <a:p>
            <a:r>
              <a:t>Exemplos numéricos sintéticos, quando indicados, não representam estações reais. Os blocos de clusterização, Hosking–Wallis, index-flood e regressões são independentes. O hidrograma, as máximas diárias anuais e a curva de permanência usam a mesma série de 1.095 dias. A regressão sintética do índice possui outra base de 24 bacias; o exemplo aplicado combina sua previsão com uma curva regional teórica para ilustrar o produto index-flood.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Validação (8 min). Leave-one-basin-out: retirar a bacia inteira e todos os seus derivados de vazão. No index-flood isso inclui contribuição aos L-momentos regionais, ao índice e às escolhas baseadas na série retirada. Ajuste de escala dos atributos, seleção de atributos e de K deve ocorrer dentro do treinamento; se houver seleção de hiperparâmetros, considerar uma validação interna. Nova bacia: k-means usa centroide mais próximo; Ward exige regra declarada, por exemplo centroide mais próximo nos atributos padronizados, que é uma regra operacional adicional e não uma propriedade automática de Ward. Repetir para todos os postos e comparar com modelo tradicional conjunto. Em redes com bacias encaixadas, avaliar blocos espaciais para reduzir dependência. A referência local Q(T) é estimada por ajuste de frequência e também tem incerteza; Q90/Q98 são estimativas amostrais da série diária.</a:t>
            </a:r>
          </a:p>
          <a:p>
            <a:endParaRPr/>
          </a:p>
          <a:p>
            <a:r>
              <a:t>FONTES E RASTREABILIDADE</a:t>
            </a:r>
          </a:p>
          <a:p>
            <a:r>
              <a:t>Salinas, J. L. et al. (2013). Comparative assessment of predictions in ungauged basins – Part 2: Flood and low flow studies across Europe. Hydrology and Earth System Sciences, 17, 2637–2652. https://hess.copernicus.org/articles/17/2637/2013/</a:t>
            </a:r>
          </a:p>
          <a:p>
            <a:r>
              <a:t>Documentação oficial scikit-learn, Clustering (k-means e Ward): https://scikit-learn.org/stable/modules/clustering.html</a:t>
            </a:r>
          </a:p>
          <a:p>
            <a:r>
              <a:t>Hosking, J. R. M.; Wallis, J. R. (1993). Some statistics useful in regional frequency analysis. Water Resources Research, 29(2), 271–281. https://doi.org/10.1029/92WR01980</a:t>
            </a:r>
          </a:p>
          <a:p>
            <a:r>
              <a:t>Hosking, J. R. M.; Wallis, J. R. (1997). Regional Frequency Analysis: An Approach Based on L-Moments. Cambridge University Press. https://doi.org/10.1017/CBO9780511529443</a:t>
            </a:r>
          </a:p>
          <a:p>
            <a:r>
              <a:t>Documentação oficial lmomRFA: https://search.r-project.org/CRAN/refmans/lmomRFA/html/regtst.html</a:t>
            </a:r>
          </a:p>
          <a:p>
            <a:endParaRPr/>
          </a:p>
          <a:p>
            <a:r>
              <a:t>Exemplos numéricos sintéticos, quando indicados, não representam estações reais. Os blocos de clusterização, Hosking–Wallis, index-flood e regressões são independentes. O hidrograma, as máximas diárias anuais e a curva de permanência usam a mesma série de 1.095 dias. A regressão sintética do índice possui outra base de 24 bacias; o exemplo aplicado combina sua previsão com uma curva regional teórica para ilustrar o produto index-flood.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Evidência publicada (7 min). Tabela6 do segundo artigo. As duas linhas se referem a k-means com distância de Mahalanobis, configuração específica usada pelos autores; não ao exemplo euclidiano da aula. R1: NSEajuste.81 e validação.15; RMSE559,86 e1178,36m³/s. R3: NSE.92 e.89; RMSE586,98 e679,78m³/s. O artigo descreve uma validação leave-one-out das equações do índice; não afirma refazer a clusterização e toda a seleção de atributos a cada retirada. Portanto não chamar de validação externa nem equiparar automaticamente ao protocolo integral proposto no slide28. NSE1 é perfeito; NSE0 equivale ao referencial da média no conjunto avaliado; valores negativos são possíveis. Os números mostram que o desempenho de ajuste pode superestimar a previsão, e que o tamanho dessa perda depende da região. Além de métricas agregadas, examinar viés, erros por faixa de área, resíduos, extrapolação e intervalos.</a:t>
            </a:r>
          </a:p>
          <a:p>
            <a:endParaRPr/>
          </a:p>
          <a:p>
            <a:r>
              <a:t>FONTES E RASTREABILIDADE</a:t>
            </a:r>
          </a:p>
          <a:p>
            <a:r>
              <a:t>Cassalho, F.; Beskow, S.; de Mello, C. R.; de Moura, M. M.; de Oliveira, L. F.; de Aguiar, M. S. (2019). Artificial intelligence for identifying hydrologically homogeneous regions: A state-of-the-art regional flood frequency analysis. Hydrological Processes, 33, 1101–1116. https://doi.org/10.1002/hyp.13388. PDF fornecido pelo usuário.</a:t>
            </a:r>
          </a:p>
          <a:p>
            <a:r>
              <a:t>Salinas, J. L. et al. (2013). Comparative assessment of predictions in ungauged basins – Part 2: Flood and low flow studies across Europe. Hydrology and Earth System Sciences, 17, 2637–2652. https://hess.copernicus.org/articles/17/2637/2013/</a:t>
            </a:r>
          </a:p>
          <a:p>
            <a:endParaRPr/>
          </a:p>
          <a:p>
            <a:r>
              <a:t>Exemplos numéricos sintéticos, quando indicados, não representam estações reais. Os blocos de clusterização, Hosking–Wallis, index-flood e regressões são independentes. O hidrograma, as máximas diárias anuais e a curva de permanência usam a mesma série de 1.095 dias. A regressão sintética do índice possui outra base de 24 bacias; o exemplo aplicado combina sua previsão com uma curva regional teórica para ilustrar o produto index-flood.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Atividade (15–20 min). Quatro tarefas independentes. A primeira fixa a distinção entre número de técnicas e número de regiões. A segunda usa uma região sintética de10postos diferente das30bacias dos gráficos de clustering. A terceira aplica o produto do índice estimado e da curva regional. A quarta retoma permanência diária e resposta da regressão. Pedir uma frase de interpretação além de cada conta. Não é necessário programar. Para aula prática posterior, usar séries reais e conservar o vínculo entre atributos e vazões; só então comparar os H de cada região de k-means e Ward. Respostas no slide seguinte.</a:t>
            </a:r>
          </a:p>
          <a:p>
            <a:endParaRPr/>
          </a:p>
          <a:p>
            <a:r>
              <a:t>FONTES E RASTREABILIDADE</a:t>
            </a:r>
          </a:p>
          <a:p>
            <a:r>
              <a:t>Síntese didática elaborada para esta aula.</a:t>
            </a:r>
          </a:p>
          <a:p>
            <a:endParaRPr/>
          </a:p>
          <a:p>
            <a:r>
              <a:t>Exemplos numéricos sintéticos, quando indicados, não representam estações reais. Os blocos de clusterização, Hosking–Wallis, index-flood e regressões são independentes. O hidrograma, as máximas diárias anuais e a curva de permanência usam a mesma série de 1.095 dias. A regressão sintética do índice possui outra base de 24 bacias; o exemplo aplicado combina sua previsão com uma curva regional teórica para ilustrar o produto index-flood.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Correção (6 min). K é número de grupos por solução, não número de algoritmos. H1=(.04189−.02324)/.00533≈3.50. Q50=79.78×1.7937≈143.10m³/s. Q90 não tem retorno90anos: o90é percentual de excedência diária. Os grupos por atributos precisam ser avaliados hidrologicamente e na previsão. H alto pede investigação e possível revisão física; não exclusão arbitrária de estações. Validação integral: retirar uma bacia e todos os seus derivados de vazão, refazer decisões e ajustes no treinamento, atribuir a bacia por atributos e comparar a previsão com uma referência local que também contém incerteza.</a:t>
            </a:r>
          </a:p>
          <a:p>
            <a:endParaRPr/>
          </a:p>
          <a:p>
            <a:r>
              <a:t>FONTES E RASTREABILIDADE</a:t>
            </a:r>
          </a:p>
          <a:p>
            <a:r>
              <a:t>Síntese didática elaborada para esta aula.</a:t>
            </a:r>
          </a:p>
          <a:p>
            <a:endParaRPr/>
          </a:p>
          <a:p>
            <a:r>
              <a:t>Exemplos numéricos sintéticos, quando indicados, não representam estações reais. Os blocos de clusterização, Hosking–Wallis, index-flood e regressões são independentes. O hidrograma, as máximas diárias anuais e a curva de permanência usam a mesma série de 1.095 dias. A regressão sintética do índice possui outra base de 24 bacias; o exemplo aplicado combina sua previsão com uma curva regional teórica para ilustrar o produto index-flood.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Fechamento (3 min). Retome a pergunta inicial da seção sem posto e peça que a turma explique a cadeia de decisões. Três mensagens: a região depende do processo e do alvo; H1 avalia compatibilidade com a homogeneidade na análise de frequência, sem provar igualdade; qualidade de previsão se demonstra fora do ajuste. Encerrar discutindo qual dado faltante mais limita uma aplicação real na região de interesse da turma.</a:t>
            </a:r>
          </a:p>
          <a:p>
            <a:endParaRPr/>
          </a:p>
          <a:p>
            <a:r>
              <a:t>FONTES E RASTREABILIDADE</a:t>
            </a:r>
          </a:p>
          <a:p>
            <a:r>
              <a:t>Síntese didática elaborada para esta aula.</a:t>
            </a:r>
          </a:p>
          <a:p>
            <a:endParaRPr/>
          </a:p>
          <a:p>
            <a:r>
              <a:t>Exemplos numéricos sintéticos, quando indicados, não representam estações reais. Os blocos de clusterização, Hosking–Wallis, index-flood e regressões são independentes. O hidrograma, as máximas diárias anuais e a curva de permanência usam a mesma série de 1.095 dias. A regressão sintética do índice possui outra base de 24 bacias; o exemplo aplicado combina sua previsão com uma curva regional teórica para ilustrar o produto index-flood.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Referências fundamentais; endereços completos a seguir. Os exemplos numéricos com esse rótulo foram calculados para a aula e não representam estações reais.</a:t>
            </a:r>
          </a:p>
          <a:p>
            <a:endParaRPr/>
          </a:p>
          <a:p>
            <a:r>
              <a:t>FONTES E RASTREABILIDADE</a:t>
            </a:r>
          </a:p>
          <a:p>
            <a:r>
              <a:t>Dalrymple, T. (1960). Flood-frequency analyses. USGS Water-Supply Paper 1543-A. https://www.usgs.gov/publications/flood-frequency-analyses-manual-hydrology-part-3</a:t>
            </a:r>
          </a:p>
          <a:p>
            <a:r>
              <a:t>Hosking e Wallis (1997), Regional Frequency Analysis.</a:t>
            </a:r>
          </a:p>
          <a:p>
            <a:r>
              <a:t>Hosking, J. R. M.; Wallis, J. R. (1993). Some statistics useful in regional frequency analysis. Water Resources Research, 29(2), 271–281. https://doi.org/10.1029/92WR01980</a:t>
            </a:r>
          </a:p>
          <a:p>
            <a:r>
              <a:t>Hosking, J. R. M.; Wallis, J. R. (1997). Regional Frequency Analysis: An Approach Based on L-Moments. Cambridge University Press. https://doi.org/10.1017/CBO9780511529443</a:t>
            </a:r>
          </a:p>
          <a:p>
            <a:r>
              <a:t>Documentação oficial lmomRFA: https://search.r-project.org/CRAN/refmans/lmomRFA/html/regtst.html</a:t>
            </a:r>
          </a:p>
          <a:p>
            <a:r>
              <a:t>Documentação oficial scikit-learn, Clustering (k-means e Ward): https://scikit-learn.org/stable/modules/clustering.html</a:t>
            </a:r>
          </a:p>
          <a:p>
            <a:r>
              <a:t>SGB. Estudos de vazões de 95% de permanência. https://www.sgb.gov.br/estudos-das-vazoes-de-95-de-permanencia</a:t>
            </a:r>
          </a:p>
          <a:p>
            <a:r>
              <a:t>Holmes, M. G. R. et al. (2002). A region of influence approach to predicting flow duration curves within ungauged catchments. Hydrology and Earth System Sciences, 6, 721–731. https://hess.copernicus.org/articles/6/721/2002/</a:t>
            </a:r>
          </a:p>
          <a:p>
            <a:endParaRPr/>
          </a:p>
          <a:p>
            <a:r>
              <a:t>Exemplos numéricos sintéticos, quando indicados, não representam estações reais. Os blocos de clusterização, Hosking–Wallis, index-flood e regressões são independentes. O hidrograma, as máximas diárias anuais e a curva de permanência usam a mesma série de 1.095 dias. A regressão sintética do índice possui outra base de 24 bacias; o exemplo aplicado combina sua previsão com uma curva regional teórica para ilustrar o produto index-flood.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Os dois artigos foram lidos nos PDFs fornecidos pelo usuário. O primeiro apresenta regiões geográficas e fornece a Figura3. O segundo aplica clusterização e regressões regionais do índice. Ward é abordado didaticamente nesta aula, mas não foi algoritmo testado empiricamente no segundo artigo. Os slides não incorporam como métodos de ensino os outros algoritmos comparados pelos autores. Os recortes da figura preservam dados e eixos. A Tabela6 foi transcrita em tabela editável no slide29. Leituras de apoio e referências completas:</a:t>
            </a:r>
          </a:p>
          <a:p>
            <a:endParaRPr/>
          </a:p>
          <a:p>
            <a:r>
              <a:t>FONTES E RASTREABILIDADE</a:t>
            </a:r>
          </a:p>
          <a:p>
            <a:r>
              <a:t>Cassalho, F.; Beskow, S.; de Mello, C. R.; de Moura, M. M. (2019). Regional flood frequency analysis using L-moments for geographically defined regions: An assessment in Brazil. Journal of Flood Risk Management, 12, e12453. https://doi.org/10.1111/jfr3.12453. Publicação on-line em 2018. PDF fornecido pelo usuário; resultados da Tabela 2 e discussão do ajuste das distribuições.</a:t>
            </a:r>
          </a:p>
          <a:p>
            <a:r>
              <a:t>Cassalho, F.; Beskow, S.; de Mello, C. R.; de Moura, M. M.; de Oliveira, L. F.; de Aguiar, M. S. (2019). Artificial intelligence for identifying hydrologically homogeneous regions: A state-of-the-art regional flood frequency analysis. Hydrological Processes, 33, 1101–1116. https://doi.org/10.1002/hyp.13388. PDF fornecido pelo usuário.</a:t>
            </a:r>
          </a:p>
          <a:p>
            <a:r>
              <a:t>SGB. Estudos de vazões de 95% de permanência. https://www.sgb.gov.br/estudos-das-vazoes-de-95-de-permanencia</a:t>
            </a:r>
          </a:p>
          <a:p>
            <a:r>
              <a:t>Holmes, M. G. R. et al. (2002). A region of influence approach to predicting flow duration curves within ungauged catchments. Hydrology and Earth System Sciences, 6, 721–731. https://hess.copernicus.org/articles/6/721/2002/</a:t>
            </a:r>
          </a:p>
          <a:p>
            <a:r>
              <a:t>Salinas, J. L. et al. (2013). Comparative assessment of predictions in ungauged basins – Part 2: Flood and low flow studies across Europe. Hydrology and Earth System Sciences, 17, 2637–2652. https://hess.copernicus.org/articles/17/2637/2013/</a:t>
            </a:r>
          </a:p>
          <a:p>
            <a:endParaRPr/>
          </a:p>
          <a:p>
            <a:r>
              <a:t>Exemplos numéricos sintéticos, quando indicados, não representam estações reais. Os blocos de clusterização, Hosking–Wallis, index-flood e regressões são independentes. O hidrograma, as máximas diárias anuais e a curva de permanência usam a mesma série de 1.095 dias. A regressão sintética do índice possui outra base de 24 bacias; o exemplo aplicado combina sua previsão com uma curva regional teórica para ilustrar o produto index-flood.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235564D-4133-4D85-87DF-09A43FA0D3FD}"/>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23BCA047-76DD-4289-8B5C-9285BD2698DE}"/>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9A90365C-50F7-4C19-BDD8-A7AB5746FEAC}"/>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A284309-4FD2-4E35-8BD9-7FD7D6B82BA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D7E21F60-5FAF-400B-A856-B8C29A0BA6FB}"/>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11205C4C-33C8-4C12-812A-50D74799BC2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4DC83695-FDFA-4623-847F-406983276A17}"/>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B5AA0C87-21DB-47BB-BAAF-7A2673AFCC53}"/>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ACBAA4B-0B08-4F6D-8883-290EDE01881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D0DF3C59-213B-4237-BE60-F47C947339EF}"/>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chart" Target="../charts/chart2.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chart" Target="../charts/chart5.xml"/></Relationships>
</file>

<file path=ppt/slides/_rels/slide1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chart" Target="../charts/chart8.xml"/></Relationships>
</file>

<file path=ppt/slides/_rels/slide13.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chart" Target="../charts/char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chart" Target="../charts/char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3247"/>
        </a:solidFill>
        <a:effectLst/>
      </p:bgPr>
    </p:bg>
    <p:spTree>
      <p:nvGrpSpPr>
        <p:cNvPr id="1" name=""/>
        <p:cNvGrpSpPr/>
        <p:nvPr/>
      </p:nvGrpSpPr>
      <p:grpSpPr>
        <a:xfrm>
          <a:off x="0" y="0"/>
          <a:ext cx="0" cy="0"/>
          <a:chOff x="0" y="0"/>
          <a:chExt cx="0" cy="0"/>
        </a:xfrm>
      </p:grpSpPr>
      <p:sp>
        <p:nvSpPr>
          <p:cNvPr id="6" name="texto">
            <a:extLst>
              <a:ext uri="{FF2B5EF4-FFF2-40B4-BE49-F238E27FC236}">
                <a16:creationId xmlns:a16="http://schemas.microsoft.com/office/drawing/2014/main" id="{731D9A68-7721-4317-BD40-A1DDEAF2E75F}"/>
              </a:ext>
            </a:extLst>
          </p:cNvPr>
          <p:cNvSpPr>
            <a:spLocks noGrp="1"/>
          </p:cNvSpPr>
          <p:nvPr/>
        </p:nvSpPr>
        <p:spPr>
          <a:xfrm>
            <a:off x="685800" y="590550"/>
            <a:ext cx="10477500" cy="323850"/>
          </a:xfrm>
          <a:prstGeom prst="rect">
            <a:avLst/>
          </a:prstGeom>
          <a:noFill/>
          <a:ln w="0">
            <a:noFill/>
            <a:prstDash val="solid"/>
          </a:ln>
        </p:spPr>
        <p:txBody>
          <a:bodyPr wrap="square" lIns="0" tIns="0" rIns="0" bIns="0" anchor="t">
            <a:noAutofit/>
          </a:bodyPr>
          <a:lstStyle>
            <a:defPPr algn="l">
              <a:defRPr sz="1575" b="1">
                <a:solidFill>
                  <a:srgbClr val="80D2CE"/>
                </a:solidFill>
                <a:latin typeface="DejaVu Sans"/>
                <a:ea typeface="DejaVu Sans"/>
                <a:cs typeface="DejaVu Sans"/>
              </a:defRPr>
            </a:defPPr>
            <a:lvl1pPr algn="l">
              <a:defRPr sz="1575" b="1">
                <a:solidFill>
                  <a:srgbClr val="80D2CE"/>
                </a:solidFill>
                <a:latin typeface="DejaVu Sans"/>
                <a:ea typeface="DejaVu Sans"/>
                <a:cs typeface="DejaVu Sans"/>
              </a:defRPr>
            </a:lvl1pPr>
            <a:lvl2pPr algn="l">
              <a:defRPr sz="1575" b="1">
                <a:solidFill>
                  <a:srgbClr val="80D2CE"/>
                </a:solidFill>
                <a:latin typeface="DejaVu Sans"/>
                <a:ea typeface="DejaVu Sans"/>
                <a:cs typeface="DejaVu Sans"/>
              </a:defRPr>
            </a:lvl2pPr>
            <a:lvl3pPr algn="l">
              <a:defRPr sz="1575" b="1">
                <a:solidFill>
                  <a:srgbClr val="80D2CE"/>
                </a:solidFill>
                <a:latin typeface="DejaVu Sans"/>
                <a:ea typeface="DejaVu Sans"/>
                <a:cs typeface="DejaVu Sans"/>
              </a:defRPr>
            </a:lvl3pPr>
            <a:lvl4pPr algn="l">
              <a:defRPr sz="1575" b="1">
                <a:solidFill>
                  <a:srgbClr val="80D2CE"/>
                </a:solidFill>
                <a:latin typeface="DejaVu Sans"/>
                <a:ea typeface="DejaVu Sans"/>
                <a:cs typeface="DejaVu Sans"/>
              </a:defRPr>
            </a:lvl4pPr>
            <a:lvl5pPr algn="l">
              <a:defRPr sz="1575" b="1">
                <a:solidFill>
                  <a:srgbClr val="80D2CE"/>
                </a:solidFill>
                <a:latin typeface="DejaVu Sans"/>
                <a:ea typeface="DejaVu Sans"/>
                <a:cs typeface="DejaVu Sans"/>
              </a:defRPr>
            </a:lvl5pPr>
            <a:lvl6pPr algn="l">
              <a:defRPr sz="1575" b="1">
                <a:solidFill>
                  <a:srgbClr val="80D2CE"/>
                </a:solidFill>
                <a:latin typeface="DejaVu Sans"/>
                <a:ea typeface="DejaVu Sans"/>
                <a:cs typeface="DejaVu Sans"/>
              </a:defRPr>
            </a:lvl6pPr>
            <a:lvl7pPr algn="l">
              <a:defRPr sz="1575" b="1">
                <a:solidFill>
                  <a:srgbClr val="80D2CE"/>
                </a:solidFill>
                <a:latin typeface="DejaVu Sans"/>
                <a:ea typeface="DejaVu Sans"/>
                <a:cs typeface="DejaVu Sans"/>
              </a:defRPr>
            </a:lvl7pPr>
            <a:lvl8pPr algn="l">
              <a:defRPr sz="1575" b="1">
                <a:solidFill>
                  <a:srgbClr val="80D2CE"/>
                </a:solidFill>
                <a:latin typeface="DejaVu Sans"/>
                <a:ea typeface="DejaVu Sans"/>
                <a:cs typeface="DejaVu Sans"/>
              </a:defRPr>
            </a:lvl8pPr>
            <a:lvl9pPr algn="l">
              <a:defRPr sz="1575" b="1">
                <a:solidFill>
                  <a:srgbClr val="80D2CE"/>
                </a:solidFill>
                <a:latin typeface="DejaVu Sans"/>
                <a:ea typeface="DejaVu Sans"/>
                <a:cs typeface="DejaVu Sans"/>
              </a:defRPr>
            </a:lvl9pPr>
          </a:lstStyle>
          <a:p>
            <a:pPr algn="l">
              <a:defRPr sz="1575" b="1">
                <a:solidFill>
                  <a:srgbClr val="80D2CE"/>
                </a:solidFill>
                <a:latin typeface="DejaVu Sans"/>
                <a:ea typeface="DejaVu Sans"/>
                <a:cs typeface="DejaVu Sans"/>
              </a:defRPr>
            </a:pPr>
            <a:r>
              <a:rPr sz="1575" b="1">
                <a:solidFill>
                  <a:srgbClr val="80D2CE"/>
                </a:solidFill>
                <a:latin typeface="DejaVu Sans"/>
                <a:ea typeface="DejaVu Sans"/>
                <a:cs typeface="DejaVu Sans"/>
              </a:rPr>
              <a:t>HIDROLOGIA • ROTEIRO DE AULA</a:t>
            </a:r>
          </a:p>
        </p:txBody>
      </p:sp>
      <p:sp>
        <p:nvSpPr>
          <p:cNvPr id="2" name="texto">
            <a:extLst>
              <a:ext uri="{FF2B5EF4-FFF2-40B4-BE49-F238E27FC236}">
                <a16:creationId xmlns:a16="http://schemas.microsoft.com/office/drawing/2014/main" id="{7A40ACDD-2EC0-45CF-A29A-4FD2E9B5B39A}"/>
              </a:ext>
            </a:extLst>
          </p:cNvPr>
          <p:cNvSpPr>
            <a:spLocks noGrp="1"/>
          </p:cNvSpPr>
          <p:nvPr/>
        </p:nvSpPr>
        <p:spPr>
          <a:xfrm>
            <a:off x="685800" y="1581150"/>
            <a:ext cx="10668000" cy="1943100"/>
          </a:xfrm>
          <a:prstGeom prst="rect">
            <a:avLst/>
          </a:prstGeom>
          <a:noFill/>
          <a:ln w="0">
            <a:noFill/>
            <a:prstDash val="solid"/>
          </a:ln>
        </p:spPr>
        <p:txBody>
          <a:bodyPr wrap="square" lIns="0" tIns="0" rIns="0" bIns="0" anchor="t">
            <a:noAutofit/>
          </a:bodyPr>
          <a:lstStyle>
            <a:defPPr algn="l">
              <a:defRPr sz="6150" b="1">
                <a:solidFill>
                  <a:srgbClr val="FFFFFF"/>
                </a:solidFill>
                <a:latin typeface="DejaVu Sans"/>
                <a:ea typeface="DejaVu Sans"/>
                <a:cs typeface="DejaVu Sans"/>
              </a:defRPr>
            </a:defPPr>
            <a:lvl1pPr algn="l">
              <a:defRPr sz="6150" b="1">
                <a:solidFill>
                  <a:srgbClr val="FFFFFF"/>
                </a:solidFill>
                <a:latin typeface="DejaVu Sans"/>
                <a:ea typeface="DejaVu Sans"/>
                <a:cs typeface="DejaVu Sans"/>
              </a:defRPr>
            </a:lvl1pPr>
            <a:lvl2pPr algn="l">
              <a:defRPr sz="6150" b="1">
                <a:solidFill>
                  <a:srgbClr val="FFFFFF"/>
                </a:solidFill>
                <a:latin typeface="DejaVu Sans"/>
                <a:ea typeface="DejaVu Sans"/>
                <a:cs typeface="DejaVu Sans"/>
              </a:defRPr>
            </a:lvl2pPr>
            <a:lvl3pPr algn="l">
              <a:defRPr sz="6150" b="1">
                <a:solidFill>
                  <a:srgbClr val="FFFFFF"/>
                </a:solidFill>
                <a:latin typeface="DejaVu Sans"/>
                <a:ea typeface="DejaVu Sans"/>
                <a:cs typeface="DejaVu Sans"/>
              </a:defRPr>
            </a:lvl3pPr>
            <a:lvl4pPr algn="l">
              <a:defRPr sz="6150" b="1">
                <a:solidFill>
                  <a:srgbClr val="FFFFFF"/>
                </a:solidFill>
                <a:latin typeface="DejaVu Sans"/>
                <a:ea typeface="DejaVu Sans"/>
                <a:cs typeface="DejaVu Sans"/>
              </a:defRPr>
            </a:lvl4pPr>
            <a:lvl5pPr algn="l">
              <a:defRPr sz="6150" b="1">
                <a:solidFill>
                  <a:srgbClr val="FFFFFF"/>
                </a:solidFill>
                <a:latin typeface="DejaVu Sans"/>
                <a:ea typeface="DejaVu Sans"/>
                <a:cs typeface="DejaVu Sans"/>
              </a:defRPr>
            </a:lvl5pPr>
            <a:lvl6pPr algn="l">
              <a:defRPr sz="6150" b="1">
                <a:solidFill>
                  <a:srgbClr val="FFFFFF"/>
                </a:solidFill>
                <a:latin typeface="DejaVu Sans"/>
                <a:ea typeface="DejaVu Sans"/>
                <a:cs typeface="DejaVu Sans"/>
              </a:defRPr>
            </a:lvl6pPr>
            <a:lvl7pPr algn="l">
              <a:defRPr sz="6150" b="1">
                <a:solidFill>
                  <a:srgbClr val="FFFFFF"/>
                </a:solidFill>
                <a:latin typeface="DejaVu Sans"/>
                <a:ea typeface="DejaVu Sans"/>
                <a:cs typeface="DejaVu Sans"/>
              </a:defRPr>
            </a:lvl7pPr>
            <a:lvl8pPr algn="l">
              <a:defRPr sz="6150" b="1">
                <a:solidFill>
                  <a:srgbClr val="FFFFFF"/>
                </a:solidFill>
                <a:latin typeface="DejaVu Sans"/>
                <a:ea typeface="DejaVu Sans"/>
                <a:cs typeface="DejaVu Sans"/>
              </a:defRPr>
            </a:lvl8pPr>
            <a:lvl9pPr algn="l">
              <a:defRPr sz="6150" b="1">
                <a:solidFill>
                  <a:srgbClr val="FFFFFF"/>
                </a:solidFill>
                <a:latin typeface="DejaVu Sans"/>
                <a:ea typeface="DejaVu Sans"/>
                <a:cs typeface="DejaVu Sans"/>
              </a:defRPr>
            </a:lvl9pPr>
          </a:lstStyle>
          <a:p>
            <a:pPr algn="l">
              <a:defRPr sz="6150" b="1">
                <a:solidFill>
                  <a:srgbClr val="FFFFFF"/>
                </a:solidFill>
                <a:latin typeface="DejaVu Sans"/>
                <a:ea typeface="DejaVu Sans"/>
                <a:cs typeface="DejaVu Sans"/>
              </a:defRPr>
            </a:pPr>
            <a:r>
              <a:rPr sz="6150" b="1">
                <a:solidFill>
                  <a:srgbClr val="FFFFFF"/>
                </a:solidFill>
                <a:latin typeface="DejaVu Sans"/>
                <a:ea typeface="DejaVu Sans"/>
                <a:cs typeface="DejaVu Sans"/>
              </a:rPr>
              <a:t>Regionalização</a:t>
            </a:r>
          </a:p>
          <a:p>
            <a:pPr algn="l">
              <a:defRPr sz="6150" b="1">
                <a:solidFill>
                  <a:srgbClr val="FFFFFF"/>
                </a:solidFill>
                <a:latin typeface="DejaVu Sans"/>
                <a:ea typeface="DejaVu Sans"/>
                <a:cs typeface="DejaVu Sans"/>
              </a:defRPr>
            </a:pPr>
            <a:r>
              <a:rPr sz="6150" b="1">
                <a:solidFill>
                  <a:srgbClr val="FFFFFF"/>
                </a:solidFill>
                <a:latin typeface="DejaVu Sans"/>
                <a:ea typeface="DejaVu Sans"/>
                <a:cs typeface="DejaVu Sans"/>
              </a:rPr>
              <a:t>de vazões</a:t>
            </a:r>
          </a:p>
        </p:txBody>
      </p:sp>
      <p:sp>
        <p:nvSpPr>
          <p:cNvPr id="3" name="Straight Connector 2">
            <a:extLst>
              <a:ext uri="{FF2B5EF4-FFF2-40B4-BE49-F238E27FC236}">
                <a16:creationId xmlns:a16="http://schemas.microsoft.com/office/drawing/2014/main" id="{AB96C36F-9633-4B68-81AA-FB1C8A653046}"/>
              </a:ext>
            </a:extLst>
          </p:cNvPr>
          <p:cNvSpPr>
            <a:spLocks noGrp="1"/>
          </p:cNvSpPr>
          <p:nvPr/>
        </p:nvSpPr>
        <p:spPr>
          <a:xfrm>
            <a:off x="714375" y="3886200"/>
            <a:ext cx="1047750" cy="0"/>
          </a:xfrm>
          <a:prstGeom prst="line">
            <a:avLst/>
          </a:prstGeom>
          <a:noFill/>
          <a:ln w="57150">
            <a:solidFill>
              <a:srgbClr val="C47B23"/>
            </a:solidFill>
            <a:prstDash val="solid"/>
          </a:ln>
        </p:spPr>
        <p:txBody>
          <a:bodyPr/>
          <a:lstStyle/>
          <a:p>
            <a:endParaRPr lang="en-GB"/>
          </a:p>
        </p:txBody>
      </p:sp>
      <p:sp>
        <p:nvSpPr>
          <p:cNvPr id="4" name="texto">
            <a:extLst>
              <a:ext uri="{FF2B5EF4-FFF2-40B4-BE49-F238E27FC236}">
                <a16:creationId xmlns:a16="http://schemas.microsoft.com/office/drawing/2014/main" id="{6E2B6B9C-2D65-4630-BF71-3AA5CC20246D}"/>
              </a:ext>
            </a:extLst>
          </p:cNvPr>
          <p:cNvSpPr>
            <a:spLocks noGrp="1"/>
          </p:cNvSpPr>
          <p:nvPr/>
        </p:nvSpPr>
        <p:spPr>
          <a:xfrm>
            <a:off x="685800" y="4257675"/>
            <a:ext cx="10477500" cy="981075"/>
          </a:xfrm>
          <a:prstGeom prst="rect">
            <a:avLst/>
          </a:prstGeom>
          <a:noFill/>
          <a:ln w="0">
            <a:noFill/>
            <a:prstDash val="solid"/>
          </a:ln>
        </p:spPr>
        <p:txBody>
          <a:bodyPr wrap="square" lIns="0" tIns="0" rIns="0" bIns="0" anchor="t">
            <a:noAutofit/>
          </a:bodyPr>
          <a:lstStyle>
            <a:defPPr algn="l">
              <a:defRPr sz="2850" b="0">
                <a:solidFill>
                  <a:srgbClr val="FFFFFF"/>
                </a:solidFill>
                <a:latin typeface="DejaVu Sans"/>
                <a:ea typeface="DejaVu Sans"/>
                <a:cs typeface="DejaVu Sans"/>
              </a:defRPr>
            </a:defPPr>
            <a:lvl1pPr algn="l">
              <a:defRPr sz="2850" b="0">
                <a:solidFill>
                  <a:srgbClr val="FFFFFF"/>
                </a:solidFill>
                <a:latin typeface="DejaVu Sans"/>
                <a:ea typeface="DejaVu Sans"/>
                <a:cs typeface="DejaVu Sans"/>
              </a:defRPr>
            </a:lvl1pPr>
            <a:lvl2pPr algn="l">
              <a:defRPr sz="2850" b="0">
                <a:solidFill>
                  <a:srgbClr val="FFFFFF"/>
                </a:solidFill>
                <a:latin typeface="DejaVu Sans"/>
                <a:ea typeface="DejaVu Sans"/>
                <a:cs typeface="DejaVu Sans"/>
              </a:defRPr>
            </a:lvl2pPr>
            <a:lvl3pPr algn="l">
              <a:defRPr sz="2850" b="0">
                <a:solidFill>
                  <a:srgbClr val="FFFFFF"/>
                </a:solidFill>
                <a:latin typeface="DejaVu Sans"/>
                <a:ea typeface="DejaVu Sans"/>
                <a:cs typeface="DejaVu Sans"/>
              </a:defRPr>
            </a:lvl3pPr>
            <a:lvl4pPr algn="l">
              <a:defRPr sz="2850" b="0">
                <a:solidFill>
                  <a:srgbClr val="FFFFFF"/>
                </a:solidFill>
                <a:latin typeface="DejaVu Sans"/>
                <a:ea typeface="DejaVu Sans"/>
                <a:cs typeface="DejaVu Sans"/>
              </a:defRPr>
            </a:lvl4pPr>
            <a:lvl5pPr algn="l">
              <a:defRPr sz="2850" b="0">
                <a:solidFill>
                  <a:srgbClr val="FFFFFF"/>
                </a:solidFill>
                <a:latin typeface="DejaVu Sans"/>
                <a:ea typeface="DejaVu Sans"/>
                <a:cs typeface="DejaVu Sans"/>
              </a:defRPr>
            </a:lvl5pPr>
            <a:lvl6pPr algn="l">
              <a:defRPr sz="2850" b="0">
                <a:solidFill>
                  <a:srgbClr val="FFFFFF"/>
                </a:solidFill>
                <a:latin typeface="DejaVu Sans"/>
                <a:ea typeface="DejaVu Sans"/>
                <a:cs typeface="DejaVu Sans"/>
              </a:defRPr>
            </a:lvl6pPr>
            <a:lvl7pPr algn="l">
              <a:defRPr sz="2850" b="0">
                <a:solidFill>
                  <a:srgbClr val="FFFFFF"/>
                </a:solidFill>
                <a:latin typeface="DejaVu Sans"/>
                <a:ea typeface="DejaVu Sans"/>
                <a:cs typeface="DejaVu Sans"/>
              </a:defRPr>
            </a:lvl7pPr>
            <a:lvl8pPr algn="l">
              <a:defRPr sz="2850" b="0">
                <a:solidFill>
                  <a:srgbClr val="FFFFFF"/>
                </a:solidFill>
                <a:latin typeface="DejaVu Sans"/>
                <a:ea typeface="DejaVu Sans"/>
                <a:cs typeface="DejaVu Sans"/>
              </a:defRPr>
            </a:lvl8pPr>
            <a:lvl9pPr algn="l">
              <a:defRPr sz="2850" b="0">
                <a:solidFill>
                  <a:srgbClr val="FFFFFF"/>
                </a:solidFill>
                <a:latin typeface="DejaVu Sans"/>
                <a:ea typeface="DejaVu Sans"/>
                <a:cs typeface="DejaVu Sans"/>
              </a:defRPr>
            </a:lvl9pPr>
          </a:lstStyle>
          <a:p>
            <a:pPr algn="l">
              <a:defRPr sz="2850" b="0">
                <a:solidFill>
                  <a:srgbClr val="FFFFFF"/>
                </a:solidFill>
                <a:latin typeface="DejaVu Sans"/>
                <a:ea typeface="DejaVu Sans"/>
                <a:cs typeface="DejaVu Sans"/>
              </a:defRPr>
            </a:pPr>
            <a:r>
              <a:rPr sz="2850" b="0">
                <a:solidFill>
                  <a:srgbClr val="FFFFFF"/>
                </a:solidFill>
                <a:latin typeface="DejaVu Sans"/>
                <a:ea typeface="DejaVu Sans"/>
                <a:cs typeface="DejaVu Sans"/>
              </a:rPr>
              <a:t>Métodos tradicionais e regiões</a:t>
            </a:r>
          </a:p>
          <a:p>
            <a:pPr algn="l">
              <a:defRPr sz="2850" b="0">
                <a:solidFill>
                  <a:srgbClr val="FFFFFF"/>
                </a:solidFill>
                <a:latin typeface="DejaVu Sans"/>
                <a:ea typeface="DejaVu Sans"/>
                <a:cs typeface="DejaVu Sans"/>
              </a:defRPr>
            </a:pPr>
            <a:r>
              <a:rPr sz="2850" b="0">
                <a:solidFill>
                  <a:srgbClr val="FFFFFF"/>
                </a:solidFill>
                <a:latin typeface="DejaVu Sans"/>
                <a:ea typeface="DejaVu Sans"/>
                <a:cs typeface="DejaVu Sans"/>
              </a:rPr>
              <a:t>hidrologicamente homogêneas</a:t>
            </a:r>
          </a:p>
        </p:txBody>
      </p:sp>
      <p:sp>
        <p:nvSpPr>
          <p:cNvPr id="5" name="texto">
            <a:extLst>
              <a:ext uri="{FF2B5EF4-FFF2-40B4-BE49-F238E27FC236}">
                <a16:creationId xmlns:a16="http://schemas.microsoft.com/office/drawing/2014/main" id="{B4AB56E2-67D1-4856-B6AF-A5993C5A8581}"/>
              </a:ext>
            </a:extLst>
          </p:cNvPr>
          <p:cNvSpPr>
            <a:spLocks noGrp="1"/>
          </p:cNvSpPr>
          <p:nvPr/>
        </p:nvSpPr>
        <p:spPr>
          <a:xfrm>
            <a:off x="714375" y="5667375"/>
            <a:ext cx="10477500" cy="666750"/>
          </a:xfrm>
          <a:prstGeom prst="rect">
            <a:avLst/>
          </a:prstGeom>
          <a:noFill/>
          <a:ln w="0">
            <a:noFill/>
            <a:prstDash val="solid"/>
          </a:ln>
        </p:spPr>
        <p:txBody>
          <a:bodyPr wrap="square" lIns="0" tIns="0" rIns="0" bIns="0" anchor="t">
            <a:noAutofit/>
          </a:bodyPr>
          <a:lstStyle>
            <a:defPPr algn="l">
              <a:defRPr sz="1800" b="0">
                <a:solidFill>
                  <a:srgbClr val="BBCCD3"/>
                </a:solidFill>
                <a:latin typeface="DejaVu Sans"/>
                <a:ea typeface="DejaVu Sans"/>
                <a:cs typeface="DejaVu Sans"/>
              </a:defRPr>
            </a:defPPr>
            <a:lvl1pPr algn="l">
              <a:defRPr sz="1800" b="0">
                <a:solidFill>
                  <a:srgbClr val="BBCCD3"/>
                </a:solidFill>
                <a:latin typeface="DejaVu Sans"/>
                <a:ea typeface="DejaVu Sans"/>
                <a:cs typeface="DejaVu Sans"/>
              </a:defRPr>
            </a:lvl1pPr>
            <a:lvl2pPr algn="l">
              <a:defRPr sz="1800" b="0">
                <a:solidFill>
                  <a:srgbClr val="BBCCD3"/>
                </a:solidFill>
                <a:latin typeface="DejaVu Sans"/>
                <a:ea typeface="DejaVu Sans"/>
                <a:cs typeface="DejaVu Sans"/>
              </a:defRPr>
            </a:lvl2pPr>
            <a:lvl3pPr algn="l">
              <a:defRPr sz="1800" b="0">
                <a:solidFill>
                  <a:srgbClr val="BBCCD3"/>
                </a:solidFill>
                <a:latin typeface="DejaVu Sans"/>
                <a:ea typeface="DejaVu Sans"/>
                <a:cs typeface="DejaVu Sans"/>
              </a:defRPr>
            </a:lvl3pPr>
            <a:lvl4pPr algn="l">
              <a:defRPr sz="1800" b="0">
                <a:solidFill>
                  <a:srgbClr val="BBCCD3"/>
                </a:solidFill>
                <a:latin typeface="DejaVu Sans"/>
                <a:ea typeface="DejaVu Sans"/>
                <a:cs typeface="DejaVu Sans"/>
              </a:defRPr>
            </a:lvl4pPr>
            <a:lvl5pPr algn="l">
              <a:defRPr sz="1800" b="0">
                <a:solidFill>
                  <a:srgbClr val="BBCCD3"/>
                </a:solidFill>
                <a:latin typeface="DejaVu Sans"/>
                <a:ea typeface="DejaVu Sans"/>
                <a:cs typeface="DejaVu Sans"/>
              </a:defRPr>
            </a:lvl5pPr>
            <a:lvl6pPr algn="l">
              <a:defRPr sz="1800" b="0">
                <a:solidFill>
                  <a:srgbClr val="BBCCD3"/>
                </a:solidFill>
                <a:latin typeface="DejaVu Sans"/>
                <a:ea typeface="DejaVu Sans"/>
                <a:cs typeface="DejaVu Sans"/>
              </a:defRPr>
            </a:lvl6pPr>
            <a:lvl7pPr algn="l">
              <a:defRPr sz="1800" b="0">
                <a:solidFill>
                  <a:srgbClr val="BBCCD3"/>
                </a:solidFill>
                <a:latin typeface="DejaVu Sans"/>
                <a:ea typeface="DejaVu Sans"/>
                <a:cs typeface="DejaVu Sans"/>
              </a:defRPr>
            </a:lvl7pPr>
            <a:lvl8pPr algn="l">
              <a:defRPr sz="1800" b="0">
                <a:solidFill>
                  <a:srgbClr val="BBCCD3"/>
                </a:solidFill>
                <a:latin typeface="DejaVu Sans"/>
                <a:ea typeface="DejaVu Sans"/>
                <a:cs typeface="DejaVu Sans"/>
              </a:defRPr>
            </a:lvl8pPr>
            <a:lvl9pPr algn="l">
              <a:defRPr sz="1800" b="0">
                <a:solidFill>
                  <a:srgbClr val="BBCCD3"/>
                </a:solidFill>
                <a:latin typeface="DejaVu Sans"/>
                <a:ea typeface="DejaVu Sans"/>
                <a:cs typeface="DejaVu Sans"/>
              </a:defRPr>
            </a:lvl9pPr>
          </a:lstStyle>
          <a:p>
            <a:pPr algn="l">
              <a:defRPr sz="1800" b="0">
                <a:solidFill>
                  <a:srgbClr val="BBCCD3"/>
                </a:solidFill>
                <a:latin typeface="DejaVu Sans"/>
                <a:ea typeface="DejaVu Sans"/>
                <a:cs typeface="DejaVu Sans"/>
              </a:defRPr>
            </a:pPr>
            <a:r>
              <a:rPr sz="1800" b="0">
                <a:solidFill>
                  <a:srgbClr val="BBCCD3"/>
                </a:solidFill>
                <a:latin typeface="DejaVu Sans"/>
                <a:ea typeface="DejaVu Sans"/>
                <a:cs typeface="DejaVu Sans"/>
              </a:rPr>
              <a:t>K-means · Ward</a:t>
            </a:r>
          </a:p>
          <a:p>
            <a:pPr algn="l">
              <a:defRPr sz="1800" b="0">
                <a:solidFill>
                  <a:srgbClr val="BBCCD3"/>
                </a:solidFill>
                <a:latin typeface="DejaVu Sans"/>
                <a:ea typeface="DejaVu Sans"/>
                <a:cs typeface="DejaVu Sans"/>
              </a:defRPr>
            </a:pPr>
            <a:r>
              <a:rPr sz="1800" b="0">
                <a:solidFill>
                  <a:srgbClr val="BBCCD3"/>
                </a:solidFill>
                <a:latin typeface="DejaVu Sans"/>
                <a:ea typeface="DejaVu Sans"/>
                <a:cs typeface="DejaVu Sans"/>
              </a:rPr>
              <a:t>Hosking e Wallis · Index-flood · Q90 · máximas diárias anuais</a:t>
            </a:r>
          </a:p>
        </p:txBody>
      </p:sp>
    </p:spTree>
    <p:extLst>
      <p:ext uri="{BB962C8B-B14F-4D97-AF65-F5344CB8AC3E}">
        <p14:creationId xmlns:p14="http://schemas.microsoft.com/office/powerpoint/2010/main" val="17366998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5" name="texto">
            <a:extLst>
              <a:ext uri="{FF2B5EF4-FFF2-40B4-BE49-F238E27FC236}">
                <a16:creationId xmlns:a16="http://schemas.microsoft.com/office/drawing/2014/main" id="{98D3AFCA-BC25-467D-8899-C60CDBB7A877}"/>
              </a:ext>
            </a:extLst>
          </p:cNvPr>
          <p:cNvSpPr>
            <a:spLocks noGrp="1"/>
          </p:cNvSpPr>
          <p:nvPr/>
        </p:nvSpPr>
        <p:spPr>
          <a:xfrm>
            <a:off x="609600" y="285750"/>
            <a:ext cx="10668000" cy="247650"/>
          </a:xfrm>
          <a:prstGeom prst="rect">
            <a:avLst/>
          </a:prstGeom>
          <a:noFill/>
          <a:ln w="0">
            <a:noFill/>
            <a:prstDash val="solid"/>
          </a:ln>
        </p:spPr>
        <p:txBody>
          <a:bodyPr wrap="square" lIns="0" tIns="0" rIns="0" bIns="0" anchor="t">
            <a:noAutofit/>
          </a:bodyPr>
          <a:lstStyle>
            <a:defPPr algn="l">
              <a:defRPr sz="1275" b="1">
                <a:solidFill>
                  <a:srgbClr val="087F88"/>
                </a:solidFill>
                <a:latin typeface="DejaVu Sans"/>
                <a:ea typeface="DejaVu Sans"/>
                <a:cs typeface="DejaVu Sans"/>
              </a:defRPr>
            </a:defPPr>
            <a:lvl1pPr algn="l">
              <a:defRPr sz="1275" b="1">
                <a:solidFill>
                  <a:srgbClr val="087F88"/>
                </a:solidFill>
                <a:latin typeface="DejaVu Sans"/>
                <a:ea typeface="DejaVu Sans"/>
                <a:cs typeface="DejaVu Sans"/>
              </a:defRPr>
            </a:lvl1pPr>
            <a:lvl2pPr algn="l">
              <a:defRPr sz="1275" b="1">
                <a:solidFill>
                  <a:srgbClr val="087F88"/>
                </a:solidFill>
                <a:latin typeface="DejaVu Sans"/>
                <a:ea typeface="DejaVu Sans"/>
                <a:cs typeface="DejaVu Sans"/>
              </a:defRPr>
            </a:lvl2pPr>
            <a:lvl3pPr algn="l">
              <a:defRPr sz="1275" b="1">
                <a:solidFill>
                  <a:srgbClr val="087F88"/>
                </a:solidFill>
                <a:latin typeface="DejaVu Sans"/>
                <a:ea typeface="DejaVu Sans"/>
                <a:cs typeface="DejaVu Sans"/>
              </a:defRPr>
            </a:lvl3pPr>
            <a:lvl4pPr algn="l">
              <a:defRPr sz="1275" b="1">
                <a:solidFill>
                  <a:srgbClr val="087F88"/>
                </a:solidFill>
                <a:latin typeface="DejaVu Sans"/>
                <a:ea typeface="DejaVu Sans"/>
                <a:cs typeface="DejaVu Sans"/>
              </a:defRPr>
            </a:lvl4pPr>
            <a:lvl5pPr algn="l">
              <a:defRPr sz="1275" b="1">
                <a:solidFill>
                  <a:srgbClr val="087F88"/>
                </a:solidFill>
                <a:latin typeface="DejaVu Sans"/>
                <a:ea typeface="DejaVu Sans"/>
                <a:cs typeface="DejaVu Sans"/>
              </a:defRPr>
            </a:lvl5pPr>
            <a:lvl6pPr algn="l">
              <a:defRPr sz="1275" b="1">
                <a:solidFill>
                  <a:srgbClr val="087F88"/>
                </a:solidFill>
                <a:latin typeface="DejaVu Sans"/>
                <a:ea typeface="DejaVu Sans"/>
                <a:cs typeface="DejaVu Sans"/>
              </a:defRPr>
            </a:lvl6pPr>
            <a:lvl7pPr algn="l">
              <a:defRPr sz="1275" b="1">
                <a:solidFill>
                  <a:srgbClr val="087F88"/>
                </a:solidFill>
                <a:latin typeface="DejaVu Sans"/>
                <a:ea typeface="DejaVu Sans"/>
                <a:cs typeface="DejaVu Sans"/>
              </a:defRPr>
            </a:lvl7pPr>
            <a:lvl8pPr algn="l">
              <a:defRPr sz="1275" b="1">
                <a:solidFill>
                  <a:srgbClr val="087F88"/>
                </a:solidFill>
                <a:latin typeface="DejaVu Sans"/>
                <a:ea typeface="DejaVu Sans"/>
                <a:cs typeface="DejaVu Sans"/>
              </a:defRPr>
            </a:lvl8pPr>
            <a:lvl9pPr algn="l">
              <a:defRPr sz="1275" b="1">
                <a:solidFill>
                  <a:srgbClr val="087F88"/>
                </a:solidFill>
                <a:latin typeface="DejaVu Sans"/>
                <a:ea typeface="DejaVu Sans"/>
                <a:cs typeface="DejaVu Sans"/>
              </a:defRPr>
            </a:lvl9pPr>
          </a:lstStyle>
          <a:p>
            <a:pPr algn="l">
              <a:defRPr sz="1275" b="1">
                <a:solidFill>
                  <a:srgbClr val="087F88"/>
                </a:solidFill>
                <a:latin typeface="DejaVu Sans"/>
                <a:ea typeface="DejaVu Sans"/>
                <a:cs typeface="DejaVu Sans"/>
              </a:defRPr>
            </a:pPr>
            <a:r>
              <a:rPr sz="1275" b="1">
                <a:solidFill>
                  <a:srgbClr val="087F88"/>
                </a:solidFill>
                <a:latin typeface="DejaVu Sans"/>
                <a:ea typeface="DejaVu Sans"/>
                <a:cs typeface="DejaVu Sans"/>
              </a:rPr>
              <a:t>CONCEITO</a:t>
            </a:r>
          </a:p>
        </p:txBody>
      </p:sp>
      <p:sp>
        <p:nvSpPr>
          <p:cNvPr id="2" name="texto">
            <a:extLst>
              <a:ext uri="{FF2B5EF4-FFF2-40B4-BE49-F238E27FC236}">
                <a16:creationId xmlns:a16="http://schemas.microsoft.com/office/drawing/2014/main" id="{0D75BE45-E049-4A9C-A01F-931394BF2E80}"/>
              </a:ext>
            </a:extLst>
          </p:cNvPr>
          <p:cNvSpPr>
            <a:spLocks noGrp="1"/>
          </p:cNvSpPr>
          <p:nvPr/>
        </p:nvSpPr>
        <p:spPr>
          <a:xfrm>
            <a:off x="609600" y="685800"/>
            <a:ext cx="10972800" cy="1028700"/>
          </a:xfrm>
          <a:prstGeom prst="rect">
            <a:avLst/>
          </a:prstGeom>
          <a:noFill/>
          <a:ln w="0">
            <a:noFill/>
            <a:prstDash val="solid"/>
          </a:ln>
        </p:spPr>
        <p:txBody>
          <a:bodyPr wrap="square" lIns="0" tIns="0" rIns="0" bIns="0" anchor="t">
            <a:noAutofit/>
          </a:bodyPr>
          <a:lstStyle>
            <a:defPPr algn="l">
              <a:defRPr sz="3225" b="1">
                <a:solidFill>
                  <a:srgbClr val="123247"/>
                </a:solidFill>
                <a:latin typeface="DejaVu Sans"/>
                <a:ea typeface="DejaVu Sans"/>
                <a:cs typeface="DejaVu Sans"/>
              </a:defRPr>
            </a:defPPr>
            <a:lvl1pPr algn="l">
              <a:defRPr sz="3225" b="1">
                <a:solidFill>
                  <a:srgbClr val="123247"/>
                </a:solidFill>
                <a:latin typeface="DejaVu Sans"/>
                <a:ea typeface="DejaVu Sans"/>
                <a:cs typeface="DejaVu Sans"/>
              </a:defRPr>
            </a:lvl1pPr>
            <a:lvl2pPr algn="l">
              <a:defRPr sz="3225" b="1">
                <a:solidFill>
                  <a:srgbClr val="123247"/>
                </a:solidFill>
                <a:latin typeface="DejaVu Sans"/>
                <a:ea typeface="DejaVu Sans"/>
                <a:cs typeface="DejaVu Sans"/>
              </a:defRPr>
            </a:lvl2pPr>
            <a:lvl3pPr algn="l">
              <a:defRPr sz="3225" b="1">
                <a:solidFill>
                  <a:srgbClr val="123247"/>
                </a:solidFill>
                <a:latin typeface="DejaVu Sans"/>
                <a:ea typeface="DejaVu Sans"/>
                <a:cs typeface="DejaVu Sans"/>
              </a:defRPr>
            </a:lvl3pPr>
            <a:lvl4pPr algn="l">
              <a:defRPr sz="3225" b="1">
                <a:solidFill>
                  <a:srgbClr val="123247"/>
                </a:solidFill>
                <a:latin typeface="DejaVu Sans"/>
                <a:ea typeface="DejaVu Sans"/>
                <a:cs typeface="DejaVu Sans"/>
              </a:defRPr>
            </a:lvl4pPr>
            <a:lvl5pPr algn="l">
              <a:defRPr sz="3225" b="1">
                <a:solidFill>
                  <a:srgbClr val="123247"/>
                </a:solidFill>
                <a:latin typeface="DejaVu Sans"/>
                <a:ea typeface="DejaVu Sans"/>
                <a:cs typeface="DejaVu Sans"/>
              </a:defRPr>
            </a:lvl5pPr>
            <a:lvl6pPr algn="l">
              <a:defRPr sz="3225" b="1">
                <a:solidFill>
                  <a:srgbClr val="123247"/>
                </a:solidFill>
                <a:latin typeface="DejaVu Sans"/>
                <a:ea typeface="DejaVu Sans"/>
                <a:cs typeface="DejaVu Sans"/>
              </a:defRPr>
            </a:lvl6pPr>
            <a:lvl7pPr algn="l">
              <a:defRPr sz="3225" b="1">
                <a:solidFill>
                  <a:srgbClr val="123247"/>
                </a:solidFill>
                <a:latin typeface="DejaVu Sans"/>
                <a:ea typeface="DejaVu Sans"/>
                <a:cs typeface="DejaVu Sans"/>
              </a:defRPr>
            </a:lvl7pPr>
            <a:lvl8pPr algn="l">
              <a:defRPr sz="3225" b="1">
                <a:solidFill>
                  <a:srgbClr val="123247"/>
                </a:solidFill>
                <a:latin typeface="DejaVu Sans"/>
                <a:ea typeface="DejaVu Sans"/>
                <a:cs typeface="DejaVu Sans"/>
              </a:defRPr>
            </a:lvl8pPr>
            <a:lvl9pPr algn="l">
              <a:defRPr sz="3225" b="1">
                <a:solidFill>
                  <a:srgbClr val="123247"/>
                </a:solidFill>
                <a:latin typeface="DejaVu Sans"/>
                <a:ea typeface="DejaVu Sans"/>
                <a:cs typeface="DejaVu Sans"/>
              </a:defRPr>
            </a:lvl9pPr>
          </a:lstStyle>
          <a:p>
            <a:pPr algn="l">
              <a:defRPr sz="3225" b="1">
                <a:solidFill>
                  <a:srgbClr val="123247"/>
                </a:solidFill>
                <a:latin typeface="DejaVu Sans"/>
                <a:ea typeface="DejaVu Sans"/>
                <a:cs typeface="DejaVu Sans"/>
              </a:defRPr>
            </a:pPr>
            <a:r>
              <a:rPr sz="3225" b="1">
                <a:solidFill>
                  <a:srgbClr val="123247"/>
                </a:solidFill>
                <a:latin typeface="DejaVu Sans"/>
                <a:ea typeface="DejaVu Sans"/>
                <a:cs typeface="DejaVu Sans"/>
              </a:rPr>
              <a:t>O que é regionalização de vazões?</a:t>
            </a:r>
          </a:p>
        </p:txBody>
      </p:sp>
      <p:sp>
        <p:nvSpPr>
          <p:cNvPr id="3" name="texto">
            <a:extLst>
              <a:ext uri="{FF2B5EF4-FFF2-40B4-BE49-F238E27FC236}">
                <a16:creationId xmlns:a16="http://schemas.microsoft.com/office/drawing/2014/main" id="{CC60E672-9B11-4102-847B-7864B16F3E5D}"/>
              </a:ext>
            </a:extLst>
          </p:cNvPr>
          <p:cNvSpPr>
            <a:spLocks noGrp="1"/>
          </p:cNvSpPr>
          <p:nvPr/>
        </p:nvSpPr>
        <p:spPr>
          <a:xfrm>
            <a:off x="609600" y="6096000"/>
            <a:ext cx="10763250" cy="228600"/>
          </a:xfrm>
          <a:prstGeom prst="rect">
            <a:avLst/>
          </a:prstGeom>
          <a:noFill/>
          <a:ln w="0">
            <a:noFill/>
            <a:prstDash val="solid"/>
          </a:ln>
        </p:spPr>
        <p:txBody>
          <a:bodyPr wrap="square" lIns="0" tIns="0" rIns="0" bIns="0" anchor="t">
            <a:noAutofit/>
          </a:bodyPr>
          <a:lstStyle>
            <a:defPPr algn="l">
              <a:defRPr sz="1050" b="0">
                <a:solidFill>
                  <a:srgbClr val="526873"/>
                </a:solidFill>
                <a:latin typeface="DejaVu Sans"/>
                <a:ea typeface="DejaVu Sans"/>
                <a:cs typeface="DejaVu Sans"/>
              </a:defRPr>
            </a:defPPr>
            <a:lvl1pPr algn="l">
              <a:defRPr sz="1050" b="0">
                <a:solidFill>
                  <a:srgbClr val="526873"/>
                </a:solidFill>
                <a:latin typeface="DejaVu Sans"/>
                <a:ea typeface="DejaVu Sans"/>
                <a:cs typeface="DejaVu Sans"/>
              </a:defRPr>
            </a:lvl1pPr>
            <a:lvl2pPr algn="l">
              <a:defRPr sz="1050" b="0">
                <a:solidFill>
                  <a:srgbClr val="526873"/>
                </a:solidFill>
                <a:latin typeface="DejaVu Sans"/>
                <a:ea typeface="DejaVu Sans"/>
                <a:cs typeface="DejaVu Sans"/>
              </a:defRPr>
            </a:lvl2pPr>
            <a:lvl3pPr algn="l">
              <a:defRPr sz="1050" b="0">
                <a:solidFill>
                  <a:srgbClr val="526873"/>
                </a:solidFill>
                <a:latin typeface="DejaVu Sans"/>
                <a:ea typeface="DejaVu Sans"/>
                <a:cs typeface="DejaVu Sans"/>
              </a:defRPr>
            </a:lvl3pPr>
            <a:lvl4pPr algn="l">
              <a:defRPr sz="1050" b="0">
                <a:solidFill>
                  <a:srgbClr val="526873"/>
                </a:solidFill>
                <a:latin typeface="DejaVu Sans"/>
                <a:ea typeface="DejaVu Sans"/>
                <a:cs typeface="DejaVu Sans"/>
              </a:defRPr>
            </a:lvl4pPr>
            <a:lvl5pPr algn="l">
              <a:defRPr sz="1050" b="0">
                <a:solidFill>
                  <a:srgbClr val="526873"/>
                </a:solidFill>
                <a:latin typeface="DejaVu Sans"/>
                <a:ea typeface="DejaVu Sans"/>
                <a:cs typeface="DejaVu Sans"/>
              </a:defRPr>
            </a:lvl5pPr>
            <a:lvl6pPr algn="l">
              <a:defRPr sz="1050" b="0">
                <a:solidFill>
                  <a:srgbClr val="526873"/>
                </a:solidFill>
                <a:latin typeface="DejaVu Sans"/>
                <a:ea typeface="DejaVu Sans"/>
                <a:cs typeface="DejaVu Sans"/>
              </a:defRPr>
            </a:lvl6pPr>
            <a:lvl7pPr algn="l">
              <a:defRPr sz="1050" b="0">
                <a:solidFill>
                  <a:srgbClr val="526873"/>
                </a:solidFill>
                <a:latin typeface="DejaVu Sans"/>
                <a:ea typeface="DejaVu Sans"/>
                <a:cs typeface="DejaVu Sans"/>
              </a:defRPr>
            </a:lvl7pPr>
            <a:lvl8pPr algn="l">
              <a:defRPr sz="1050" b="0">
                <a:solidFill>
                  <a:srgbClr val="526873"/>
                </a:solidFill>
                <a:latin typeface="DejaVu Sans"/>
                <a:ea typeface="DejaVu Sans"/>
                <a:cs typeface="DejaVu Sans"/>
              </a:defRPr>
            </a:lvl8pPr>
            <a:lvl9pPr algn="l">
              <a:defRPr sz="1050" b="0">
                <a:solidFill>
                  <a:srgbClr val="526873"/>
                </a:solidFill>
                <a:latin typeface="DejaVu Sans"/>
                <a:ea typeface="DejaVu Sans"/>
                <a:cs typeface="DejaVu Sans"/>
              </a:defRPr>
            </a:lvl9pPr>
          </a:lstStyle>
          <a:p>
            <a:pPr algn="l">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Fontes: Dalrymple (1960); Hosking e Wallis (1997); Cassalho et al. (2019), Hydrological Processes.</a:t>
            </a:r>
          </a:p>
        </p:txBody>
      </p:sp>
      <p:sp>
        <p:nvSpPr>
          <p:cNvPr id="4" name="Straight Connector 3">
            <a:extLst>
              <a:ext uri="{FF2B5EF4-FFF2-40B4-BE49-F238E27FC236}">
                <a16:creationId xmlns:a16="http://schemas.microsoft.com/office/drawing/2014/main" id="{0AFAAFC5-2827-42A4-B38F-7063B7FEC78D}"/>
              </a:ext>
            </a:extLst>
          </p:cNvPr>
          <p:cNvSpPr>
            <a:spLocks noGrp="1"/>
          </p:cNvSpPr>
          <p:nvPr/>
        </p:nvSpPr>
        <p:spPr>
          <a:xfrm>
            <a:off x="609600" y="6438900"/>
            <a:ext cx="10972800" cy="0"/>
          </a:xfrm>
          <a:prstGeom prst="line">
            <a:avLst/>
          </a:prstGeom>
          <a:noFill/>
          <a:ln w="9525">
            <a:solidFill>
              <a:srgbClr val="DCE3E3"/>
            </a:solidFill>
            <a:prstDash val="solid"/>
          </a:ln>
        </p:spPr>
        <p:txBody>
          <a:bodyPr/>
          <a:lstStyle/>
          <a:p>
            <a:endParaRPr lang="en-GB"/>
          </a:p>
        </p:txBody>
      </p:sp>
      <p:sp>
        <p:nvSpPr>
          <p:cNvPr id="5" name="texto">
            <a:extLst>
              <a:ext uri="{FF2B5EF4-FFF2-40B4-BE49-F238E27FC236}">
                <a16:creationId xmlns:a16="http://schemas.microsoft.com/office/drawing/2014/main" id="{D3CCFF5C-86E3-4408-ABCC-313099141E02}"/>
              </a:ext>
            </a:extLst>
          </p:cNvPr>
          <p:cNvSpPr>
            <a:spLocks noGrp="1"/>
          </p:cNvSpPr>
          <p:nvPr/>
        </p:nvSpPr>
        <p:spPr>
          <a:xfrm>
            <a:off x="609600" y="6543675"/>
            <a:ext cx="8572500" cy="190500"/>
          </a:xfrm>
          <a:prstGeom prst="rect">
            <a:avLst/>
          </a:prstGeom>
          <a:noFill/>
          <a:ln w="0">
            <a:noFill/>
            <a:prstDash val="solid"/>
          </a:ln>
        </p:spPr>
        <p:txBody>
          <a:bodyPr wrap="square" lIns="0" tIns="0" rIns="0" bIns="0" anchor="t">
            <a:noAutofit/>
          </a:bodyPr>
          <a:lstStyle>
            <a:defPPr algn="l">
              <a:defRPr sz="975" b="0">
                <a:solidFill>
                  <a:srgbClr val="526873"/>
                </a:solidFill>
                <a:latin typeface="DejaVu Sans"/>
                <a:ea typeface="DejaVu Sans"/>
                <a:cs typeface="DejaVu Sans"/>
              </a:defRPr>
            </a:defPPr>
            <a:lvl1pPr algn="l">
              <a:defRPr sz="975" b="0">
                <a:solidFill>
                  <a:srgbClr val="526873"/>
                </a:solidFill>
                <a:latin typeface="DejaVu Sans"/>
                <a:ea typeface="DejaVu Sans"/>
                <a:cs typeface="DejaVu Sans"/>
              </a:defRPr>
            </a:lvl1pPr>
            <a:lvl2pPr algn="l">
              <a:defRPr sz="975" b="0">
                <a:solidFill>
                  <a:srgbClr val="526873"/>
                </a:solidFill>
                <a:latin typeface="DejaVu Sans"/>
                <a:ea typeface="DejaVu Sans"/>
                <a:cs typeface="DejaVu Sans"/>
              </a:defRPr>
            </a:lvl2pPr>
            <a:lvl3pPr algn="l">
              <a:defRPr sz="975" b="0">
                <a:solidFill>
                  <a:srgbClr val="526873"/>
                </a:solidFill>
                <a:latin typeface="DejaVu Sans"/>
                <a:ea typeface="DejaVu Sans"/>
                <a:cs typeface="DejaVu Sans"/>
              </a:defRPr>
            </a:lvl3pPr>
            <a:lvl4pPr algn="l">
              <a:defRPr sz="975" b="0">
                <a:solidFill>
                  <a:srgbClr val="526873"/>
                </a:solidFill>
                <a:latin typeface="DejaVu Sans"/>
                <a:ea typeface="DejaVu Sans"/>
                <a:cs typeface="DejaVu Sans"/>
              </a:defRPr>
            </a:lvl4pPr>
            <a:lvl5pPr algn="l">
              <a:defRPr sz="975" b="0">
                <a:solidFill>
                  <a:srgbClr val="526873"/>
                </a:solidFill>
                <a:latin typeface="DejaVu Sans"/>
                <a:ea typeface="DejaVu Sans"/>
                <a:cs typeface="DejaVu Sans"/>
              </a:defRPr>
            </a:lvl5pPr>
            <a:lvl6pPr algn="l">
              <a:defRPr sz="975" b="0">
                <a:solidFill>
                  <a:srgbClr val="526873"/>
                </a:solidFill>
                <a:latin typeface="DejaVu Sans"/>
                <a:ea typeface="DejaVu Sans"/>
                <a:cs typeface="DejaVu Sans"/>
              </a:defRPr>
            </a:lvl6pPr>
            <a:lvl7pPr algn="l">
              <a:defRPr sz="975" b="0">
                <a:solidFill>
                  <a:srgbClr val="526873"/>
                </a:solidFill>
                <a:latin typeface="DejaVu Sans"/>
                <a:ea typeface="DejaVu Sans"/>
                <a:cs typeface="DejaVu Sans"/>
              </a:defRPr>
            </a:lvl7pPr>
            <a:lvl8pPr algn="l">
              <a:defRPr sz="975" b="0">
                <a:solidFill>
                  <a:srgbClr val="526873"/>
                </a:solidFill>
                <a:latin typeface="DejaVu Sans"/>
                <a:ea typeface="DejaVu Sans"/>
                <a:cs typeface="DejaVu Sans"/>
              </a:defRPr>
            </a:lvl8pPr>
            <a:lvl9pPr algn="l">
              <a:defRPr sz="975" b="0">
                <a:solidFill>
                  <a:srgbClr val="526873"/>
                </a:solidFill>
                <a:latin typeface="DejaVu Sans"/>
                <a:ea typeface="DejaVu Sans"/>
                <a:cs typeface="DejaVu Sans"/>
              </a:defRPr>
            </a:lvl9pPr>
          </a:lstStyle>
          <a:p>
            <a:pPr algn="l">
              <a:defRPr sz="975" b="0">
                <a:solidFill>
                  <a:srgbClr val="526873"/>
                </a:solidFill>
                <a:latin typeface="DejaVu Sans"/>
                <a:ea typeface="DejaVu Sans"/>
                <a:cs typeface="DejaVu Sans"/>
              </a:defRPr>
            </a:pPr>
            <a:r>
              <a:rPr sz="975" b="0">
                <a:solidFill>
                  <a:srgbClr val="526873"/>
                </a:solidFill>
                <a:latin typeface="DejaVu Sans"/>
                <a:ea typeface="DejaVu Sans"/>
                <a:cs typeface="DejaVu Sans"/>
              </a:rPr>
              <a:t>REGIONALIZAÇÃO DE VAZÕES</a:t>
            </a:r>
          </a:p>
        </p:txBody>
      </p:sp>
      <p:sp>
        <p:nvSpPr>
          <p:cNvPr id="6" name="texto">
            <a:extLst>
              <a:ext uri="{FF2B5EF4-FFF2-40B4-BE49-F238E27FC236}">
                <a16:creationId xmlns:a16="http://schemas.microsoft.com/office/drawing/2014/main" id="{FD724376-D347-4D2F-982B-7416BF985C5A}"/>
              </a:ext>
            </a:extLst>
          </p:cNvPr>
          <p:cNvSpPr>
            <a:spLocks noGrp="1"/>
          </p:cNvSpPr>
          <p:nvPr/>
        </p:nvSpPr>
        <p:spPr>
          <a:xfrm>
            <a:off x="10620375" y="6534150"/>
            <a:ext cx="962025" cy="209550"/>
          </a:xfrm>
          <a:prstGeom prst="rect">
            <a:avLst/>
          </a:prstGeom>
          <a:noFill/>
          <a:ln w="0">
            <a:noFill/>
            <a:prstDash val="solid"/>
          </a:ln>
        </p:spPr>
        <p:txBody>
          <a:bodyPr wrap="square" lIns="0" tIns="0" rIns="0" bIns="0" anchor="t">
            <a:noAutofit/>
          </a:bodyPr>
          <a:lstStyle>
            <a:defPPr algn="r">
              <a:defRPr sz="1050" b="0">
                <a:solidFill>
                  <a:srgbClr val="526873"/>
                </a:solidFill>
                <a:latin typeface="DejaVu Sans"/>
                <a:ea typeface="DejaVu Sans"/>
                <a:cs typeface="DejaVu Sans"/>
              </a:defRPr>
            </a:defPPr>
            <a:lvl1pPr algn="r">
              <a:defRPr sz="1050" b="0">
                <a:solidFill>
                  <a:srgbClr val="526873"/>
                </a:solidFill>
                <a:latin typeface="DejaVu Sans"/>
                <a:ea typeface="DejaVu Sans"/>
                <a:cs typeface="DejaVu Sans"/>
              </a:defRPr>
            </a:lvl1pPr>
            <a:lvl2pPr algn="r">
              <a:defRPr sz="1050" b="0">
                <a:solidFill>
                  <a:srgbClr val="526873"/>
                </a:solidFill>
                <a:latin typeface="DejaVu Sans"/>
                <a:ea typeface="DejaVu Sans"/>
                <a:cs typeface="DejaVu Sans"/>
              </a:defRPr>
            </a:lvl2pPr>
            <a:lvl3pPr algn="r">
              <a:defRPr sz="1050" b="0">
                <a:solidFill>
                  <a:srgbClr val="526873"/>
                </a:solidFill>
                <a:latin typeface="DejaVu Sans"/>
                <a:ea typeface="DejaVu Sans"/>
                <a:cs typeface="DejaVu Sans"/>
              </a:defRPr>
            </a:lvl3pPr>
            <a:lvl4pPr algn="r">
              <a:defRPr sz="1050" b="0">
                <a:solidFill>
                  <a:srgbClr val="526873"/>
                </a:solidFill>
                <a:latin typeface="DejaVu Sans"/>
                <a:ea typeface="DejaVu Sans"/>
                <a:cs typeface="DejaVu Sans"/>
              </a:defRPr>
            </a:lvl4pPr>
            <a:lvl5pPr algn="r">
              <a:defRPr sz="1050" b="0">
                <a:solidFill>
                  <a:srgbClr val="526873"/>
                </a:solidFill>
                <a:latin typeface="DejaVu Sans"/>
                <a:ea typeface="DejaVu Sans"/>
                <a:cs typeface="DejaVu Sans"/>
              </a:defRPr>
            </a:lvl5pPr>
            <a:lvl6pPr algn="r">
              <a:defRPr sz="1050" b="0">
                <a:solidFill>
                  <a:srgbClr val="526873"/>
                </a:solidFill>
                <a:latin typeface="DejaVu Sans"/>
                <a:ea typeface="DejaVu Sans"/>
                <a:cs typeface="DejaVu Sans"/>
              </a:defRPr>
            </a:lvl6pPr>
            <a:lvl7pPr algn="r">
              <a:defRPr sz="1050" b="0">
                <a:solidFill>
                  <a:srgbClr val="526873"/>
                </a:solidFill>
                <a:latin typeface="DejaVu Sans"/>
                <a:ea typeface="DejaVu Sans"/>
                <a:cs typeface="DejaVu Sans"/>
              </a:defRPr>
            </a:lvl7pPr>
            <a:lvl8pPr algn="r">
              <a:defRPr sz="1050" b="0">
                <a:solidFill>
                  <a:srgbClr val="526873"/>
                </a:solidFill>
                <a:latin typeface="DejaVu Sans"/>
                <a:ea typeface="DejaVu Sans"/>
                <a:cs typeface="DejaVu Sans"/>
              </a:defRPr>
            </a:lvl8pPr>
            <a:lvl9pPr algn="r">
              <a:defRPr sz="1050" b="0">
                <a:solidFill>
                  <a:srgbClr val="526873"/>
                </a:solidFill>
                <a:latin typeface="DejaVu Sans"/>
                <a:ea typeface="DejaVu Sans"/>
                <a:cs typeface="DejaVu Sans"/>
              </a:defRPr>
            </a:lvl9pPr>
          </a:lstStyle>
          <a:p>
            <a:pPr algn="r">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02 / 38</a:t>
            </a:r>
          </a:p>
        </p:txBody>
      </p:sp>
      <p:sp>
        <p:nvSpPr>
          <p:cNvPr id="7" name="texto">
            <a:extLst>
              <a:ext uri="{FF2B5EF4-FFF2-40B4-BE49-F238E27FC236}">
                <a16:creationId xmlns:a16="http://schemas.microsoft.com/office/drawing/2014/main" id="{D8C3754B-63DC-429A-B33D-C4FE1706CA3B}"/>
              </a:ext>
            </a:extLst>
          </p:cNvPr>
          <p:cNvSpPr>
            <a:spLocks noGrp="1"/>
          </p:cNvSpPr>
          <p:nvPr/>
        </p:nvSpPr>
        <p:spPr>
          <a:xfrm>
            <a:off x="609600" y="1838325"/>
            <a:ext cx="10858500" cy="1047750"/>
          </a:xfrm>
          <a:prstGeom prst="rect">
            <a:avLst/>
          </a:prstGeom>
          <a:noFill/>
          <a:ln w="0">
            <a:noFill/>
            <a:prstDash val="solid"/>
          </a:ln>
        </p:spPr>
        <p:txBody>
          <a:bodyPr wrap="square" lIns="0" tIns="0" rIns="0" bIns="0" anchor="t">
            <a:noAutofit/>
          </a:bodyPr>
          <a:lstStyle>
            <a:defPPr algn="l">
              <a:defRPr sz="2925" b="1">
                <a:solidFill>
                  <a:srgbClr val="123247"/>
                </a:solidFill>
                <a:latin typeface="DejaVu Sans"/>
                <a:ea typeface="DejaVu Sans"/>
                <a:cs typeface="DejaVu Sans"/>
              </a:defRPr>
            </a:defPPr>
            <a:lvl1pPr algn="l">
              <a:defRPr sz="2925" b="1">
                <a:solidFill>
                  <a:srgbClr val="123247"/>
                </a:solidFill>
                <a:latin typeface="DejaVu Sans"/>
                <a:ea typeface="DejaVu Sans"/>
                <a:cs typeface="DejaVu Sans"/>
              </a:defRPr>
            </a:lvl1pPr>
            <a:lvl2pPr algn="l">
              <a:defRPr sz="2925" b="1">
                <a:solidFill>
                  <a:srgbClr val="123247"/>
                </a:solidFill>
                <a:latin typeface="DejaVu Sans"/>
                <a:ea typeface="DejaVu Sans"/>
                <a:cs typeface="DejaVu Sans"/>
              </a:defRPr>
            </a:lvl2pPr>
            <a:lvl3pPr algn="l">
              <a:defRPr sz="2925" b="1">
                <a:solidFill>
                  <a:srgbClr val="123247"/>
                </a:solidFill>
                <a:latin typeface="DejaVu Sans"/>
                <a:ea typeface="DejaVu Sans"/>
                <a:cs typeface="DejaVu Sans"/>
              </a:defRPr>
            </a:lvl3pPr>
            <a:lvl4pPr algn="l">
              <a:defRPr sz="2925" b="1">
                <a:solidFill>
                  <a:srgbClr val="123247"/>
                </a:solidFill>
                <a:latin typeface="DejaVu Sans"/>
                <a:ea typeface="DejaVu Sans"/>
                <a:cs typeface="DejaVu Sans"/>
              </a:defRPr>
            </a:lvl4pPr>
            <a:lvl5pPr algn="l">
              <a:defRPr sz="2925" b="1">
                <a:solidFill>
                  <a:srgbClr val="123247"/>
                </a:solidFill>
                <a:latin typeface="DejaVu Sans"/>
                <a:ea typeface="DejaVu Sans"/>
                <a:cs typeface="DejaVu Sans"/>
              </a:defRPr>
            </a:lvl5pPr>
            <a:lvl6pPr algn="l">
              <a:defRPr sz="2925" b="1">
                <a:solidFill>
                  <a:srgbClr val="123247"/>
                </a:solidFill>
                <a:latin typeface="DejaVu Sans"/>
                <a:ea typeface="DejaVu Sans"/>
                <a:cs typeface="DejaVu Sans"/>
              </a:defRPr>
            </a:lvl6pPr>
            <a:lvl7pPr algn="l">
              <a:defRPr sz="2925" b="1">
                <a:solidFill>
                  <a:srgbClr val="123247"/>
                </a:solidFill>
                <a:latin typeface="DejaVu Sans"/>
                <a:ea typeface="DejaVu Sans"/>
                <a:cs typeface="DejaVu Sans"/>
              </a:defRPr>
            </a:lvl7pPr>
            <a:lvl8pPr algn="l">
              <a:defRPr sz="2925" b="1">
                <a:solidFill>
                  <a:srgbClr val="123247"/>
                </a:solidFill>
                <a:latin typeface="DejaVu Sans"/>
                <a:ea typeface="DejaVu Sans"/>
                <a:cs typeface="DejaVu Sans"/>
              </a:defRPr>
            </a:lvl8pPr>
            <a:lvl9pPr algn="l">
              <a:defRPr sz="2925" b="1">
                <a:solidFill>
                  <a:srgbClr val="123247"/>
                </a:solidFill>
                <a:latin typeface="DejaVu Sans"/>
                <a:ea typeface="DejaVu Sans"/>
                <a:cs typeface="DejaVu Sans"/>
              </a:defRPr>
            </a:lvl9pPr>
          </a:lstStyle>
          <a:p>
            <a:pPr algn="l">
              <a:defRPr sz="2925" b="1">
                <a:solidFill>
                  <a:srgbClr val="123247"/>
                </a:solidFill>
                <a:latin typeface="DejaVu Sans"/>
                <a:ea typeface="DejaVu Sans"/>
                <a:cs typeface="DejaVu Sans"/>
              </a:defRPr>
            </a:pPr>
            <a:r>
              <a:rPr sz="2925" b="1">
                <a:solidFill>
                  <a:srgbClr val="123247"/>
                </a:solidFill>
                <a:latin typeface="DejaVu Sans"/>
                <a:ea typeface="DejaVu Sans"/>
                <a:cs typeface="DejaVu Sans"/>
              </a:rPr>
              <a:t>Transferir informação de bacias monitoradas</a:t>
            </a:r>
          </a:p>
          <a:p>
            <a:pPr algn="l">
              <a:defRPr sz="2925" b="1">
                <a:solidFill>
                  <a:srgbClr val="123247"/>
                </a:solidFill>
                <a:latin typeface="DejaVu Sans"/>
                <a:ea typeface="DejaVu Sans"/>
                <a:cs typeface="DejaVu Sans"/>
              </a:defRPr>
            </a:pPr>
            <a:r>
              <a:rPr sz="2925" b="1">
                <a:solidFill>
                  <a:srgbClr val="123247"/>
                </a:solidFill>
                <a:latin typeface="DejaVu Sans"/>
                <a:ea typeface="DejaVu Sans"/>
                <a:cs typeface="DejaVu Sans"/>
              </a:rPr>
              <a:t>para estimar vazões onde faltam observações.</a:t>
            </a:r>
          </a:p>
        </p:txBody>
      </p:sp>
      <p:sp>
        <p:nvSpPr>
          <p:cNvPr id="8" name="texto">
            <a:extLst>
              <a:ext uri="{FF2B5EF4-FFF2-40B4-BE49-F238E27FC236}">
                <a16:creationId xmlns:a16="http://schemas.microsoft.com/office/drawing/2014/main" id="{EFCDC41F-231F-479F-A82E-8FBF428BD15E}"/>
              </a:ext>
            </a:extLst>
          </p:cNvPr>
          <p:cNvSpPr>
            <a:spLocks noGrp="1"/>
          </p:cNvSpPr>
          <p:nvPr/>
        </p:nvSpPr>
        <p:spPr>
          <a:xfrm>
            <a:off x="609600" y="3333750"/>
            <a:ext cx="4429125" cy="400050"/>
          </a:xfrm>
          <a:prstGeom prst="rect">
            <a:avLst/>
          </a:prstGeom>
          <a:noFill/>
          <a:ln w="0">
            <a:noFill/>
            <a:prstDash val="solid"/>
          </a:ln>
        </p:spPr>
        <p:txBody>
          <a:bodyPr wrap="square" lIns="0" tIns="0" rIns="0" bIns="0" anchor="t">
            <a:noAutofit/>
          </a:bodyPr>
          <a:lstStyle>
            <a:defPPr algn="l">
              <a:defRPr sz="2250" b="1">
                <a:solidFill>
                  <a:srgbClr val="087F88"/>
                </a:solidFill>
                <a:latin typeface="DejaVu Sans"/>
                <a:ea typeface="DejaVu Sans"/>
                <a:cs typeface="DejaVu Sans"/>
              </a:defRPr>
            </a:defPPr>
            <a:lvl1pPr algn="l">
              <a:defRPr sz="2250" b="1">
                <a:solidFill>
                  <a:srgbClr val="087F88"/>
                </a:solidFill>
                <a:latin typeface="DejaVu Sans"/>
                <a:ea typeface="DejaVu Sans"/>
                <a:cs typeface="DejaVu Sans"/>
              </a:defRPr>
            </a:lvl1pPr>
            <a:lvl2pPr algn="l">
              <a:defRPr sz="2250" b="1">
                <a:solidFill>
                  <a:srgbClr val="087F88"/>
                </a:solidFill>
                <a:latin typeface="DejaVu Sans"/>
                <a:ea typeface="DejaVu Sans"/>
                <a:cs typeface="DejaVu Sans"/>
              </a:defRPr>
            </a:lvl2pPr>
            <a:lvl3pPr algn="l">
              <a:defRPr sz="2250" b="1">
                <a:solidFill>
                  <a:srgbClr val="087F88"/>
                </a:solidFill>
                <a:latin typeface="DejaVu Sans"/>
                <a:ea typeface="DejaVu Sans"/>
                <a:cs typeface="DejaVu Sans"/>
              </a:defRPr>
            </a:lvl3pPr>
            <a:lvl4pPr algn="l">
              <a:defRPr sz="2250" b="1">
                <a:solidFill>
                  <a:srgbClr val="087F88"/>
                </a:solidFill>
                <a:latin typeface="DejaVu Sans"/>
                <a:ea typeface="DejaVu Sans"/>
                <a:cs typeface="DejaVu Sans"/>
              </a:defRPr>
            </a:lvl4pPr>
            <a:lvl5pPr algn="l">
              <a:defRPr sz="2250" b="1">
                <a:solidFill>
                  <a:srgbClr val="087F88"/>
                </a:solidFill>
                <a:latin typeface="DejaVu Sans"/>
                <a:ea typeface="DejaVu Sans"/>
                <a:cs typeface="DejaVu Sans"/>
              </a:defRPr>
            </a:lvl5pPr>
            <a:lvl6pPr algn="l">
              <a:defRPr sz="2250" b="1">
                <a:solidFill>
                  <a:srgbClr val="087F88"/>
                </a:solidFill>
                <a:latin typeface="DejaVu Sans"/>
                <a:ea typeface="DejaVu Sans"/>
                <a:cs typeface="DejaVu Sans"/>
              </a:defRPr>
            </a:lvl6pPr>
            <a:lvl7pPr algn="l">
              <a:defRPr sz="2250" b="1">
                <a:solidFill>
                  <a:srgbClr val="087F88"/>
                </a:solidFill>
                <a:latin typeface="DejaVu Sans"/>
                <a:ea typeface="DejaVu Sans"/>
                <a:cs typeface="DejaVu Sans"/>
              </a:defRPr>
            </a:lvl7pPr>
            <a:lvl8pPr algn="l">
              <a:defRPr sz="2250" b="1">
                <a:solidFill>
                  <a:srgbClr val="087F88"/>
                </a:solidFill>
                <a:latin typeface="DejaVu Sans"/>
                <a:ea typeface="DejaVu Sans"/>
                <a:cs typeface="DejaVu Sans"/>
              </a:defRPr>
            </a:lvl8pPr>
            <a:lvl9pPr algn="l">
              <a:defRPr sz="2250" b="1">
                <a:solidFill>
                  <a:srgbClr val="087F88"/>
                </a:solidFill>
                <a:latin typeface="DejaVu Sans"/>
                <a:ea typeface="DejaVu Sans"/>
                <a:cs typeface="DejaVu Sans"/>
              </a:defRPr>
            </a:lvl9pPr>
          </a:lstStyle>
          <a:p>
            <a:pPr algn="l">
              <a:defRPr sz="2250" b="1">
                <a:solidFill>
                  <a:srgbClr val="087F88"/>
                </a:solidFill>
                <a:latin typeface="DejaVu Sans"/>
                <a:ea typeface="DejaVu Sans"/>
                <a:cs typeface="DejaVu Sans"/>
              </a:defRPr>
            </a:pPr>
            <a:r>
              <a:rPr sz="2250" b="1">
                <a:solidFill>
                  <a:srgbClr val="087F88"/>
                </a:solidFill>
                <a:latin typeface="DejaVu Sans"/>
                <a:ea typeface="DejaVu Sans"/>
                <a:cs typeface="DejaVu Sans"/>
              </a:rPr>
              <a:t>Bacias com estação</a:t>
            </a:r>
          </a:p>
        </p:txBody>
      </p:sp>
      <p:sp>
        <p:nvSpPr>
          <p:cNvPr id="9" name="texto">
            <a:extLst>
              <a:ext uri="{FF2B5EF4-FFF2-40B4-BE49-F238E27FC236}">
                <a16:creationId xmlns:a16="http://schemas.microsoft.com/office/drawing/2014/main" id="{5C828DFE-AFFB-45FF-A941-2ED4F6193223}"/>
              </a:ext>
            </a:extLst>
          </p:cNvPr>
          <p:cNvSpPr>
            <a:spLocks noGrp="1"/>
          </p:cNvSpPr>
          <p:nvPr/>
        </p:nvSpPr>
        <p:spPr>
          <a:xfrm>
            <a:off x="609600" y="3829050"/>
            <a:ext cx="4429125" cy="1428750"/>
          </a:xfrm>
          <a:prstGeom prst="rect">
            <a:avLst/>
          </a:prstGeom>
          <a:noFill/>
          <a:ln w="0">
            <a:noFill/>
            <a:prstDash val="solid"/>
          </a:ln>
        </p:spPr>
        <p:txBody>
          <a:bodyPr wrap="square" lIns="0" tIns="0" rIns="0" bIns="0" anchor="t">
            <a:noAutofit/>
          </a:bodyPr>
          <a:lstStyle>
            <a:defPPr algn="l">
              <a:defRPr sz="2025" b="0">
                <a:solidFill>
                  <a:srgbClr val="193647"/>
                </a:solidFill>
                <a:latin typeface="DejaVu Sans"/>
                <a:ea typeface="DejaVu Sans"/>
                <a:cs typeface="DejaVu Sans"/>
              </a:defRPr>
            </a:defPPr>
            <a:lvl1pPr algn="l">
              <a:defRPr sz="2025" b="0">
                <a:solidFill>
                  <a:srgbClr val="193647"/>
                </a:solidFill>
                <a:latin typeface="DejaVu Sans"/>
                <a:ea typeface="DejaVu Sans"/>
                <a:cs typeface="DejaVu Sans"/>
              </a:defRPr>
            </a:lvl1pPr>
            <a:lvl2pPr algn="l">
              <a:defRPr sz="2025" b="0">
                <a:solidFill>
                  <a:srgbClr val="193647"/>
                </a:solidFill>
                <a:latin typeface="DejaVu Sans"/>
                <a:ea typeface="DejaVu Sans"/>
                <a:cs typeface="DejaVu Sans"/>
              </a:defRPr>
            </a:lvl2pPr>
            <a:lvl3pPr algn="l">
              <a:defRPr sz="2025" b="0">
                <a:solidFill>
                  <a:srgbClr val="193647"/>
                </a:solidFill>
                <a:latin typeface="DejaVu Sans"/>
                <a:ea typeface="DejaVu Sans"/>
                <a:cs typeface="DejaVu Sans"/>
              </a:defRPr>
            </a:lvl3pPr>
            <a:lvl4pPr algn="l">
              <a:defRPr sz="2025" b="0">
                <a:solidFill>
                  <a:srgbClr val="193647"/>
                </a:solidFill>
                <a:latin typeface="DejaVu Sans"/>
                <a:ea typeface="DejaVu Sans"/>
                <a:cs typeface="DejaVu Sans"/>
              </a:defRPr>
            </a:lvl4pPr>
            <a:lvl5pPr algn="l">
              <a:defRPr sz="2025" b="0">
                <a:solidFill>
                  <a:srgbClr val="193647"/>
                </a:solidFill>
                <a:latin typeface="DejaVu Sans"/>
                <a:ea typeface="DejaVu Sans"/>
                <a:cs typeface="DejaVu Sans"/>
              </a:defRPr>
            </a:lvl5pPr>
            <a:lvl6pPr algn="l">
              <a:defRPr sz="2025" b="0">
                <a:solidFill>
                  <a:srgbClr val="193647"/>
                </a:solidFill>
                <a:latin typeface="DejaVu Sans"/>
                <a:ea typeface="DejaVu Sans"/>
                <a:cs typeface="DejaVu Sans"/>
              </a:defRPr>
            </a:lvl6pPr>
            <a:lvl7pPr algn="l">
              <a:defRPr sz="2025" b="0">
                <a:solidFill>
                  <a:srgbClr val="193647"/>
                </a:solidFill>
                <a:latin typeface="DejaVu Sans"/>
                <a:ea typeface="DejaVu Sans"/>
                <a:cs typeface="DejaVu Sans"/>
              </a:defRPr>
            </a:lvl7pPr>
            <a:lvl8pPr algn="l">
              <a:defRPr sz="2025" b="0">
                <a:solidFill>
                  <a:srgbClr val="193647"/>
                </a:solidFill>
                <a:latin typeface="DejaVu Sans"/>
                <a:ea typeface="DejaVu Sans"/>
                <a:cs typeface="DejaVu Sans"/>
              </a:defRPr>
            </a:lvl8pPr>
            <a:lvl9pPr algn="l">
              <a:defRPr sz="2025" b="0">
                <a:solidFill>
                  <a:srgbClr val="193647"/>
                </a:solidFill>
                <a:latin typeface="DejaVu Sans"/>
                <a:ea typeface="DejaVu Sans"/>
                <a:cs typeface="DejaVu Sans"/>
              </a:defRPr>
            </a:lvl9pPr>
          </a:lstStyle>
          <a:p>
            <a:pPr algn="l">
              <a:defRPr sz="2025" b="0">
                <a:solidFill>
                  <a:srgbClr val="193647"/>
                </a:solidFill>
                <a:latin typeface="DejaVu Sans"/>
                <a:ea typeface="DejaVu Sans"/>
                <a:cs typeface="DejaVu Sans"/>
              </a:defRPr>
            </a:pPr>
            <a:r>
              <a:rPr sz="2025" b="0">
                <a:solidFill>
                  <a:srgbClr val="193647"/>
                </a:solidFill>
                <a:latin typeface="DejaVu Sans"/>
                <a:ea typeface="DejaVu Sans"/>
                <a:cs typeface="DejaVu Sans"/>
              </a:rPr>
              <a:t>Séries de vazão + atributos</a:t>
            </a:r>
          </a:p>
          <a:p>
            <a:pPr algn="l">
              <a:defRPr sz="2025" b="0">
                <a:solidFill>
                  <a:srgbClr val="193647"/>
                </a:solidFill>
                <a:latin typeface="DejaVu Sans"/>
                <a:ea typeface="DejaVu Sans"/>
                <a:cs typeface="DejaVu Sans"/>
              </a:defRPr>
            </a:pPr>
            <a:r>
              <a:rPr sz="2025" b="0">
                <a:solidFill>
                  <a:srgbClr val="193647"/>
                </a:solidFill>
                <a:latin typeface="DejaVu Sans"/>
                <a:ea typeface="DejaVu Sans"/>
                <a:cs typeface="DejaVu Sans"/>
              </a:rPr>
              <a:t>permitem estimar relações</a:t>
            </a:r>
          </a:p>
          <a:p>
            <a:pPr algn="l">
              <a:defRPr sz="2025" b="0">
                <a:solidFill>
                  <a:srgbClr val="193647"/>
                </a:solidFill>
                <a:latin typeface="DejaVu Sans"/>
                <a:ea typeface="DejaVu Sans"/>
                <a:cs typeface="DejaVu Sans"/>
              </a:defRPr>
            </a:pPr>
            <a:r>
              <a:rPr sz="2025" b="0">
                <a:solidFill>
                  <a:srgbClr val="193647"/>
                </a:solidFill>
                <a:latin typeface="DejaVu Sans"/>
                <a:ea typeface="DejaVu Sans"/>
                <a:cs typeface="DejaVu Sans"/>
              </a:rPr>
              <a:t>regionais.</a:t>
            </a:r>
          </a:p>
        </p:txBody>
      </p:sp>
      <p:sp>
        <p:nvSpPr>
          <p:cNvPr id="10" name="texto">
            <a:extLst>
              <a:ext uri="{FF2B5EF4-FFF2-40B4-BE49-F238E27FC236}">
                <a16:creationId xmlns:a16="http://schemas.microsoft.com/office/drawing/2014/main" id="{FA75926B-04E9-4B22-ABFB-DC3EE427A44D}"/>
              </a:ext>
            </a:extLst>
          </p:cNvPr>
          <p:cNvSpPr>
            <a:spLocks noGrp="1"/>
          </p:cNvSpPr>
          <p:nvPr/>
        </p:nvSpPr>
        <p:spPr>
          <a:xfrm>
            <a:off x="5543550" y="3733800"/>
            <a:ext cx="857250" cy="666750"/>
          </a:xfrm>
          <a:prstGeom prst="rect">
            <a:avLst/>
          </a:prstGeom>
          <a:noFill/>
          <a:ln w="0">
            <a:noFill/>
            <a:prstDash val="solid"/>
          </a:ln>
        </p:spPr>
        <p:txBody>
          <a:bodyPr wrap="square" lIns="0" tIns="0" rIns="0" bIns="0" anchor="t">
            <a:noAutofit/>
          </a:bodyPr>
          <a:lstStyle>
            <a:defPPr algn="l">
              <a:defRPr sz="4350" b="1">
                <a:solidFill>
                  <a:srgbClr val="C47B23"/>
                </a:solidFill>
                <a:latin typeface="DejaVu Sans"/>
                <a:ea typeface="DejaVu Sans"/>
                <a:cs typeface="DejaVu Sans"/>
              </a:defRPr>
            </a:defPPr>
            <a:lvl1pPr algn="l">
              <a:defRPr sz="4350" b="1">
                <a:solidFill>
                  <a:srgbClr val="C47B23"/>
                </a:solidFill>
                <a:latin typeface="DejaVu Sans"/>
                <a:ea typeface="DejaVu Sans"/>
                <a:cs typeface="DejaVu Sans"/>
              </a:defRPr>
            </a:lvl1pPr>
            <a:lvl2pPr algn="l">
              <a:defRPr sz="4350" b="1">
                <a:solidFill>
                  <a:srgbClr val="C47B23"/>
                </a:solidFill>
                <a:latin typeface="DejaVu Sans"/>
                <a:ea typeface="DejaVu Sans"/>
                <a:cs typeface="DejaVu Sans"/>
              </a:defRPr>
            </a:lvl2pPr>
            <a:lvl3pPr algn="l">
              <a:defRPr sz="4350" b="1">
                <a:solidFill>
                  <a:srgbClr val="C47B23"/>
                </a:solidFill>
                <a:latin typeface="DejaVu Sans"/>
                <a:ea typeface="DejaVu Sans"/>
                <a:cs typeface="DejaVu Sans"/>
              </a:defRPr>
            </a:lvl3pPr>
            <a:lvl4pPr algn="l">
              <a:defRPr sz="4350" b="1">
                <a:solidFill>
                  <a:srgbClr val="C47B23"/>
                </a:solidFill>
                <a:latin typeface="DejaVu Sans"/>
                <a:ea typeface="DejaVu Sans"/>
                <a:cs typeface="DejaVu Sans"/>
              </a:defRPr>
            </a:lvl4pPr>
            <a:lvl5pPr algn="l">
              <a:defRPr sz="4350" b="1">
                <a:solidFill>
                  <a:srgbClr val="C47B23"/>
                </a:solidFill>
                <a:latin typeface="DejaVu Sans"/>
                <a:ea typeface="DejaVu Sans"/>
                <a:cs typeface="DejaVu Sans"/>
              </a:defRPr>
            </a:lvl5pPr>
            <a:lvl6pPr algn="l">
              <a:defRPr sz="4350" b="1">
                <a:solidFill>
                  <a:srgbClr val="C47B23"/>
                </a:solidFill>
                <a:latin typeface="DejaVu Sans"/>
                <a:ea typeface="DejaVu Sans"/>
                <a:cs typeface="DejaVu Sans"/>
              </a:defRPr>
            </a:lvl6pPr>
            <a:lvl7pPr algn="l">
              <a:defRPr sz="4350" b="1">
                <a:solidFill>
                  <a:srgbClr val="C47B23"/>
                </a:solidFill>
                <a:latin typeface="DejaVu Sans"/>
                <a:ea typeface="DejaVu Sans"/>
                <a:cs typeface="DejaVu Sans"/>
              </a:defRPr>
            </a:lvl7pPr>
            <a:lvl8pPr algn="l">
              <a:defRPr sz="4350" b="1">
                <a:solidFill>
                  <a:srgbClr val="C47B23"/>
                </a:solidFill>
                <a:latin typeface="DejaVu Sans"/>
                <a:ea typeface="DejaVu Sans"/>
                <a:cs typeface="DejaVu Sans"/>
              </a:defRPr>
            </a:lvl8pPr>
            <a:lvl9pPr algn="l">
              <a:defRPr sz="4350" b="1">
                <a:solidFill>
                  <a:srgbClr val="C47B23"/>
                </a:solidFill>
                <a:latin typeface="DejaVu Sans"/>
                <a:ea typeface="DejaVu Sans"/>
                <a:cs typeface="DejaVu Sans"/>
              </a:defRPr>
            </a:lvl9pPr>
          </a:lstStyle>
          <a:p>
            <a:pPr algn="l">
              <a:defRPr sz="4350" b="1">
                <a:solidFill>
                  <a:srgbClr val="C47B23"/>
                </a:solidFill>
                <a:latin typeface="DejaVu Sans"/>
                <a:ea typeface="DejaVu Sans"/>
                <a:cs typeface="DejaVu Sans"/>
              </a:defRPr>
            </a:pPr>
            <a:r>
              <a:rPr sz="4350" b="1">
                <a:solidFill>
                  <a:srgbClr val="C47B23"/>
                </a:solidFill>
                <a:latin typeface="DejaVu Sans"/>
                <a:ea typeface="DejaVu Sans"/>
                <a:cs typeface="DejaVu Sans"/>
              </a:rPr>
              <a:t>→</a:t>
            </a:r>
          </a:p>
        </p:txBody>
      </p:sp>
      <p:sp>
        <p:nvSpPr>
          <p:cNvPr id="11" name="texto">
            <a:extLst>
              <a:ext uri="{FF2B5EF4-FFF2-40B4-BE49-F238E27FC236}">
                <a16:creationId xmlns:a16="http://schemas.microsoft.com/office/drawing/2014/main" id="{85730F79-04CF-416C-8528-4890AA6B3E36}"/>
              </a:ext>
            </a:extLst>
          </p:cNvPr>
          <p:cNvSpPr>
            <a:spLocks noGrp="1"/>
          </p:cNvSpPr>
          <p:nvPr/>
        </p:nvSpPr>
        <p:spPr>
          <a:xfrm>
            <a:off x="6943725" y="3333750"/>
            <a:ext cx="4629150" cy="400050"/>
          </a:xfrm>
          <a:prstGeom prst="rect">
            <a:avLst/>
          </a:prstGeom>
          <a:noFill/>
          <a:ln w="0">
            <a:noFill/>
            <a:prstDash val="solid"/>
          </a:ln>
        </p:spPr>
        <p:txBody>
          <a:bodyPr wrap="square" lIns="0" tIns="0" rIns="0" bIns="0" anchor="t">
            <a:noAutofit/>
          </a:bodyPr>
          <a:lstStyle>
            <a:defPPr algn="l">
              <a:defRPr sz="2250" b="1">
                <a:solidFill>
                  <a:srgbClr val="087F88"/>
                </a:solidFill>
                <a:latin typeface="DejaVu Sans"/>
                <a:ea typeface="DejaVu Sans"/>
                <a:cs typeface="DejaVu Sans"/>
              </a:defRPr>
            </a:defPPr>
            <a:lvl1pPr algn="l">
              <a:defRPr sz="2250" b="1">
                <a:solidFill>
                  <a:srgbClr val="087F88"/>
                </a:solidFill>
                <a:latin typeface="DejaVu Sans"/>
                <a:ea typeface="DejaVu Sans"/>
                <a:cs typeface="DejaVu Sans"/>
              </a:defRPr>
            </a:lvl1pPr>
            <a:lvl2pPr algn="l">
              <a:defRPr sz="2250" b="1">
                <a:solidFill>
                  <a:srgbClr val="087F88"/>
                </a:solidFill>
                <a:latin typeface="DejaVu Sans"/>
                <a:ea typeface="DejaVu Sans"/>
                <a:cs typeface="DejaVu Sans"/>
              </a:defRPr>
            </a:lvl2pPr>
            <a:lvl3pPr algn="l">
              <a:defRPr sz="2250" b="1">
                <a:solidFill>
                  <a:srgbClr val="087F88"/>
                </a:solidFill>
                <a:latin typeface="DejaVu Sans"/>
                <a:ea typeface="DejaVu Sans"/>
                <a:cs typeface="DejaVu Sans"/>
              </a:defRPr>
            </a:lvl3pPr>
            <a:lvl4pPr algn="l">
              <a:defRPr sz="2250" b="1">
                <a:solidFill>
                  <a:srgbClr val="087F88"/>
                </a:solidFill>
                <a:latin typeface="DejaVu Sans"/>
                <a:ea typeface="DejaVu Sans"/>
                <a:cs typeface="DejaVu Sans"/>
              </a:defRPr>
            </a:lvl4pPr>
            <a:lvl5pPr algn="l">
              <a:defRPr sz="2250" b="1">
                <a:solidFill>
                  <a:srgbClr val="087F88"/>
                </a:solidFill>
                <a:latin typeface="DejaVu Sans"/>
                <a:ea typeface="DejaVu Sans"/>
                <a:cs typeface="DejaVu Sans"/>
              </a:defRPr>
            </a:lvl5pPr>
            <a:lvl6pPr algn="l">
              <a:defRPr sz="2250" b="1">
                <a:solidFill>
                  <a:srgbClr val="087F88"/>
                </a:solidFill>
                <a:latin typeface="DejaVu Sans"/>
                <a:ea typeface="DejaVu Sans"/>
                <a:cs typeface="DejaVu Sans"/>
              </a:defRPr>
            </a:lvl6pPr>
            <a:lvl7pPr algn="l">
              <a:defRPr sz="2250" b="1">
                <a:solidFill>
                  <a:srgbClr val="087F88"/>
                </a:solidFill>
                <a:latin typeface="DejaVu Sans"/>
                <a:ea typeface="DejaVu Sans"/>
                <a:cs typeface="DejaVu Sans"/>
              </a:defRPr>
            </a:lvl7pPr>
            <a:lvl8pPr algn="l">
              <a:defRPr sz="2250" b="1">
                <a:solidFill>
                  <a:srgbClr val="087F88"/>
                </a:solidFill>
                <a:latin typeface="DejaVu Sans"/>
                <a:ea typeface="DejaVu Sans"/>
                <a:cs typeface="DejaVu Sans"/>
              </a:defRPr>
            </a:lvl8pPr>
            <a:lvl9pPr algn="l">
              <a:defRPr sz="2250" b="1">
                <a:solidFill>
                  <a:srgbClr val="087F88"/>
                </a:solidFill>
                <a:latin typeface="DejaVu Sans"/>
                <a:ea typeface="DejaVu Sans"/>
                <a:cs typeface="DejaVu Sans"/>
              </a:defRPr>
            </a:lvl9pPr>
          </a:lstStyle>
          <a:p>
            <a:pPr algn="l">
              <a:defRPr sz="2250" b="1">
                <a:solidFill>
                  <a:srgbClr val="087F88"/>
                </a:solidFill>
                <a:latin typeface="DejaVu Sans"/>
                <a:ea typeface="DejaVu Sans"/>
                <a:cs typeface="DejaVu Sans"/>
              </a:defRPr>
            </a:pPr>
            <a:r>
              <a:rPr sz="2250" b="1">
                <a:solidFill>
                  <a:srgbClr val="087F88"/>
                </a:solidFill>
                <a:latin typeface="DejaVu Sans"/>
                <a:ea typeface="DejaVu Sans"/>
                <a:cs typeface="DejaVu Sans"/>
              </a:rPr>
              <a:t>Bacia sem estação</a:t>
            </a:r>
          </a:p>
        </p:txBody>
      </p:sp>
      <p:sp>
        <p:nvSpPr>
          <p:cNvPr id="12" name="texto">
            <a:extLst>
              <a:ext uri="{FF2B5EF4-FFF2-40B4-BE49-F238E27FC236}">
                <a16:creationId xmlns:a16="http://schemas.microsoft.com/office/drawing/2014/main" id="{FACA695A-04D2-48D5-80A0-AA1EAFD98F66}"/>
              </a:ext>
            </a:extLst>
          </p:cNvPr>
          <p:cNvSpPr>
            <a:spLocks noGrp="1"/>
          </p:cNvSpPr>
          <p:nvPr/>
        </p:nvSpPr>
        <p:spPr>
          <a:xfrm>
            <a:off x="6943725" y="3829050"/>
            <a:ext cx="4629150" cy="1428750"/>
          </a:xfrm>
          <a:prstGeom prst="rect">
            <a:avLst/>
          </a:prstGeom>
          <a:noFill/>
          <a:ln w="0">
            <a:noFill/>
            <a:prstDash val="solid"/>
          </a:ln>
        </p:spPr>
        <p:txBody>
          <a:bodyPr wrap="square" lIns="0" tIns="0" rIns="0" bIns="0" anchor="t">
            <a:noAutofit/>
          </a:bodyPr>
          <a:lstStyle>
            <a:defPPr algn="l">
              <a:defRPr sz="2025" b="0">
                <a:solidFill>
                  <a:srgbClr val="193647"/>
                </a:solidFill>
                <a:latin typeface="DejaVu Sans"/>
                <a:ea typeface="DejaVu Sans"/>
                <a:cs typeface="DejaVu Sans"/>
              </a:defRPr>
            </a:defPPr>
            <a:lvl1pPr algn="l">
              <a:defRPr sz="2025" b="0">
                <a:solidFill>
                  <a:srgbClr val="193647"/>
                </a:solidFill>
                <a:latin typeface="DejaVu Sans"/>
                <a:ea typeface="DejaVu Sans"/>
                <a:cs typeface="DejaVu Sans"/>
              </a:defRPr>
            </a:lvl1pPr>
            <a:lvl2pPr algn="l">
              <a:defRPr sz="2025" b="0">
                <a:solidFill>
                  <a:srgbClr val="193647"/>
                </a:solidFill>
                <a:latin typeface="DejaVu Sans"/>
                <a:ea typeface="DejaVu Sans"/>
                <a:cs typeface="DejaVu Sans"/>
              </a:defRPr>
            </a:lvl2pPr>
            <a:lvl3pPr algn="l">
              <a:defRPr sz="2025" b="0">
                <a:solidFill>
                  <a:srgbClr val="193647"/>
                </a:solidFill>
                <a:latin typeface="DejaVu Sans"/>
                <a:ea typeface="DejaVu Sans"/>
                <a:cs typeface="DejaVu Sans"/>
              </a:defRPr>
            </a:lvl3pPr>
            <a:lvl4pPr algn="l">
              <a:defRPr sz="2025" b="0">
                <a:solidFill>
                  <a:srgbClr val="193647"/>
                </a:solidFill>
                <a:latin typeface="DejaVu Sans"/>
                <a:ea typeface="DejaVu Sans"/>
                <a:cs typeface="DejaVu Sans"/>
              </a:defRPr>
            </a:lvl4pPr>
            <a:lvl5pPr algn="l">
              <a:defRPr sz="2025" b="0">
                <a:solidFill>
                  <a:srgbClr val="193647"/>
                </a:solidFill>
                <a:latin typeface="DejaVu Sans"/>
                <a:ea typeface="DejaVu Sans"/>
                <a:cs typeface="DejaVu Sans"/>
              </a:defRPr>
            </a:lvl5pPr>
            <a:lvl6pPr algn="l">
              <a:defRPr sz="2025" b="0">
                <a:solidFill>
                  <a:srgbClr val="193647"/>
                </a:solidFill>
                <a:latin typeface="DejaVu Sans"/>
                <a:ea typeface="DejaVu Sans"/>
                <a:cs typeface="DejaVu Sans"/>
              </a:defRPr>
            </a:lvl6pPr>
            <a:lvl7pPr algn="l">
              <a:defRPr sz="2025" b="0">
                <a:solidFill>
                  <a:srgbClr val="193647"/>
                </a:solidFill>
                <a:latin typeface="DejaVu Sans"/>
                <a:ea typeface="DejaVu Sans"/>
                <a:cs typeface="DejaVu Sans"/>
              </a:defRPr>
            </a:lvl7pPr>
            <a:lvl8pPr algn="l">
              <a:defRPr sz="2025" b="0">
                <a:solidFill>
                  <a:srgbClr val="193647"/>
                </a:solidFill>
                <a:latin typeface="DejaVu Sans"/>
                <a:ea typeface="DejaVu Sans"/>
                <a:cs typeface="DejaVu Sans"/>
              </a:defRPr>
            </a:lvl8pPr>
            <a:lvl9pPr algn="l">
              <a:defRPr sz="2025" b="0">
                <a:solidFill>
                  <a:srgbClr val="193647"/>
                </a:solidFill>
                <a:latin typeface="DejaVu Sans"/>
                <a:ea typeface="DejaVu Sans"/>
                <a:cs typeface="DejaVu Sans"/>
              </a:defRPr>
            </a:lvl9pPr>
          </a:lstStyle>
          <a:p>
            <a:pPr algn="l">
              <a:defRPr sz="2025" b="0">
                <a:solidFill>
                  <a:srgbClr val="193647"/>
                </a:solidFill>
                <a:latin typeface="DejaVu Sans"/>
                <a:ea typeface="DejaVu Sans"/>
                <a:cs typeface="DejaVu Sans"/>
              </a:defRPr>
            </a:pPr>
            <a:r>
              <a:rPr sz="2025" b="0">
                <a:solidFill>
                  <a:srgbClr val="193647"/>
                </a:solidFill>
                <a:latin typeface="DejaVu Sans"/>
                <a:ea typeface="DejaVu Sans"/>
                <a:cs typeface="DejaVu Sans"/>
              </a:rPr>
              <a:t>Seus atributos permitem</a:t>
            </a:r>
          </a:p>
          <a:p>
            <a:pPr algn="l">
              <a:defRPr sz="2025" b="0">
                <a:solidFill>
                  <a:srgbClr val="193647"/>
                </a:solidFill>
                <a:latin typeface="DejaVu Sans"/>
                <a:ea typeface="DejaVu Sans"/>
                <a:cs typeface="DejaVu Sans"/>
              </a:defRPr>
            </a:pPr>
            <a:r>
              <a:rPr sz="2025" b="0">
                <a:solidFill>
                  <a:srgbClr val="193647"/>
                </a:solidFill>
                <a:latin typeface="DejaVu Sans"/>
                <a:ea typeface="DejaVu Sans"/>
                <a:cs typeface="DejaVu Sans"/>
              </a:rPr>
              <a:t>aplicar as relações e prever</a:t>
            </a:r>
          </a:p>
          <a:p>
            <a:pPr algn="l">
              <a:defRPr sz="2025" b="0">
                <a:solidFill>
                  <a:srgbClr val="193647"/>
                </a:solidFill>
                <a:latin typeface="DejaVu Sans"/>
                <a:ea typeface="DejaVu Sans"/>
                <a:cs typeface="DejaVu Sans"/>
              </a:defRPr>
            </a:pPr>
            <a:r>
              <a:rPr sz="2025" b="0">
                <a:solidFill>
                  <a:srgbClr val="193647"/>
                </a:solidFill>
                <a:latin typeface="DejaVu Sans"/>
                <a:ea typeface="DejaVu Sans"/>
                <a:cs typeface="DejaVu Sans"/>
              </a:rPr>
              <a:t>o alvo hidrológico.</a:t>
            </a:r>
          </a:p>
        </p:txBody>
      </p:sp>
      <p:sp>
        <p:nvSpPr>
          <p:cNvPr id="13" name="Straight Connector 12">
            <a:extLst>
              <a:ext uri="{FF2B5EF4-FFF2-40B4-BE49-F238E27FC236}">
                <a16:creationId xmlns:a16="http://schemas.microsoft.com/office/drawing/2014/main" id="{731FA010-A6DD-47B2-A038-3726FE5404BD}"/>
              </a:ext>
            </a:extLst>
          </p:cNvPr>
          <p:cNvSpPr>
            <a:spLocks noGrp="1"/>
          </p:cNvSpPr>
          <p:nvPr/>
        </p:nvSpPr>
        <p:spPr>
          <a:xfrm>
            <a:off x="609600" y="5486400"/>
            <a:ext cx="476250" cy="0"/>
          </a:xfrm>
          <a:prstGeom prst="line">
            <a:avLst/>
          </a:prstGeom>
          <a:noFill/>
          <a:ln w="38100">
            <a:solidFill>
              <a:srgbClr val="087F88"/>
            </a:solidFill>
            <a:prstDash val="solid"/>
          </a:ln>
        </p:spPr>
        <p:txBody>
          <a:bodyPr/>
          <a:lstStyle/>
          <a:p>
            <a:endParaRPr lang="en-GB"/>
          </a:p>
        </p:txBody>
      </p:sp>
      <p:sp>
        <p:nvSpPr>
          <p:cNvPr id="14" name="texto">
            <a:extLst>
              <a:ext uri="{FF2B5EF4-FFF2-40B4-BE49-F238E27FC236}">
                <a16:creationId xmlns:a16="http://schemas.microsoft.com/office/drawing/2014/main" id="{47B8E19C-1E0C-4A98-B1AB-A17192FC4D21}"/>
              </a:ext>
            </a:extLst>
          </p:cNvPr>
          <p:cNvSpPr>
            <a:spLocks noGrp="1"/>
          </p:cNvSpPr>
          <p:nvPr/>
        </p:nvSpPr>
        <p:spPr>
          <a:xfrm>
            <a:off x="609600" y="5619750"/>
            <a:ext cx="10972800" cy="514350"/>
          </a:xfrm>
          <a:prstGeom prst="rect">
            <a:avLst/>
          </a:prstGeom>
          <a:noFill/>
          <a:ln w="0">
            <a:noFill/>
            <a:prstDash val="solid"/>
          </a:ln>
        </p:spPr>
        <p:txBody>
          <a:bodyPr wrap="square" lIns="0" tIns="0" rIns="0" bIns="0" anchor="t">
            <a:noAutofit/>
          </a:bodyPr>
          <a:lstStyle>
            <a:defPPr algn="l">
              <a:defRPr sz="2025" b="1">
                <a:solidFill>
                  <a:srgbClr val="087F88"/>
                </a:solidFill>
                <a:latin typeface="DejaVu Sans"/>
                <a:ea typeface="DejaVu Sans"/>
                <a:cs typeface="DejaVu Sans"/>
              </a:defRPr>
            </a:defPPr>
            <a:lvl1pPr algn="l">
              <a:defRPr sz="2025" b="1">
                <a:solidFill>
                  <a:srgbClr val="087F88"/>
                </a:solidFill>
                <a:latin typeface="DejaVu Sans"/>
                <a:ea typeface="DejaVu Sans"/>
                <a:cs typeface="DejaVu Sans"/>
              </a:defRPr>
            </a:lvl1pPr>
            <a:lvl2pPr algn="l">
              <a:defRPr sz="2025" b="1">
                <a:solidFill>
                  <a:srgbClr val="087F88"/>
                </a:solidFill>
                <a:latin typeface="DejaVu Sans"/>
                <a:ea typeface="DejaVu Sans"/>
                <a:cs typeface="DejaVu Sans"/>
              </a:defRPr>
            </a:lvl2pPr>
            <a:lvl3pPr algn="l">
              <a:defRPr sz="2025" b="1">
                <a:solidFill>
                  <a:srgbClr val="087F88"/>
                </a:solidFill>
                <a:latin typeface="DejaVu Sans"/>
                <a:ea typeface="DejaVu Sans"/>
                <a:cs typeface="DejaVu Sans"/>
              </a:defRPr>
            </a:lvl3pPr>
            <a:lvl4pPr algn="l">
              <a:defRPr sz="2025" b="1">
                <a:solidFill>
                  <a:srgbClr val="087F88"/>
                </a:solidFill>
                <a:latin typeface="DejaVu Sans"/>
                <a:ea typeface="DejaVu Sans"/>
                <a:cs typeface="DejaVu Sans"/>
              </a:defRPr>
            </a:lvl4pPr>
            <a:lvl5pPr algn="l">
              <a:defRPr sz="2025" b="1">
                <a:solidFill>
                  <a:srgbClr val="087F88"/>
                </a:solidFill>
                <a:latin typeface="DejaVu Sans"/>
                <a:ea typeface="DejaVu Sans"/>
                <a:cs typeface="DejaVu Sans"/>
              </a:defRPr>
            </a:lvl5pPr>
            <a:lvl6pPr algn="l">
              <a:defRPr sz="2025" b="1">
                <a:solidFill>
                  <a:srgbClr val="087F88"/>
                </a:solidFill>
                <a:latin typeface="DejaVu Sans"/>
                <a:ea typeface="DejaVu Sans"/>
                <a:cs typeface="DejaVu Sans"/>
              </a:defRPr>
            </a:lvl6pPr>
            <a:lvl7pPr algn="l">
              <a:defRPr sz="2025" b="1">
                <a:solidFill>
                  <a:srgbClr val="087F88"/>
                </a:solidFill>
                <a:latin typeface="DejaVu Sans"/>
                <a:ea typeface="DejaVu Sans"/>
                <a:cs typeface="DejaVu Sans"/>
              </a:defRPr>
            </a:lvl7pPr>
            <a:lvl8pPr algn="l">
              <a:defRPr sz="2025" b="1">
                <a:solidFill>
                  <a:srgbClr val="087F88"/>
                </a:solidFill>
                <a:latin typeface="DejaVu Sans"/>
                <a:ea typeface="DejaVu Sans"/>
                <a:cs typeface="DejaVu Sans"/>
              </a:defRPr>
            </a:lvl8pPr>
            <a:lvl9pPr algn="l">
              <a:defRPr sz="2025" b="1">
                <a:solidFill>
                  <a:srgbClr val="087F88"/>
                </a:solidFill>
                <a:latin typeface="DejaVu Sans"/>
                <a:ea typeface="DejaVu Sans"/>
                <a:cs typeface="DejaVu Sans"/>
              </a:defRPr>
            </a:lvl9pPr>
          </a:lstStyle>
          <a:p>
            <a:pPr algn="l">
              <a:defRPr sz="2025" b="1">
                <a:solidFill>
                  <a:srgbClr val="087F88"/>
                </a:solidFill>
                <a:latin typeface="DejaVu Sans"/>
                <a:ea typeface="DejaVu Sans"/>
                <a:cs typeface="DejaVu Sans"/>
              </a:defRPr>
            </a:pPr>
            <a:r>
              <a:rPr sz="2025" b="1">
                <a:solidFill>
                  <a:srgbClr val="087F88"/>
                </a:solidFill>
                <a:latin typeface="DejaVu Sans"/>
                <a:ea typeface="DejaVu Sans"/>
                <a:cs typeface="DejaVu Sans"/>
              </a:rPr>
              <a:t>Nesta aula: Q90 e quantis das máximas diárias anuais.</a:t>
            </a:r>
          </a:p>
        </p:txBody>
      </p:sp>
    </p:spTree>
    <p:extLst>
      <p:ext uri="{BB962C8B-B14F-4D97-AF65-F5344CB8AC3E}">
        <p14:creationId xmlns:p14="http://schemas.microsoft.com/office/powerpoint/2010/main" val="1147030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0" name="texto">
            <a:extLst>
              <a:ext uri="{FF2B5EF4-FFF2-40B4-BE49-F238E27FC236}">
                <a16:creationId xmlns:a16="http://schemas.microsoft.com/office/drawing/2014/main" id="{C94A88E1-9627-45C7-A086-652BEACE78A0}"/>
              </a:ext>
            </a:extLst>
          </p:cNvPr>
          <p:cNvSpPr>
            <a:spLocks noGrp="1"/>
          </p:cNvSpPr>
          <p:nvPr/>
        </p:nvSpPr>
        <p:spPr>
          <a:xfrm>
            <a:off x="609600" y="285750"/>
            <a:ext cx="10668000" cy="247650"/>
          </a:xfrm>
          <a:prstGeom prst="rect">
            <a:avLst/>
          </a:prstGeom>
          <a:noFill/>
          <a:ln w="0">
            <a:noFill/>
            <a:prstDash val="solid"/>
          </a:ln>
        </p:spPr>
        <p:txBody>
          <a:bodyPr wrap="square" lIns="0" tIns="0" rIns="0" bIns="0" anchor="t">
            <a:noAutofit/>
          </a:bodyPr>
          <a:lstStyle>
            <a:defPPr algn="l">
              <a:defRPr sz="1275" b="1">
                <a:solidFill>
                  <a:srgbClr val="087F88"/>
                </a:solidFill>
                <a:latin typeface="DejaVu Sans"/>
                <a:ea typeface="DejaVu Sans"/>
                <a:cs typeface="DejaVu Sans"/>
              </a:defRPr>
            </a:defPPr>
            <a:lvl1pPr algn="l">
              <a:defRPr sz="1275" b="1">
                <a:solidFill>
                  <a:srgbClr val="087F88"/>
                </a:solidFill>
                <a:latin typeface="DejaVu Sans"/>
                <a:ea typeface="DejaVu Sans"/>
                <a:cs typeface="DejaVu Sans"/>
              </a:defRPr>
            </a:lvl1pPr>
            <a:lvl2pPr algn="l">
              <a:defRPr sz="1275" b="1">
                <a:solidFill>
                  <a:srgbClr val="087F88"/>
                </a:solidFill>
                <a:latin typeface="DejaVu Sans"/>
                <a:ea typeface="DejaVu Sans"/>
                <a:cs typeface="DejaVu Sans"/>
              </a:defRPr>
            </a:lvl2pPr>
            <a:lvl3pPr algn="l">
              <a:defRPr sz="1275" b="1">
                <a:solidFill>
                  <a:srgbClr val="087F88"/>
                </a:solidFill>
                <a:latin typeface="DejaVu Sans"/>
                <a:ea typeface="DejaVu Sans"/>
                <a:cs typeface="DejaVu Sans"/>
              </a:defRPr>
            </a:lvl3pPr>
            <a:lvl4pPr algn="l">
              <a:defRPr sz="1275" b="1">
                <a:solidFill>
                  <a:srgbClr val="087F88"/>
                </a:solidFill>
                <a:latin typeface="DejaVu Sans"/>
                <a:ea typeface="DejaVu Sans"/>
                <a:cs typeface="DejaVu Sans"/>
              </a:defRPr>
            </a:lvl4pPr>
            <a:lvl5pPr algn="l">
              <a:defRPr sz="1275" b="1">
                <a:solidFill>
                  <a:srgbClr val="087F88"/>
                </a:solidFill>
                <a:latin typeface="DejaVu Sans"/>
                <a:ea typeface="DejaVu Sans"/>
                <a:cs typeface="DejaVu Sans"/>
              </a:defRPr>
            </a:lvl5pPr>
            <a:lvl6pPr algn="l">
              <a:defRPr sz="1275" b="1">
                <a:solidFill>
                  <a:srgbClr val="087F88"/>
                </a:solidFill>
                <a:latin typeface="DejaVu Sans"/>
                <a:ea typeface="DejaVu Sans"/>
                <a:cs typeface="DejaVu Sans"/>
              </a:defRPr>
            </a:lvl6pPr>
            <a:lvl7pPr algn="l">
              <a:defRPr sz="1275" b="1">
                <a:solidFill>
                  <a:srgbClr val="087F88"/>
                </a:solidFill>
                <a:latin typeface="DejaVu Sans"/>
                <a:ea typeface="DejaVu Sans"/>
                <a:cs typeface="DejaVu Sans"/>
              </a:defRPr>
            </a:lvl7pPr>
            <a:lvl8pPr algn="l">
              <a:defRPr sz="1275" b="1">
                <a:solidFill>
                  <a:srgbClr val="087F88"/>
                </a:solidFill>
                <a:latin typeface="DejaVu Sans"/>
                <a:ea typeface="DejaVu Sans"/>
                <a:cs typeface="DejaVu Sans"/>
              </a:defRPr>
            </a:lvl8pPr>
            <a:lvl9pPr algn="l">
              <a:defRPr sz="1275" b="1">
                <a:solidFill>
                  <a:srgbClr val="087F88"/>
                </a:solidFill>
                <a:latin typeface="DejaVu Sans"/>
                <a:ea typeface="DejaVu Sans"/>
                <a:cs typeface="DejaVu Sans"/>
              </a:defRPr>
            </a:lvl9pPr>
          </a:lstStyle>
          <a:p>
            <a:pPr algn="l">
              <a:defRPr sz="1275" b="1">
                <a:solidFill>
                  <a:srgbClr val="087F88"/>
                </a:solidFill>
                <a:latin typeface="DejaVu Sans"/>
                <a:ea typeface="DejaVu Sans"/>
                <a:cs typeface="DejaVu Sans"/>
              </a:defRPr>
            </a:pPr>
            <a:r>
              <a:rPr sz="1275" b="1">
                <a:solidFill>
                  <a:srgbClr val="087F88"/>
                </a:solidFill>
                <a:latin typeface="DejaVu Sans"/>
                <a:ea typeface="DejaVu Sans"/>
                <a:cs typeface="DejaVu Sans"/>
              </a:rPr>
              <a:t>FUNDAMENTOS</a:t>
            </a:r>
          </a:p>
        </p:txBody>
      </p:sp>
      <p:sp>
        <p:nvSpPr>
          <p:cNvPr id="2" name="texto">
            <a:extLst>
              <a:ext uri="{FF2B5EF4-FFF2-40B4-BE49-F238E27FC236}">
                <a16:creationId xmlns:a16="http://schemas.microsoft.com/office/drawing/2014/main" id="{A9BD6FD6-6CAB-4B72-8AE6-2ADE41298981}"/>
              </a:ext>
            </a:extLst>
          </p:cNvPr>
          <p:cNvSpPr>
            <a:spLocks noGrp="1"/>
          </p:cNvSpPr>
          <p:nvPr/>
        </p:nvSpPr>
        <p:spPr>
          <a:xfrm>
            <a:off x="609600" y="685800"/>
            <a:ext cx="10972800" cy="1028700"/>
          </a:xfrm>
          <a:prstGeom prst="rect">
            <a:avLst/>
          </a:prstGeom>
          <a:noFill/>
          <a:ln w="0">
            <a:noFill/>
            <a:prstDash val="solid"/>
          </a:ln>
        </p:spPr>
        <p:txBody>
          <a:bodyPr wrap="square" lIns="0" tIns="0" rIns="0" bIns="0" anchor="t">
            <a:noAutofit/>
          </a:bodyPr>
          <a:lstStyle>
            <a:defPPr algn="l">
              <a:defRPr sz="3225" b="1">
                <a:solidFill>
                  <a:srgbClr val="123247"/>
                </a:solidFill>
                <a:latin typeface="DejaVu Sans"/>
                <a:ea typeface="DejaVu Sans"/>
                <a:cs typeface="DejaVu Sans"/>
              </a:defRPr>
            </a:defPPr>
            <a:lvl1pPr algn="l">
              <a:defRPr sz="3225" b="1">
                <a:solidFill>
                  <a:srgbClr val="123247"/>
                </a:solidFill>
                <a:latin typeface="DejaVu Sans"/>
                <a:ea typeface="DejaVu Sans"/>
                <a:cs typeface="DejaVu Sans"/>
              </a:defRPr>
            </a:lvl1pPr>
            <a:lvl2pPr algn="l">
              <a:defRPr sz="3225" b="1">
                <a:solidFill>
                  <a:srgbClr val="123247"/>
                </a:solidFill>
                <a:latin typeface="DejaVu Sans"/>
                <a:ea typeface="DejaVu Sans"/>
                <a:cs typeface="DejaVu Sans"/>
              </a:defRPr>
            </a:lvl2pPr>
            <a:lvl3pPr algn="l">
              <a:defRPr sz="3225" b="1">
                <a:solidFill>
                  <a:srgbClr val="123247"/>
                </a:solidFill>
                <a:latin typeface="DejaVu Sans"/>
                <a:ea typeface="DejaVu Sans"/>
                <a:cs typeface="DejaVu Sans"/>
              </a:defRPr>
            </a:lvl3pPr>
            <a:lvl4pPr algn="l">
              <a:defRPr sz="3225" b="1">
                <a:solidFill>
                  <a:srgbClr val="123247"/>
                </a:solidFill>
                <a:latin typeface="DejaVu Sans"/>
                <a:ea typeface="DejaVu Sans"/>
                <a:cs typeface="DejaVu Sans"/>
              </a:defRPr>
            </a:lvl4pPr>
            <a:lvl5pPr algn="l">
              <a:defRPr sz="3225" b="1">
                <a:solidFill>
                  <a:srgbClr val="123247"/>
                </a:solidFill>
                <a:latin typeface="DejaVu Sans"/>
                <a:ea typeface="DejaVu Sans"/>
                <a:cs typeface="DejaVu Sans"/>
              </a:defRPr>
            </a:lvl5pPr>
            <a:lvl6pPr algn="l">
              <a:defRPr sz="3225" b="1">
                <a:solidFill>
                  <a:srgbClr val="123247"/>
                </a:solidFill>
                <a:latin typeface="DejaVu Sans"/>
                <a:ea typeface="DejaVu Sans"/>
                <a:cs typeface="DejaVu Sans"/>
              </a:defRPr>
            </a:lvl6pPr>
            <a:lvl7pPr algn="l">
              <a:defRPr sz="3225" b="1">
                <a:solidFill>
                  <a:srgbClr val="123247"/>
                </a:solidFill>
                <a:latin typeface="DejaVu Sans"/>
                <a:ea typeface="DejaVu Sans"/>
                <a:cs typeface="DejaVu Sans"/>
              </a:defRPr>
            </a:lvl7pPr>
            <a:lvl8pPr algn="l">
              <a:defRPr sz="3225" b="1">
                <a:solidFill>
                  <a:srgbClr val="123247"/>
                </a:solidFill>
                <a:latin typeface="DejaVu Sans"/>
                <a:ea typeface="DejaVu Sans"/>
                <a:cs typeface="DejaVu Sans"/>
              </a:defRPr>
            </a:lvl8pPr>
            <a:lvl9pPr algn="l">
              <a:defRPr sz="3225" b="1">
                <a:solidFill>
                  <a:srgbClr val="123247"/>
                </a:solidFill>
                <a:latin typeface="DejaVu Sans"/>
                <a:ea typeface="DejaVu Sans"/>
                <a:cs typeface="DejaVu Sans"/>
              </a:defRPr>
            </a:lvl9pPr>
          </a:lstStyle>
          <a:p>
            <a:pPr algn="l">
              <a:defRPr sz="3225" b="1">
                <a:solidFill>
                  <a:srgbClr val="123247"/>
                </a:solidFill>
                <a:latin typeface="DejaVu Sans"/>
                <a:ea typeface="DejaVu Sans"/>
                <a:cs typeface="DejaVu Sans"/>
              </a:defRPr>
            </a:pPr>
            <a:r>
              <a:rPr sz="3225" b="1">
                <a:solidFill>
                  <a:srgbClr val="123247"/>
                </a:solidFill>
                <a:latin typeface="DejaVu Sans"/>
                <a:ea typeface="DejaVu Sans"/>
                <a:cs typeface="DejaVu Sans"/>
              </a:rPr>
              <a:t>Duas perguntas hidrológicas</a:t>
            </a:r>
          </a:p>
        </p:txBody>
      </p:sp>
      <p:sp>
        <p:nvSpPr>
          <p:cNvPr id="3" name="texto">
            <a:extLst>
              <a:ext uri="{FF2B5EF4-FFF2-40B4-BE49-F238E27FC236}">
                <a16:creationId xmlns:a16="http://schemas.microsoft.com/office/drawing/2014/main" id="{A7028930-668A-4C1D-83C4-5C9CB5B477A0}"/>
              </a:ext>
            </a:extLst>
          </p:cNvPr>
          <p:cNvSpPr>
            <a:spLocks noGrp="1"/>
          </p:cNvSpPr>
          <p:nvPr/>
        </p:nvSpPr>
        <p:spPr>
          <a:xfrm>
            <a:off x="609600" y="6096000"/>
            <a:ext cx="10763250" cy="228600"/>
          </a:xfrm>
          <a:prstGeom prst="rect">
            <a:avLst/>
          </a:prstGeom>
          <a:noFill/>
          <a:ln w="0">
            <a:noFill/>
            <a:prstDash val="solid"/>
          </a:ln>
        </p:spPr>
        <p:txBody>
          <a:bodyPr wrap="square" lIns="0" tIns="0" rIns="0" bIns="0" anchor="t">
            <a:noAutofit/>
          </a:bodyPr>
          <a:lstStyle>
            <a:defPPr algn="l">
              <a:defRPr sz="1050" b="0">
                <a:solidFill>
                  <a:srgbClr val="526873"/>
                </a:solidFill>
                <a:latin typeface="DejaVu Sans"/>
                <a:ea typeface="DejaVu Sans"/>
                <a:cs typeface="DejaVu Sans"/>
              </a:defRPr>
            </a:defPPr>
            <a:lvl1pPr algn="l">
              <a:defRPr sz="1050" b="0">
                <a:solidFill>
                  <a:srgbClr val="526873"/>
                </a:solidFill>
                <a:latin typeface="DejaVu Sans"/>
                <a:ea typeface="DejaVu Sans"/>
                <a:cs typeface="DejaVu Sans"/>
              </a:defRPr>
            </a:lvl1pPr>
            <a:lvl2pPr algn="l">
              <a:defRPr sz="1050" b="0">
                <a:solidFill>
                  <a:srgbClr val="526873"/>
                </a:solidFill>
                <a:latin typeface="DejaVu Sans"/>
                <a:ea typeface="DejaVu Sans"/>
                <a:cs typeface="DejaVu Sans"/>
              </a:defRPr>
            </a:lvl2pPr>
            <a:lvl3pPr algn="l">
              <a:defRPr sz="1050" b="0">
                <a:solidFill>
                  <a:srgbClr val="526873"/>
                </a:solidFill>
                <a:latin typeface="DejaVu Sans"/>
                <a:ea typeface="DejaVu Sans"/>
                <a:cs typeface="DejaVu Sans"/>
              </a:defRPr>
            </a:lvl3pPr>
            <a:lvl4pPr algn="l">
              <a:defRPr sz="1050" b="0">
                <a:solidFill>
                  <a:srgbClr val="526873"/>
                </a:solidFill>
                <a:latin typeface="DejaVu Sans"/>
                <a:ea typeface="DejaVu Sans"/>
                <a:cs typeface="DejaVu Sans"/>
              </a:defRPr>
            </a:lvl4pPr>
            <a:lvl5pPr algn="l">
              <a:defRPr sz="1050" b="0">
                <a:solidFill>
                  <a:srgbClr val="526873"/>
                </a:solidFill>
                <a:latin typeface="DejaVu Sans"/>
                <a:ea typeface="DejaVu Sans"/>
                <a:cs typeface="DejaVu Sans"/>
              </a:defRPr>
            </a:lvl5pPr>
            <a:lvl6pPr algn="l">
              <a:defRPr sz="1050" b="0">
                <a:solidFill>
                  <a:srgbClr val="526873"/>
                </a:solidFill>
                <a:latin typeface="DejaVu Sans"/>
                <a:ea typeface="DejaVu Sans"/>
                <a:cs typeface="DejaVu Sans"/>
              </a:defRPr>
            </a:lvl6pPr>
            <a:lvl7pPr algn="l">
              <a:defRPr sz="1050" b="0">
                <a:solidFill>
                  <a:srgbClr val="526873"/>
                </a:solidFill>
                <a:latin typeface="DejaVu Sans"/>
                <a:ea typeface="DejaVu Sans"/>
                <a:cs typeface="DejaVu Sans"/>
              </a:defRPr>
            </a:lvl7pPr>
            <a:lvl8pPr algn="l">
              <a:defRPr sz="1050" b="0">
                <a:solidFill>
                  <a:srgbClr val="526873"/>
                </a:solidFill>
                <a:latin typeface="DejaVu Sans"/>
                <a:ea typeface="DejaVu Sans"/>
                <a:cs typeface="DejaVu Sans"/>
              </a:defRPr>
            </a:lvl8pPr>
            <a:lvl9pPr algn="l">
              <a:defRPr sz="1050" b="0">
                <a:solidFill>
                  <a:srgbClr val="526873"/>
                </a:solidFill>
                <a:latin typeface="DejaVu Sans"/>
                <a:ea typeface="DejaVu Sans"/>
                <a:cs typeface="DejaVu Sans"/>
              </a:defRPr>
            </a:lvl9pPr>
          </a:lstStyle>
          <a:p>
            <a:pPr algn="l">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Fontes: Dalrymple (1960); Hosking e Wallis (1997); SGB.</a:t>
            </a:r>
          </a:p>
        </p:txBody>
      </p:sp>
      <p:sp>
        <p:nvSpPr>
          <p:cNvPr id="4" name="Straight Connector 3">
            <a:extLst>
              <a:ext uri="{FF2B5EF4-FFF2-40B4-BE49-F238E27FC236}">
                <a16:creationId xmlns:a16="http://schemas.microsoft.com/office/drawing/2014/main" id="{AAC64617-FABA-4C34-92D1-F4D3A85C0E96}"/>
              </a:ext>
            </a:extLst>
          </p:cNvPr>
          <p:cNvSpPr>
            <a:spLocks noGrp="1"/>
          </p:cNvSpPr>
          <p:nvPr/>
        </p:nvSpPr>
        <p:spPr>
          <a:xfrm>
            <a:off x="609600" y="6438900"/>
            <a:ext cx="10972800" cy="0"/>
          </a:xfrm>
          <a:prstGeom prst="line">
            <a:avLst/>
          </a:prstGeom>
          <a:noFill/>
          <a:ln w="9525">
            <a:solidFill>
              <a:srgbClr val="DCE3E3"/>
            </a:solidFill>
            <a:prstDash val="solid"/>
          </a:ln>
        </p:spPr>
        <p:txBody>
          <a:bodyPr/>
          <a:lstStyle/>
          <a:p>
            <a:endParaRPr lang="en-GB"/>
          </a:p>
        </p:txBody>
      </p:sp>
      <p:sp>
        <p:nvSpPr>
          <p:cNvPr id="5" name="texto">
            <a:extLst>
              <a:ext uri="{FF2B5EF4-FFF2-40B4-BE49-F238E27FC236}">
                <a16:creationId xmlns:a16="http://schemas.microsoft.com/office/drawing/2014/main" id="{1E1FF518-6BC9-4A54-922B-E8D05BC2B5EB}"/>
              </a:ext>
            </a:extLst>
          </p:cNvPr>
          <p:cNvSpPr>
            <a:spLocks noGrp="1"/>
          </p:cNvSpPr>
          <p:nvPr/>
        </p:nvSpPr>
        <p:spPr>
          <a:xfrm>
            <a:off x="609600" y="6543675"/>
            <a:ext cx="8572500" cy="190500"/>
          </a:xfrm>
          <a:prstGeom prst="rect">
            <a:avLst/>
          </a:prstGeom>
          <a:noFill/>
          <a:ln w="0">
            <a:noFill/>
            <a:prstDash val="solid"/>
          </a:ln>
        </p:spPr>
        <p:txBody>
          <a:bodyPr wrap="square" lIns="0" tIns="0" rIns="0" bIns="0" anchor="t">
            <a:noAutofit/>
          </a:bodyPr>
          <a:lstStyle>
            <a:defPPr algn="l">
              <a:defRPr sz="975" b="0">
                <a:solidFill>
                  <a:srgbClr val="526873"/>
                </a:solidFill>
                <a:latin typeface="DejaVu Sans"/>
                <a:ea typeface="DejaVu Sans"/>
                <a:cs typeface="DejaVu Sans"/>
              </a:defRPr>
            </a:defPPr>
            <a:lvl1pPr algn="l">
              <a:defRPr sz="975" b="0">
                <a:solidFill>
                  <a:srgbClr val="526873"/>
                </a:solidFill>
                <a:latin typeface="DejaVu Sans"/>
                <a:ea typeface="DejaVu Sans"/>
                <a:cs typeface="DejaVu Sans"/>
              </a:defRPr>
            </a:lvl1pPr>
            <a:lvl2pPr algn="l">
              <a:defRPr sz="975" b="0">
                <a:solidFill>
                  <a:srgbClr val="526873"/>
                </a:solidFill>
                <a:latin typeface="DejaVu Sans"/>
                <a:ea typeface="DejaVu Sans"/>
                <a:cs typeface="DejaVu Sans"/>
              </a:defRPr>
            </a:lvl2pPr>
            <a:lvl3pPr algn="l">
              <a:defRPr sz="975" b="0">
                <a:solidFill>
                  <a:srgbClr val="526873"/>
                </a:solidFill>
                <a:latin typeface="DejaVu Sans"/>
                <a:ea typeface="DejaVu Sans"/>
                <a:cs typeface="DejaVu Sans"/>
              </a:defRPr>
            </a:lvl3pPr>
            <a:lvl4pPr algn="l">
              <a:defRPr sz="975" b="0">
                <a:solidFill>
                  <a:srgbClr val="526873"/>
                </a:solidFill>
                <a:latin typeface="DejaVu Sans"/>
                <a:ea typeface="DejaVu Sans"/>
                <a:cs typeface="DejaVu Sans"/>
              </a:defRPr>
            </a:lvl4pPr>
            <a:lvl5pPr algn="l">
              <a:defRPr sz="975" b="0">
                <a:solidFill>
                  <a:srgbClr val="526873"/>
                </a:solidFill>
                <a:latin typeface="DejaVu Sans"/>
                <a:ea typeface="DejaVu Sans"/>
                <a:cs typeface="DejaVu Sans"/>
              </a:defRPr>
            </a:lvl5pPr>
            <a:lvl6pPr algn="l">
              <a:defRPr sz="975" b="0">
                <a:solidFill>
                  <a:srgbClr val="526873"/>
                </a:solidFill>
                <a:latin typeface="DejaVu Sans"/>
                <a:ea typeface="DejaVu Sans"/>
                <a:cs typeface="DejaVu Sans"/>
              </a:defRPr>
            </a:lvl6pPr>
            <a:lvl7pPr algn="l">
              <a:defRPr sz="975" b="0">
                <a:solidFill>
                  <a:srgbClr val="526873"/>
                </a:solidFill>
                <a:latin typeface="DejaVu Sans"/>
                <a:ea typeface="DejaVu Sans"/>
                <a:cs typeface="DejaVu Sans"/>
              </a:defRPr>
            </a:lvl7pPr>
            <a:lvl8pPr algn="l">
              <a:defRPr sz="975" b="0">
                <a:solidFill>
                  <a:srgbClr val="526873"/>
                </a:solidFill>
                <a:latin typeface="DejaVu Sans"/>
                <a:ea typeface="DejaVu Sans"/>
                <a:cs typeface="DejaVu Sans"/>
              </a:defRPr>
            </a:lvl8pPr>
            <a:lvl9pPr algn="l">
              <a:defRPr sz="975" b="0">
                <a:solidFill>
                  <a:srgbClr val="526873"/>
                </a:solidFill>
                <a:latin typeface="DejaVu Sans"/>
                <a:ea typeface="DejaVu Sans"/>
                <a:cs typeface="DejaVu Sans"/>
              </a:defRPr>
            </a:lvl9pPr>
          </a:lstStyle>
          <a:p>
            <a:pPr algn="l">
              <a:defRPr sz="975" b="0">
                <a:solidFill>
                  <a:srgbClr val="526873"/>
                </a:solidFill>
                <a:latin typeface="DejaVu Sans"/>
                <a:ea typeface="DejaVu Sans"/>
                <a:cs typeface="DejaVu Sans"/>
              </a:defRPr>
            </a:pPr>
            <a:r>
              <a:rPr sz="975" b="0">
                <a:solidFill>
                  <a:srgbClr val="526873"/>
                </a:solidFill>
                <a:latin typeface="DejaVu Sans"/>
                <a:ea typeface="DejaVu Sans"/>
                <a:cs typeface="DejaVu Sans"/>
              </a:rPr>
              <a:t>REGIONALIZAÇÃO DE VAZÕES</a:t>
            </a:r>
          </a:p>
        </p:txBody>
      </p:sp>
      <p:sp>
        <p:nvSpPr>
          <p:cNvPr id="6" name="texto">
            <a:extLst>
              <a:ext uri="{FF2B5EF4-FFF2-40B4-BE49-F238E27FC236}">
                <a16:creationId xmlns:a16="http://schemas.microsoft.com/office/drawing/2014/main" id="{BEF5182E-3D43-4ED7-94B7-F604624749D1}"/>
              </a:ext>
            </a:extLst>
          </p:cNvPr>
          <p:cNvSpPr>
            <a:spLocks noGrp="1"/>
          </p:cNvSpPr>
          <p:nvPr/>
        </p:nvSpPr>
        <p:spPr>
          <a:xfrm>
            <a:off x="10620375" y="6534150"/>
            <a:ext cx="962025" cy="209550"/>
          </a:xfrm>
          <a:prstGeom prst="rect">
            <a:avLst/>
          </a:prstGeom>
          <a:noFill/>
          <a:ln w="0">
            <a:noFill/>
            <a:prstDash val="solid"/>
          </a:ln>
        </p:spPr>
        <p:txBody>
          <a:bodyPr wrap="square" lIns="0" tIns="0" rIns="0" bIns="0" anchor="t">
            <a:noAutofit/>
          </a:bodyPr>
          <a:lstStyle>
            <a:defPPr algn="r">
              <a:defRPr sz="1050" b="0">
                <a:solidFill>
                  <a:srgbClr val="526873"/>
                </a:solidFill>
                <a:latin typeface="DejaVu Sans"/>
                <a:ea typeface="DejaVu Sans"/>
                <a:cs typeface="DejaVu Sans"/>
              </a:defRPr>
            </a:defPPr>
            <a:lvl1pPr algn="r">
              <a:defRPr sz="1050" b="0">
                <a:solidFill>
                  <a:srgbClr val="526873"/>
                </a:solidFill>
                <a:latin typeface="DejaVu Sans"/>
                <a:ea typeface="DejaVu Sans"/>
                <a:cs typeface="DejaVu Sans"/>
              </a:defRPr>
            </a:lvl1pPr>
            <a:lvl2pPr algn="r">
              <a:defRPr sz="1050" b="0">
                <a:solidFill>
                  <a:srgbClr val="526873"/>
                </a:solidFill>
                <a:latin typeface="DejaVu Sans"/>
                <a:ea typeface="DejaVu Sans"/>
                <a:cs typeface="DejaVu Sans"/>
              </a:defRPr>
            </a:lvl2pPr>
            <a:lvl3pPr algn="r">
              <a:defRPr sz="1050" b="0">
                <a:solidFill>
                  <a:srgbClr val="526873"/>
                </a:solidFill>
                <a:latin typeface="DejaVu Sans"/>
                <a:ea typeface="DejaVu Sans"/>
                <a:cs typeface="DejaVu Sans"/>
              </a:defRPr>
            </a:lvl3pPr>
            <a:lvl4pPr algn="r">
              <a:defRPr sz="1050" b="0">
                <a:solidFill>
                  <a:srgbClr val="526873"/>
                </a:solidFill>
                <a:latin typeface="DejaVu Sans"/>
                <a:ea typeface="DejaVu Sans"/>
                <a:cs typeface="DejaVu Sans"/>
              </a:defRPr>
            </a:lvl4pPr>
            <a:lvl5pPr algn="r">
              <a:defRPr sz="1050" b="0">
                <a:solidFill>
                  <a:srgbClr val="526873"/>
                </a:solidFill>
                <a:latin typeface="DejaVu Sans"/>
                <a:ea typeface="DejaVu Sans"/>
                <a:cs typeface="DejaVu Sans"/>
              </a:defRPr>
            </a:lvl5pPr>
            <a:lvl6pPr algn="r">
              <a:defRPr sz="1050" b="0">
                <a:solidFill>
                  <a:srgbClr val="526873"/>
                </a:solidFill>
                <a:latin typeface="DejaVu Sans"/>
                <a:ea typeface="DejaVu Sans"/>
                <a:cs typeface="DejaVu Sans"/>
              </a:defRPr>
            </a:lvl6pPr>
            <a:lvl7pPr algn="r">
              <a:defRPr sz="1050" b="0">
                <a:solidFill>
                  <a:srgbClr val="526873"/>
                </a:solidFill>
                <a:latin typeface="DejaVu Sans"/>
                <a:ea typeface="DejaVu Sans"/>
                <a:cs typeface="DejaVu Sans"/>
              </a:defRPr>
            </a:lvl7pPr>
            <a:lvl8pPr algn="r">
              <a:defRPr sz="1050" b="0">
                <a:solidFill>
                  <a:srgbClr val="526873"/>
                </a:solidFill>
                <a:latin typeface="DejaVu Sans"/>
                <a:ea typeface="DejaVu Sans"/>
                <a:cs typeface="DejaVu Sans"/>
              </a:defRPr>
            </a:lvl8pPr>
            <a:lvl9pPr algn="r">
              <a:defRPr sz="1050" b="0">
                <a:solidFill>
                  <a:srgbClr val="526873"/>
                </a:solidFill>
                <a:latin typeface="DejaVu Sans"/>
                <a:ea typeface="DejaVu Sans"/>
                <a:cs typeface="DejaVu Sans"/>
              </a:defRPr>
            </a:lvl9pPr>
          </a:lstStyle>
          <a:p>
            <a:pPr algn="r">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03 / 38</a:t>
            </a:r>
          </a:p>
        </p:txBody>
      </p:sp>
      <p:graphicFrame>
        <p:nvGraphicFramePr>
          <p:cNvPr id="7" name="Table 6">
            <a:extLst>
              <a:ext uri="{FF2B5EF4-FFF2-40B4-BE49-F238E27FC236}">
                <a16:creationId xmlns:a16="http://schemas.microsoft.com/office/drawing/2014/main" id="{7372DEFB-63E1-4F09-BECF-2CABCFC5D82E}"/>
              </a:ext>
            </a:extLst>
          </p:cNvPr>
          <p:cNvGraphicFramePr/>
          <p:nvPr/>
        </p:nvGraphicFramePr>
        <p:xfrm>
          <a:off x="609600" y="1847850"/>
          <a:ext cx="10972800" cy="3268980"/>
        </p:xfrm>
        <a:graphic>
          <a:graphicData uri="http://schemas.openxmlformats.org/drawingml/2006/table">
            <a:tbl>
              <a:tblPr/>
              <a:tblGrid>
                <a:gridCol w="2047875">
                  <a:extLst>
                    <a:ext uri="{9D8B030D-6E8A-4147-A177-3AD203B41FA5}">
                      <a16:colId xmlns:a16="http://schemas.microsoft.com/office/drawing/2014/main" val="20000"/>
                    </a:ext>
                  </a:extLst>
                </a:gridCol>
                <a:gridCol w="4257675">
                  <a:extLst>
                    <a:ext uri="{9D8B030D-6E8A-4147-A177-3AD203B41FA5}">
                      <a16:colId xmlns:a16="http://schemas.microsoft.com/office/drawing/2014/main" val="20001"/>
                    </a:ext>
                  </a:extLst>
                </a:gridCol>
                <a:gridCol w="4667250">
                  <a:extLst>
                    <a:ext uri="{9D8B030D-6E8A-4147-A177-3AD203B41FA5}">
                      <a16:colId xmlns:a16="http://schemas.microsoft.com/office/drawing/2014/main" val="20002"/>
                    </a:ext>
                  </a:extLst>
                </a:gridCol>
              </a:tblGrid>
              <a:tr h="651510">
                <a:tc>
                  <a:txBody>
                    <a:bodyPr/>
                    <a:lstStyle/>
                    <a:p>
                      <a:endParaRPr/>
                    </a:p>
                  </a:txBody>
                  <a:tcPr anchor="ctr">
                    <a:lnL w="6668">
                      <a:solidFill>
                        <a:srgbClr val="DCE3E3"/>
                      </a:solidFill>
                      <a:prstDash val="solid"/>
                    </a:lnL>
                    <a:lnR w="6668">
                      <a:solidFill>
                        <a:srgbClr val="DCE3E3"/>
                      </a:solidFill>
                      <a:prstDash val="solid"/>
                    </a:lnR>
                    <a:lnT w="6668">
                      <a:solidFill>
                        <a:srgbClr val="DCE3E3"/>
                      </a:solidFill>
                      <a:prstDash val="solid"/>
                    </a:lnT>
                    <a:lnB w="6668">
                      <a:solidFill>
                        <a:srgbClr val="DCE3E3"/>
                      </a:solidFill>
                      <a:prstDash val="solid"/>
                    </a:lnB>
                    <a:solidFill>
                      <a:srgbClr val="123247"/>
                    </a:solidFill>
                  </a:tcPr>
                </a:tc>
                <a:tc>
                  <a:txBody>
                    <a:bodyPr/>
                    <a:lstStyle/>
                    <a:p>
                      <a:pPr algn="l"/>
                      <a:r>
                        <a:rPr sz="1875" b="1">
                          <a:solidFill>
                            <a:srgbClr val="FFFFFF"/>
                          </a:solidFill>
                          <a:latin typeface="DejaVu Sans"/>
                          <a:ea typeface="DejaVu Sans"/>
                          <a:cs typeface="DejaVu Sans"/>
                        </a:rPr>
                        <a:t>Máximas: Q(T)</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a:solidFill>
                        <a:srgbClr val="DCE3E3"/>
                      </a:solidFill>
                      <a:prstDash val="solid"/>
                    </a:lnT>
                    <a:lnB w="6668">
                      <a:solidFill>
                        <a:srgbClr val="DCE3E3"/>
                      </a:solidFill>
                      <a:prstDash val="solid"/>
                    </a:lnB>
                    <a:solidFill>
                      <a:srgbClr val="123247"/>
                    </a:solidFill>
                  </a:tcPr>
                </a:tc>
                <a:tc>
                  <a:txBody>
                    <a:bodyPr/>
                    <a:lstStyle/>
                    <a:p>
                      <a:pPr algn="l"/>
                      <a:r>
                        <a:rPr sz="1875" b="1">
                          <a:solidFill>
                            <a:srgbClr val="FFFFFF"/>
                          </a:solidFill>
                          <a:latin typeface="DejaVu Sans"/>
                          <a:ea typeface="DejaVu Sans"/>
                          <a:cs typeface="DejaVu Sans"/>
                        </a:rPr>
                        <a:t>Permanência: Qp</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a:solidFill>
                        <a:srgbClr val="DCE3E3"/>
                      </a:solidFill>
                      <a:prstDash val="solid"/>
                    </a:lnT>
                    <a:lnB w="6668">
                      <a:solidFill>
                        <a:srgbClr val="DCE3E3"/>
                      </a:solidFill>
                      <a:prstDash val="solid"/>
                    </a:lnB>
                    <a:solidFill>
                      <a:srgbClr val="123247"/>
                    </a:solidFill>
                  </a:tcPr>
                </a:tc>
                <a:extLst>
                  <a:ext uri="{0D108BD9-81ED-4DB2-BD59-A6C34878D82A}">
                    <a16:rowId xmlns:a16="http://schemas.microsoft.com/office/drawing/2014/main" val="10000"/>
                  </a:ext>
                </a:extLst>
              </a:tr>
              <a:tr h="651510">
                <a:tc>
                  <a:txBody>
                    <a:bodyPr/>
                    <a:lstStyle/>
                    <a:p>
                      <a:pPr algn="l"/>
                      <a:r>
                        <a:rPr sz="1875" b="0">
                          <a:solidFill>
                            <a:srgbClr val="193647"/>
                          </a:solidFill>
                          <a:latin typeface="DejaVu Sans"/>
                          <a:ea typeface="DejaVu Sans"/>
                          <a:cs typeface="DejaVu Sans"/>
                        </a:rPr>
                        <a:t>Série usada</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1875" b="0">
                          <a:solidFill>
                            <a:srgbClr val="193647"/>
                          </a:solidFill>
                          <a:latin typeface="DejaVu Sans"/>
                          <a:ea typeface="DejaVu Sans"/>
                          <a:cs typeface="DejaVu Sans"/>
                        </a:rPr>
                        <a:t>Máxima diária de cada ano</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1875" b="0">
                          <a:solidFill>
                            <a:srgbClr val="193647"/>
                          </a:solidFill>
                          <a:latin typeface="DejaVu Sans"/>
                          <a:ea typeface="DejaVu Sans"/>
                          <a:cs typeface="DejaVu Sans"/>
                        </a:rPr>
                        <a:t>Vazões diárias</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extLst>
                  <a:ext uri="{0D108BD9-81ED-4DB2-BD59-A6C34878D82A}">
                    <a16:rowId xmlns:a16="http://schemas.microsoft.com/office/drawing/2014/main" val="10001"/>
                  </a:ext>
                </a:extLst>
              </a:tr>
              <a:tr h="651510">
                <a:tc>
                  <a:txBody>
                    <a:bodyPr/>
                    <a:lstStyle/>
                    <a:p>
                      <a:pPr algn="l"/>
                      <a:r>
                        <a:rPr sz="1875" b="0">
                          <a:solidFill>
                            <a:srgbClr val="193647"/>
                          </a:solidFill>
                          <a:latin typeface="DejaVu Sans"/>
                          <a:ea typeface="DejaVu Sans"/>
                          <a:cs typeface="DejaVu Sans"/>
                        </a:rPr>
                        <a:t>Pergunta</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1875" b="0">
                          <a:solidFill>
                            <a:srgbClr val="193647"/>
                          </a:solidFill>
                          <a:latin typeface="DejaVu Sans"/>
                          <a:ea typeface="DejaVu Sans"/>
                          <a:cs typeface="DejaVu Sans"/>
                        </a:rPr>
                        <a:t>Qual máxima diária anual</a:t>
                      </a:r>
                    </a:p>
                    <a:p>
                      <a:pPr algn="l"/>
                      <a:r>
                        <a:rPr sz="1875" b="0">
                          <a:solidFill>
                            <a:srgbClr val="193647"/>
                          </a:solidFill>
                          <a:latin typeface="DejaVu Sans"/>
                          <a:ea typeface="DejaVu Sans"/>
                          <a:cs typeface="DejaVu Sans"/>
                        </a:rPr>
                        <a:t>para um tempo de retorno T?</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1875" b="0">
                          <a:solidFill>
                            <a:srgbClr val="193647"/>
                          </a:solidFill>
                          <a:latin typeface="DejaVu Sans"/>
                          <a:ea typeface="DejaVu Sans"/>
                          <a:cs typeface="DejaVu Sans"/>
                        </a:rPr>
                        <a:t>Qual vazão é igualada</a:t>
                      </a:r>
                    </a:p>
                    <a:p>
                      <a:pPr algn="l"/>
                      <a:r>
                        <a:rPr sz="1875" b="0">
                          <a:solidFill>
                            <a:srgbClr val="193647"/>
                          </a:solidFill>
                          <a:latin typeface="DejaVu Sans"/>
                          <a:ea typeface="DejaVu Sans"/>
                          <a:cs typeface="DejaVu Sans"/>
                        </a:rPr>
                        <a:t>ou excedida em p% dos dias?</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extLst>
                  <a:ext uri="{0D108BD9-81ED-4DB2-BD59-A6C34878D82A}">
                    <a16:rowId xmlns:a16="http://schemas.microsoft.com/office/drawing/2014/main" val="10002"/>
                  </a:ext>
                </a:extLst>
              </a:tr>
              <a:tr h="651510">
                <a:tc>
                  <a:txBody>
                    <a:bodyPr/>
                    <a:lstStyle/>
                    <a:p>
                      <a:pPr algn="l"/>
                      <a:r>
                        <a:rPr sz="1875" b="0">
                          <a:solidFill>
                            <a:srgbClr val="193647"/>
                          </a:solidFill>
                          <a:latin typeface="DejaVu Sans"/>
                          <a:ea typeface="DejaVu Sans"/>
                          <a:cs typeface="DejaVu Sans"/>
                        </a:rPr>
                        <a:t>Probabilidade</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1875" b="0">
                          <a:solidFill>
                            <a:srgbClr val="193647"/>
                          </a:solidFill>
                          <a:latin typeface="DejaVu Sans"/>
                          <a:ea typeface="DejaVu Sans"/>
                          <a:cs typeface="DejaVu Sans"/>
                        </a:rPr>
                        <a:t>Excedência anual = 1/T</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1875" b="0">
                          <a:solidFill>
                            <a:srgbClr val="193647"/>
                          </a:solidFill>
                          <a:latin typeface="DejaVu Sans"/>
                          <a:ea typeface="DejaVu Sans"/>
                          <a:cs typeface="DejaVu Sans"/>
                        </a:rPr>
                        <a:t>Excedência diária = p/100</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extLst>
                  <a:ext uri="{0D108BD9-81ED-4DB2-BD59-A6C34878D82A}">
                    <a16:rowId xmlns:a16="http://schemas.microsoft.com/office/drawing/2014/main" val="10003"/>
                  </a:ext>
                </a:extLst>
              </a:tr>
              <a:tr h="651510">
                <a:tc>
                  <a:txBody>
                    <a:bodyPr/>
                    <a:lstStyle/>
                    <a:p>
                      <a:pPr algn="l"/>
                      <a:r>
                        <a:rPr sz="1875" b="0">
                          <a:solidFill>
                            <a:srgbClr val="193647"/>
                          </a:solidFill>
                          <a:latin typeface="DejaVu Sans"/>
                          <a:ea typeface="DejaVu Sans"/>
                          <a:cs typeface="DejaVu Sans"/>
                        </a:rPr>
                        <a:t>Exemplos</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1875" b="0">
                          <a:solidFill>
                            <a:srgbClr val="193647"/>
                          </a:solidFill>
                          <a:latin typeface="DejaVu Sans"/>
                          <a:ea typeface="DejaVu Sans"/>
                          <a:cs typeface="DejaVu Sans"/>
                        </a:rPr>
                        <a:t>Q(10), Q(50), Q(100)</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1875" b="0">
                          <a:solidFill>
                            <a:srgbClr val="193647"/>
                          </a:solidFill>
                          <a:latin typeface="DejaVu Sans"/>
                          <a:ea typeface="DejaVu Sans"/>
                          <a:cs typeface="DejaVu Sans"/>
                        </a:rPr>
                        <a:t>Q90, Q98</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extLst>
                  <a:ext uri="{0D108BD9-81ED-4DB2-BD59-A6C34878D82A}">
                    <a16:rowId xmlns:a16="http://schemas.microsoft.com/office/drawing/2014/main" val="10004"/>
                  </a:ext>
                </a:extLst>
              </a:tr>
            </a:tbl>
          </a:graphicData>
        </a:graphic>
      </p:graphicFrame>
      <p:sp>
        <p:nvSpPr>
          <p:cNvPr id="8" name="Straight Connector 7">
            <a:extLst>
              <a:ext uri="{FF2B5EF4-FFF2-40B4-BE49-F238E27FC236}">
                <a16:creationId xmlns:a16="http://schemas.microsoft.com/office/drawing/2014/main" id="{709369DA-23F8-46A7-A93F-4FA83333DD15}"/>
              </a:ext>
            </a:extLst>
          </p:cNvPr>
          <p:cNvSpPr>
            <a:spLocks noGrp="1"/>
          </p:cNvSpPr>
          <p:nvPr/>
        </p:nvSpPr>
        <p:spPr>
          <a:xfrm>
            <a:off x="609600" y="5391150"/>
            <a:ext cx="476250" cy="0"/>
          </a:xfrm>
          <a:prstGeom prst="line">
            <a:avLst/>
          </a:prstGeom>
          <a:noFill/>
          <a:ln w="38100">
            <a:solidFill>
              <a:srgbClr val="087F88"/>
            </a:solidFill>
            <a:prstDash val="solid"/>
          </a:ln>
        </p:spPr>
        <p:txBody>
          <a:bodyPr/>
          <a:lstStyle/>
          <a:p>
            <a:endParaRPr lang="en-GB"/>
          </a:p>
        </p:txBody>
      </p:sp>
      <p:sp>
        <p:nvSpPr>
          <p:cNvPr id="9" name="texto">
            <a:extLst>
              <a:ext uri="{FF2B5EF4-FFF2-40B4-BE49-F238E27FC236}">
                <a16:creationId xmlns:a16="http://schemas.microsoft.com/office/drawing/2014/main" id="{5D96F1AA-D715-494A-AA3D-23B3E1C75B09}"/>
              </a:ext>
            </a:extLst>
          </p:cNvPr>
          <p:cNvSpPr>
            <a:spLocks noGrp="1"/>
          </p:cNvSpPr>
          <p:nvPr/>
        </p:nvSpPr>
        <p:spPr>
          <a:xfrm>
            <a:off x="609600" y="5524500"/>
            <a:ext cx="10972800" cy="514350"/>
          </a:xfrm>
          <a:prstGeom prst="rect">
            <a:avLst/>
          </a:prstGeom>
          <a:noFill/>
          <a:ln w="0">
            <a:noFill/>
            <a:prstDash val="solid"/>
          </a:ln>
        </p:spPr>
        <p:txBody>
          <a:bodyPr wrap="square" lIns="0" tIns="0" rIns="0" bIns="0" anchor="t">
            <a:noAutofit/>
          </a:bodyPr>
          <a:lstStyle>
            <a:defPPr algn="l">
              <a:defRPr sz="2025" b="1">
                <a:solidFill>
                  <a:srgbClr val="087F88"/>
                </a:solidFill>
                <a:latin typeface="DejaVu Sans"/>
                <a:ea typeface="DejaVu Sans"/>
                <a:cs typeface="DejaVu Sans"/>
              </a:defRPr>
            </a:defPPr>
            <a:lvl1pPr algn="l">
              <a:defRPr sz="2025" b="1">
                <a:solidFill>
                  <a:srgbClr val="087F88"/>
                </a:solidFill>
                <a:latin typeface="DejaVu Sans"/>
                <a:ea typeface="DejaVu Sans"/>
                <a:cs typeface="DejaVu Sans"/>
              </a:defRPr>
            </a:lvl1pPr>
            <a:lvl2pPr algn="l">
              <a:defRPr sz="2025" b="1">
                <a:solidFill>
                  <a:srgbClr val="087F88"/>
                </a:solidFill>
                <a:latin typeface="DejaVu Sans"/>
                <a:ea typeface="DejaVu Sans"/>
                <a:cs typeface="DejaVu Sans"/>
              </a:defRPr>
            </a:lvl2pPr>
            <a:lvl3pPr algn="l">
              <a:defRPr sz="2025" b="1">
                <a:solidFill>
                  <a:srgbClr val="087F88"/>
                </a:solidFill>
                <a:latin typeface="DejaVu Sans"/>
                <a:ea typeface="DejaVu Sans"/>
                <a:cs typeface="DejaVu Sans"/>
              </a:defRPr>
            </a:lvl3pPr>
            <a:lvl4pPr algn="l">
              <a:defRPr sz="2025" b="1">
                <a:solidFill>
                  <a:srgbClr val="087F88"/>
                </a:solidFill>
                <a:latin typeface="DejaVu Sans"/>
                <a:ea typeface="DejaVu Sans"/>
                <a:cs typeface="DejaVu Sans"/>
              </a:defRPr>
            </a:lvl4pPr>
            <a:lvl5pPr algn="l">
              <a:defRPr sz="2025" b="1">
                <a:solidFill>
                  <a:srgbClr val="087F88"/>
                </a:solidFill>
                <a:latin typeface="DejaVu Sans"/>
                <a:ea typeface="DejaVu Sans"/>
                <a:cs typeface="DejaVu Sans"/>
              </a:defRPr>
            </a:lvl5pPr>
            <a:lvl6pPr algn="l">
              <a:defRPr sz="2025" b="1">
                <a:solidFill>
                  <a:srgbClr val="087F88"/>
                </a:solidFill>
                <a:latin typeface="DejaVu Sans"/>
                <a:ea typeface="DejaVu Sans"/>
                <a:cs typeface="DejaVu Sans"/>
              </a:defRPr>
            </a:lvl6pPr>
            <a:lvl7pPr algn="l">
              <a:defRPr sz="2025" b="1">
                <a:solidFill>
                  <a:srgbClr val="087F88"/>
                </a:solidFill>
                <a:latin typeface="DejaVu Sans"/>
                <a:ea typeface="DejaVu Sans"/>
                <a:cs typeface="DejaVu Sans"/>
              </a:defRPr>
            </a:lvl7pPr>
            <a:lvl8pPr algn="l">
              <a:defRPr sz="2025" b="1">
                <a:solidFill>
                  <a:srgbClr val="087F88"/>
                </a:solidFill>
                <a:latin typeface="DejaVu Sans"/>
                <a:ea typeface="DejaVu Sans"/>
                <a:cs typeface="DejaVu Sans"/>
              </a:defRPr>
            </a:lvl8pPr>
            <a:lvl9pPr algn="l">
              <a:defRPr sz="2025" b="1">
                <a:solidFill>
                  <a:srgbClr val="087F88"/>
                </a:solidFill>
                <a:latin typeface="DejaVu Sans"/>
                <a:ea typeface="DejaVu Sans"/>
                <a:cs typeface="DejaVu Sans"/>
              </a:defRPr>
            </a:lvl9pPr>
          </a:lstStyle>
          <a:p>
            <a:pPr algn="l">
              <a:defRPr sz="2025" b="1">
                <a:solidFill>
                  <a:srgbClr val="087F88"/>
                </a:solidFill>
                <a:latin typeface="DejaVu Sans"/>
                <a:ea typeface="DejaVu Sans"/>
                <a:cs typeface="DejaVu Sans"/>
              </a:defRPr>
            </a:pPr>
            <a:r>
              <a:rPr sz="2025" b="1">
                <a:solidFill>
                  <a:srgbClr val="087F88"/>
                </a:solidFill>
                <a:latin typeface="DejaVu Sans"/>
                <a:ea typeface="DejaVu Sans"/>
                <a:cs typeface="DejaVu Sans"/>
              </a:rPr>
              <a:t>Q90 não significa tempo de retorno de 90 anos.</a:t>
            </a:r>
          </a:p>
        </p:txBody>
      </p:sp>
    </p:spTree>
    <p:extLst>
      <p:ext uri="{BB962C8B-B14F-4D97-AF65-F5344CB8AC3E}">
        <p14:creationId xmlns:p14="http://schemas.microsoft.com/office/powerpoint/2010/main" val="1810172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3" name="texto">
            <a:extLst>
              <a:ext uri="{FF2B5EF4-FFF2-40B4-BE49-F238E27FC236}">
                <a16:creationId xmlns:a16="http://schemas.microsoft.com/office/drawing/2014/main" id="{FAB4C69E-7F9D-4552-9AB9-71E5E3CB7405}"/>
              </a:ext>
            </a:extLst>
          </p:cNvPr>
          <p:cNvSpPr>
            <a:spLocks noGrp="1"/>
          </p:cNvSpPr>
          <p:nvPr/>
        </p:nvSpPr>
        <p:spPr>
          <a:xfrm>
            <a:off x="609600" y="285750"/>
            <a:ext cx="10668000" cy="247650"/>
          </a:xfrm>
          <a:prstGeom prst="rect">
            <a:avLst/>
          </a:prstGeom>
          <a:noFill/>
          <a:ln w="0">
            <a:noFill/>
            <a:prstDash val="solid"/>
          </a:ln>
        </p:spPr>
        <p:txBody>
          <a:bodyPr wrap="square" lIns="0" tIns="0" rIns="0" bIns="0" anchor="t">
            <a:noAutofit/>
          </a:bodyPr>
          <a:lstStyle>
            <a:defPPr algn="l">
              <a:defRPr sz="1275" b="1">
                <a:solidFill>
                  <a:srgbClr val="087F88"/>
                </a:solidFill>
                <a:latin typeface="DejaVu Sans"/>
                <a:ea typeface="DejaVu Sans"/>
                <a:cs typeface="DejaVu Sans"/>
              </a:defRPr>
            </a:defPPr>
            <a:lvl1pPr algn="l">
              <a:defRPr sz="1275" b="1">
                <a:solidFill>
                  <a:srgbClr val="087F88"/>
                </a:solidFill>
                <a:latin typeface="DejaVu Sans"/>
                <a:ea typeface="DejaVu Sans"/>
                <a:cs typeface="DejaVu Sans"/>
              </a:defRPr>
            </a:lvl1pPr>
            <a:lvl2pPr algn="l">
              <a:defRPr sz="1275" b="1">
                <a:solidFill>
                  <a:srgbClr val="087F88"/>
                </a:solidFill>
                <a:latin typeface="DejaVu Sans"/>
                <a:ea typeface="DejaVu Sans"/>
                <a:cs typeface="DejaVu Sans"/>
              </a:defRPr>
            </a:lvl2pPr>
            <a:lvl3pPr algn="l">
              <a:defRPr sz="1275" b="1">
                <a:solidFill>
                  <a:srgbClr val="087F88"/>
                </a:solidFill>
                <a:latin typeface="DejaVu Sans"/>
                <a:ea typeface="DejaVu Sans"/>
                <a:cs typeface="DejaVu Sans"/>
              </a:defRPr>
            </a:lvl3pPr>
            <a:lvl4pPr algn="l">
              <a:defRPr sz="1275" b="1">
                <a:solidFill>
                  <a:srgbClr val="087F88"/>
                </a:solidFill>
                <a:latin typeface="DejaVu Sans"/>
                <a:ea typeface="DejaVu Sans"/>
                <a:cs typeface="DejaVu Sans"/>
              </a:defRPr>
            </a:lvl4pPr>
            <a:lvl5pPr algn="l">
              <a:defRPr sz="1275" b="1">
                <a:solidFill>
                  <a:srgbClr val="087F88"/>
                </a:solidFill>
                <a:latin typeface="DejaVu Sans"/>
                <a:ea typeface="DejaVu Sans"/>
                <a:cs typeface="DejaVu Sans"/>
              </a:defRPr>
            </a:lvl5pPr>
            <a:lvl6pPr algn="l">
              <a:defRPr sz="1275" b="1">
                <a:solidFill>
                  <a:srgbClr val="087F88"/>
                </a:solidFill>
                <a:latin typeface="DejaVu Sans"/>
                <a:ea typeface="DejaVu Sans"/>
                <a:cs typeface="DejaVu Sans"/>
              </a:defRPr>
            </a:lvl6pPr>
            <a:lvl7pPr algn="l">
              <a:defRPr sz="1275" b="1">
                <a:solidFill>
                  <a:srgbClr val="087F88"/>
                </a:solidFill>
                <a:latin typeface="DejaVu Sans"/>
                <a:ea typeface="DejaVu Sans"/>
                <a:cs typeface="DejaVu Sans"/>
              </a:defRPr>
            </a:lvl7pPr>
            <a:lvl8pPr algn="l">
              <a:defRPr sz="1275" b="1">
                <a:solidFill>
                  <a:srgbClr val="087F88"/>
                </a:solidFill>
                <a:latin typeface="DejaVu Sans"/>
                <a:ea typeface="DejaVu Sans"/>
                <a:cs typeface="DejaVu Sans"/>
              </a:defRPr>
            </a:lvl8pPr>
            <a:lvl9pPr algn="l">
              <a:defRPr sz="1275" b="1">
                <a:solidFill>
                  <a:srgbClr val="087F88"/>
                </a:solidFill>
                <a:latin typeface="DejaVu Sans"/>
                <a:ea typeface="DejaVu Sans"/>
                <a:cs typeface="DejaVu Sans"/>
              </a:defRPr>
            </a:lvl9pPr>
          </a:lstStyle>
          <a:p>
            <a:pPr algn="l">
              <a:defRPr sz="1275" b="1">
                <a:solidFill>
                  <a:srgbClr val="087F88"/>
                </a:solidFill>
                <a:latin typeface="DejaVu Sans"/>
                <a:ea typeface="DejaVu Sans"/>
                <a:cs typeface="DejaVu Sans"/>
              </a:defRPr>
            </a:pPr>
            <a:r>
              <a:rPr sz="1275" b="1">
                <a:solidFill>
                  <a:srgbClr val="087F88"/>
                </a:solidFill>
                <a:latin typeface="DejaVu Sans"/>
                <a:ea typeface="DejaVu Sans"/>
                <a:cs typeface="DejaVu Sans"/>
              </a:rPr>
              <a:t>SÉRIE DIÁRIA E PERMANÊNCIA</a:t>
            </a:r>
          </a:p>
        </p:txBody>
      </p:sp>
      <p:sp>
        <p:nvSpPr>
          <p:cNvPr id="2" name="texto">
            <a:extLst>
              <a:ext uri="{FF2B5EF4-FFF2-40B4-BE49-F238E27FC236}">
                <a16:creationId xmlns:a16="http://schemas.microsoft.com/office/drawing/2014/main" id="{55E8CD9E-903F-4583-99E7-A41474C516FB}"/>
              </a:ext>
            </a:extLst>
          </p:cNvPr>
          <p:cNvSpPr>
            <a:spLocks noGrp="1"/>
          </p:cNvSpPr>
          <p:nvPr/>
        </p:nvSpPr>
        <p:spPr>
          <a:xfrm>
            <a:off x="609600" y="685800"/>
            <a:ext cx="10972800" cy="1028700"/>
          </a:xfrm>
          <a:prstGeom prst="rect">
            <a:avLst/>
          </a:prstGeom>
          <a:noFill/>
          <a:ln w="0">
            <a:noFill/>
            <a:prstDash val="solid"/>
          </a:ln>
        </p:spPr>
        <p:txBody>
          <a:bodyPr wrap="square" lIns="0" tIns="0" rIns="0" bIns="0" anchor="t">
            <a:noAutofit/>
          </a:bodyPr>
          <a:lstStyle>
            <a:defPPr algn="l">
              <a:defRPr sz="3225" b="1">
                <a:solidFill>
                  <a:srgbClr val="123247"/>
                </a:solidFill>
                <a:latin typeface="DejaVu Sans"/>
                <a:ea typeface="DejaVu Sans"/>
                <a:cs typeface="DejaVu Sans"/>
              </a:defRPr>
            </a:defPPr>
            <a:lvl1pPr algn="l">
              <a:defRPr sz="3225" b="1">
                <a:solidFill>
                  <a:srgbClr val="123247"/>
                </a:solidFill>
                <a:latin typeface="DejaVu Sans"/>
                <a:ea typeface="DejaVu Sans"/>
                <a:cs typeface="DejaVu Sans"/>
              </a:defRPr>
            </a:lvl1pPr>
            <a:lvl2pPr algn="l">
              <a:defRPr sz="3225" b="1">
                <a:solidFill>
                  <a:srgbClr val="123247"/>
                </a:solidFill>
                <a:latin typeface="DejaVu Sans"/>
                <a:ea typeface="DejaVu Sans"/>
                <a:cs typeface="DejaVu Sans"/>
              </a:defRPr>
            </a:lvl2pPr>
            <a:lvl3pPr algn="l">
              <a:defRPr sz="3225" b="1">
                <a:solidFill>
                  <a:srgbClr val="123247"/>
                </a:solidFill>
                <a:latin typeface="DejaVu Sans"/>
                <a:ea typeface="DejaVu Sans"/>
                <a:cs typeface="DejaVu Sans"/>
              </a:defRPr>
            </a:lvl3pPr>
            <a:lvl4pPr algn="l">
              <a:defRPr sz="3225" b="1">
                <a:solidFill>
                  <a:srgbClr val="123247"/>
                </a:solidFill>
                <a:latin typeface="DejaVu Sans"/>
                <a:ea typeface="DejaVu Sans"/>
                <a:cs typeface="DejaVu Sans"/>
              </a:defRPr>
            </a:lvl4pPr>
            <a:lvl5pPr algn="l">
              <a:defRPr sz="3225" b="1">
                <a:solidFill>
                  <a:srgbClr val="123247"/>
                </a:solidFill>
                <a:latin typeface="DejaVu Sans"/>
                <a:ea typeface="DejaVu Sans"/>
                <a:cs typeface="DejaVu Sans"/>
              </a:defRPr>
            </a:lvl5pPr>
            <a:lvl6pPr algn="l">
              <a:defRPr sz="3225" b="1">
                <a:solidFill>
                  <a:srgbClr val="123247"/>
                </a:solidFill>
                <a:latin typeface="DejaVu Sans"/>
                <a:ea typeface="DejaVu Sans"/>
                <a:cs typeface="DejaVu Sans"/>
              </a:defRPr>
            </a:lvl6pPr>
            <a:lvl7pPr algn="l">
              <a:defRPr sz="3225" b="1">
                <a:solidFill>
                  <a:srgbClr val="123247"/>
                </a:solidFill>
                <a:latin typeface="DejaVu Sans"/>
                <a:ea typeface="DejaVu Sans"/>
                <a:cs typeface="DejaVu Sans"/>
              </a:defRPr>
            </a:lvl7pPr>
            <a:lvl8pPr algn="l">
              <a:defRPr sz="3225" b="1">
                <a:solidFill>
                  <a:srgbClr val="123247"/>
                </a:solidFill>
                <a:latin typeface="DejaVu Sans"/>
                <a:ea typeface="DejaVu Sans"/>
                <a:cs typeface="DejaVu Sans"/>
              </a:defRPr>
            </a:lvl8pPr>
            <a:lvl9pPr algn="l">
              <a:defRPr sz="3225" b="1">
                <a:solidFill>
                  <a:srgbClr val="123247"/>
                </a:solidFill>
                <a:latin typeface="DejaVu Sans"/>
                <a:ea typeface="DejaVu Sans"/>
                <a:cs typeface="DejaVu Sans"/>
              </a:defRPr>
            </a:lvl9pPr>
          </a:lstStyle>
          <a:p>
            <a:pPr algn="l">
              <a:defRPr sz="3225" b="1">
                <a:solidFill>
                  <a:srgbClr val="123247"/>
                </a:solidFill>
                <a:latin typeface="DejaVu Sans"/>
                <a:ea typeface="DejaVu Sans"/>
                <a:cs typeface="DejaVu Sans"/>
              </a:defRPr>
            </a:pPr>
            <a:r>
              <a:rPr sz="3225" b="1">
                <a:solidFill>
                  <a:srgbClr val="123247"/>
                </a:solidFill>
                <a:latin typeface="DejaVu Sans"/>
                <a:ea typeface="DejaVu Sans"/>
                <a:cs typeface="DejaVu Sans"/>
              </a:rPr>
              <a:t>Cálculo de Q90: ordenar e localizar 90%</a:t>
            </a:r>
          </a:p>
        </p:txBody>
      </p:sp>
      <p:sp>
        <p:nvSpPr>
          <p:cNvPr id="3" name="texto">
            <a:extLst>
              <a:ext uri="{FF2B5EF4-FFF2-40B4-BE49-F238E27FC236}">
                <a16:creationId xmlns:a16="http://schemas.microsoft.com/office/drawing/2014/main" id="{77AD5EA6-AED9-4011-A0D8-CD42BA46DB7E}"/>
              </a:ext>
            </a:extLst>
          </p:cNvPr>
          <p:cNvSpPr>
            <a:spLocks noGrp="1"/>
          </p:cNvSpPr>
          <p:nvPr/>
        </p:nvSpPr>
        <p:spPr>
          <a:xfrm>
            <a:off x="609600" y="6096000"/>
            <a:ext cx="10763250" cy="228600"/>
          </a:xfrm>
          <a:prstGeom prst="rect">
            <a:avLst/>
          </a:prstGeom>
          <a:noFill/>
          <a:ln w="0">
            <a:noFill/>
            <a:prstDash val="solid"/>
          </a:ln>
        </p:spPr>
        <p:txBody>
          <a:bodyPr wrap="square" lIns="0" tIns="0" rIns="0" bIns="0" anchor="t">
            <a:noAutofit/>
          </a:bodyPr>
          <a:lstStyle>
            <a:defPPr algn="l">
              <a:defRPr sz="1050" b="0">
                <a:solidFill>
                  <a:srgbClr val="526873"/>
                </a:solidFill>
                <a:latin typeface="DejaVu Sans"/>
                <a:ea typeface="DejaVu Sans"/>
                <a:cs typeface="DejaVu Sans"/>
              </a:defRPr>
            </a:defPPr>
            <a:lvl1pPr algn="l">
              <a:defRPr sz="1050" b="0">
                <a:solidFill>
                  <a:srgbClr val="526873"/>
                </a:solidFill>
                <a:latin typeface="DejaVu Sans"/>
                <a:ea typeface="DejaVu Sans"/>
                <a:cs typeface="DejaVu Sans"/>
              </a:defRPr>
            </a:lvl1pPr>
            <a:lvl2pPr algn="l">
              <a:defRPr sz="1050" b="0">
                <a:solidFill>
                  <a:srgbClr val="526873"/>
                </a:solidFill>
                <a:latin typeface="DejaVu Sans"/>
                <a:ea typeface="DejaVu Sans"/>
                <a:cs typeface="DejaVu Sans"/>
              </a:defRPr>
            </a:lvl2pPr>
            <a:lvl3pPr algn="l">
              <a:defRPr sz="1050" b="0">
                <a:solidFill>
                  <a:srgbClr val="526873"/>
                </a:solidFill>
                <a:latin typeface="DejaVu Sans"/>
                <a:ea typeface="DejaVu Sans"/>
                <a:cs typeface="DejaVu Sans"/>
              </a:defRPr>
            </a:lvl3pPr>
            <a:lvl4pPr algn="l">
              <a:defRPr sz="1050" b="0">
                <a:solidFill>
                  <a:srgbClr val="526873"/>
                </a:solidFill>
                <a:latin typeface="DejaVu Sans"/>
                <a:ea typeface="DejaVu Sans"/>
                <a:cs typeface="DejaVu Sans"/>
              </a:defRPr>
            </a:lvl4pPr>
            <a:lvl5pPr algn="l">
              <a:defRPr sz="1050" b="0">
                <a:solidFill>
                  <a:srgbClr val="526873"/>
                </a:solidFill>
                <a:latin typeface="DejaVu Sans"/>
                <a:ea typeface="DejaVu Sans"/>
                <a:cs typeface="DejaVu Sans"/>
              </a:defRPr>
            </a:lvl5pPr>
            <a:lvl6pPr algn="l">
              <a:defRPr sz="1050" b="0">
                <a:solidFill>
                  <a:srgbClr val="526873"/>
                </a:solidFill>
                <a:latin typeface="DejaVu Sans"/>
                <a:ea typeface="DejaVu Sans"/>
                <a:cs typeface="DejaVu Sans"/>
              </a:defRPr>
            </a:lvl6pPr>
            <a:lvl7pPr algn="l">
              <a:defRPr sz="1050" b="0">
                <a:solidFill>
                  <a:srgbClr val="526873"/>
                </a:solidFill>
                <a:latin typeface="DejaVu Sans"/>
                <a:ea typeface="DejaVu Sans"/>
                <a:cs typeface="DejaVu Sans"/>
              </a:defRPr>
            </a:lvl7pPr>
            <a:lvl8pPr algn="l">
              <a:defRPr sz="1050" b="0">
                <a:solidFill>
                  <a:srgbClr val="526873"/>
                </a:solidFill>
                <a:latin typeface="DejaVu Sans"/>
                <a:ea typeface="DejaVu Sans"/>
                <a:cs typeface="DejaVu Sans"/>
              </a:defRPr>
            </a:lvl8pPr>
            <a:lvl9pPr algn="l">
              <a:defRPr sz="1050" b="0">
                <a:solidFill>
                  <a:srgbClr val="526873"/>
                </a:solidFill>
                <a:latin typeface="DejaVu Sans"/>
                <a:ea typeface="DejaVu Sans"/>
                <a:cs typeface="DejaVu Sans"/>
              </a:defRPr>
            </a:lvl9pPr>
          </a:lstStyle>
          <a:p>
            <a:pPr algn="l">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EXEMPLO SINTÉTICO · elaboração didática · série de 1.095 dias; convenção de posição de plotagem p = 100 m/(N+1).</a:t>
            </a:r>
          </a:p>
        </p:txBody>
      </p:sp>
      <p:sp>
        <p:nvSpPr>
          <p:cNvPr id="4" name="Straight Connector 3">
            <a:extLst>
              <a:ext uri="{FF2B5EF4-FFF2-40B4-BE49-F238E27FC236}">
                <a16:creationId xmlns:a16="http://schemas.microsoft.com/office/drawing/2014/main" id="{D8B29114-A024-4668-99F7-2EDBF00F0CCD}"/>
              </a:ext>
            </a:extLst>
          </p:cNvPr>
          <p:cNvSpPr>
            <a:spLocks noGrp="1"/>
          </p:cNvSpPr>
          <p:nvPr/>
        </p:nvSpPr>
        <p:spPr>
          <a:xfrm>
            <a:off x="609600" y="6438900"/>
            <a:ext cx="10972800" cy="0"/>
          </a:xfrm>
          <a:prstGeom prst="line">
            <a:avLst/>
          </a:prstGeom>
          <a:noFill/>
          <a:ln w="9525">
            <a:solidFill>
              <a:srgbClr val="DCE3E3"/>
            </a:solidFill>
            <a:prstDash val="solid"/>
          </a:ln>
        </p:spPr>
        <p:txBody>
          <a:bodyPr/>
          <a:lstStyle/>
          <a:p>
            <a:endParaRPr lang="en-GB"/>
          </a:p>
        </p:txBody>
      </p:sp>
      <p:sp>
        <p:nvSpPr>
          <p:cNvPr id="5" name="texto">
            <a:extLst>
              <a:ext uri="{FF2B5EF4-FFF2-40B4-BE49-F238E27FC236}">
                <a16:creationId xmlns:a16="http://schemas.microsoft.com/office/drawing/2014/main" id="{5AD3548E-FFF6-4935-ABE3-26EFEF0A8E62}"/>
              </a:ext>
            </a:extLst>
          </p:cNvPr>
          <p:cNvSpPr>
            <a:spLocks noGrp="1"/>
          </p:cNvSpPr>
          <p:nvPr/>
        </p:nvSpPr>
        <p:spPr>
          <a:xfrm>
            <a:off x="609600" y="6543675"/>
            <a:ext cx="8572500" cy="190500"/>
          </a:xfrm>
          <a:prstGeom prst="rect">
            <a:avLst/>
          </a:prstGeom>
          <a:noFill/>
          <a:ln w="0">
            <a:noFill/>
            <a:prstDash val="solid"/>
          </a:ln>
        </p:spPr>
        <p:txBody>
          <a:bodyPr wrap="square" lIns="0" tIns="0" rIns="0" bIns="0" anchor="t">
            <a:noAutofit/>
          </a:bodyPr>
          <a:lstStyle>
            <a:defPPr algn="l">
              <a:defRPr sz="975" b="0">
                <a:solidFill>
                  <a:srgbClr val="526873"/>
                </a:solidFill>
                <a:latin typeface="DejaVu Sans"/>
                <a:ea typeface="DejaVu Sans"/>
                <a:cs typeface="DejaVu Sans"/>
              </a:defRPr>
            </a:defPPr>
            <a:lvl1pPr algn="l">
              <a:defRPr sz="975" b="0">
                <a:solidFill>
                  <a:srgbClr val="526873"/>
                </a:solidFill>
                <a:latin typeface="DejaVu Sans"/>
                <a:ea typeface="DejaVu Sans"/>
                <a:cs typeface="DejaVu Sans"/>
              </a:defRPr>
            </a:lvl1pPr>
            <a:lvl2pPr algn="l">
              <a:defRPr sz="975" b="0">
                <a:solidFill>
                  <a:srgbClr val="526873"/>
                </a:solidFill>
                <a:latin typeface="DejaVu Sans"/>
                <a:ea typeface="DejaVu Sans"/>
                <a:cs typeface="DejaVu Sans"/>
              </a:defRPr>
            </a:lvl2pPr>
            <a:lvl3pPr algn="l">
              <a:defRPr sz="975" b="0">
                <a:solidFill>
                  <a:srgbClr val="526873"/>
                </a:solidFill>
                <a:latin typeface="DejaVu Sans"/>
                <a:ea typeface="DejaVu Sans"/>
                <a:cs typeface="DejaVu Sans"/>
              </a:defRPr>
            </a:lvl3pPr>
            <a:lvl4pPr algn="l">
              <a:defRPr sz="975" b="0">
                <a:solidFill>
                  <a:srgbClr val="526873"/>
                </a:solidFill>
                <a:latin typeface="DejaVu Sans"/>
                <a:ea typeface="DejaVu Sans"/>
                <a:cs typeface="DejaVu Sans"/>
              </a:defRPr>
            </a:lvl4pPr>
            <a:lvl5pPr algn="l">
              <a:defRPr sz="975" b="0">
                <a:solidFill>
                  <a:srgbClr val="526873"/>
                </a:solidFill>
                <a:latin typeface="DejaVu Sans"/>
                <a:ea typeface="DejaVu Sans"/>
                <a:cs typeface="DejaVu Sans"/>
              </a:defRPr>
            </a:lvl5pPr>
            <a:lvl6pPr algn="l">
              <a:defRPr sz="975" b="0">
                <a:solidFill>
                  <a:srgbClr val="526873"/>
                </a:solidFill>
                <a:latin typeface="DejaVu Sans"/>
                <a:ea typeface="DejaVu Sans"/>
                <a:cs typeface="DejaVu Sans"/>
              </a:defRPr>
            </a:lvl6pPr>
            <a:lvl7pPr algn="l">
              <a:defRPr sz="975" b="0">
                <a:solidFill>
                  <a:srgbClr val="526873"/>
                </a:solidFill>
                <a:latin typeface="DejaVu Sans"/>
                <a:ea typeface="DejaVu Sans"/>
                <a:cs typeface="DejaVu Sans"/>
              </a:defRPr>
            </a:lvl7pPr>
            <a:lvl8pPr algn="l">
              <a:defRPr sz="975" b="0">
                <a:solidFill>
                  <a:srgbClr val="526873"/>
                </a:solidFill>
                <a:latin typeface="DejaVu Sans"/>
                <a:ea typeface="DejaVu Sans"/>
                <a:cs typeface="DejaVu Sans"/>
              </a:defRPr>
            </a:lvl8pPr>
            <a:lvl9pPr algn="l">
              <a:defRPr sz="975" b="0">
                <a:solidFill>
                  <a:srgbClr val="526873"/>
                </a:solidFill>
                <a:latin typeface="DejaVu Sans"/>
                <a:ea typeface="DejaVu Sans"/>
                <a:cs typeface="DejaVu Sans"/>
              </a:defRPr>
            </a:lvl9pPr>
          </a:lstStyle>
          <a:p>
            <a:pPr algn="l">
              <a:defRPr sz="975" b="0">
                <a:solidFill>
                  <a:srgbClr val="526873"/>
                </a:solidFill>
                <a:latin typeface="DejaVu Sans"/>
                <a:ea typeface="DejaVu Sans"/>
                <a:cs typeface="DejaVu Sans"/>
              </a:defRPr>
            </a:pPr>
            <a:r>
              <a:rPr sz="975" b="0">
                <a:solidFill>
                  <a:srgbClr val="526873"/>
                </a:solidFill>
                <a:latin typeface="DejaVu Sans"/>
                <a:ea typeface="DejaVu Sans"/>
                <a:cs typeface="DejaVu Sans"/>
              </a:rPr>
              <a:t>REGIONALIZAÇÃO DE VAZÕES</a:t>
            </a:r>
          </a:p>
        </p:txBody>
      </p:sp>
      <p:sp>
        <p:nvSpPr>
          <p:cNvPr id="6" name="texto">
            <a:extLst>
              <a:ext uri="{FF2B5EF4-FFF2-40B4-BE49-F238E27FC236}">
                <a16:creationId xmlns:a16="http://schemas.microsoft.com/office/drawing/2014/main" id="{26495310-1A07-41A8-95B1-3E5C7CABC261}"/>
              </a:ext>
            </a:extLst>
          </p:cNvPr>
          <p:cNvSpPr>
            <a:spLocks noGrp="1"/>
          </p:cNvSpPr>
          <p:nvPr/>
        </p:nvSpPr>
        <p:spPr>
          <a:xfrm>
            <a:off x="10620375" y="6534150"/>
            <a:ext cx="962025" cy="209550"/>
          </a:xfrm>
          <a:prstGeom prst="rect">
            <a:avLst/>
          </a:prstGeom>
          <a:noFill/>
          <a:ln w="0">
            <a:noFill/>
            <a:prstDash val="solid"/>
          </a:ln>
        </p:spPr>
        <p:txBody>
          <a:bodyPr wrap="square" lIns="0" tIns="0" rIns="0" bIns="0" anchor="t">
            <a:noAutofit/>
          </a:bodyPr>
          <a:lstStyle>
            <a:defPPr algn="r">
              <a:defRPr sz="1050" b="0">
                <a:solidFill>
                  <a:srgbClr val="526873"/>
                </a:solidFill>
                <a:latin typeface="DejaVu Sans"/>
                <a:ea typeface="DejaVu Sans"/>
                <a:cs typeface="DejaVu Sans"/>
              </a:defRPr>
            </a:defPPr>
            <a:lvl1pPr algn="r">
              <a:defRPr sz="1050" b="0">
                <a:solidFill>
                  <a:srgbClr val="526873"/>
                </a:solidFill>
                <a:latin typeface="DejaVu Sans"/>
                <a:ea typeface="DejaVu Sans"/>
                <a:cs typeface="DejaVu Sans"/>
              </a:defRPr>
            </a:lvl1pPr>
            <a:lvl2pPr algn="r">
              <a:defRPr sz="1050" b="0">
                <a:solidFill>
                  <a:srgbClr val="526873"/>
                </a:solidFill>
                <a:latin typeface="DejaVu Sans"/>
                <a:ea typeface="DejaVu Sans"/>
                <a:cs typeface="DejaVu Sans"/>
              </a:defRPr>
            </a:lvl2pPr>
            <a:lvl3pPr algn="r">
              <a:defRPr sz="1050" b="0">
                <a:solidFill>
                  <a:srgbClr val="526873"/>
                </a:solidFill>
                <a:latin typeface="DejaVu Sans"/>
                <a:ea typeface="DejaVu Sans"/>
                <a:cs typeface="DejaVu Sans"/>
              </a:defRPr>
            </a:lvl3pPr>
            <a:lvl4pPr algn="r">
              <a:defRPr sz="1050" b="0">
                <a:solidFill>
                  <a:srgbClr val="526873"/>
                </a:solidFill>
                <a:latin typeface="DejaVu Sans"/>
                <a:ea typeface="DejaVu Sans"/>
                <a:cs typeface="DejaVu Sans"/>
              </a:defRPr>
            </a:lvl4pPr>
            <a:lvl5pPr algn="r">
              <a:defRPr sz="1050" b="0">
                <a:solidFill>
                  <a:srgbClr val="526873"/>
                </a:solidFill>
                <a:latin typeface="DejaVu Sans"/>
                <a:ea typeface="DejaVu Sans"/>
                <a:cs typeface="DejaVu Sans"/>
              </a:defRPr>
            </a:lvl5pPr>
            <a:lvl6pPr algn="r">
              <a:defRPr sz="1050" b="0">
                <a:solidFill>
                  <a:srgbClr val="526873"/>
                </a:solidFill>
                <a:latin typeface="DejaVu Sans"/>
                <a:ea typeface="DejaVu Sans"/>
                <a:cs typeface="DejaVu Sans"/>
              </a:defRPr>
            </a:lvl6pPr>
            <a:lvl7pPr algn="r">
              <a:defRPr sz="1050" b="0">
                <a:solidFill>
                  <a:srgbClr val="526873"/>
                </a:solidFill>
                <a:latin typeface="DejaVu Sans"/>
                <a:ea typeface="DejaVu Sans"/>
                <a:cs typeface="DejaVu Sans"/>
              </a:defRPr>
            </a:lvl7pPr>
            <a:lvl8pPr algn="r">
              <a:defRPr sz="1050" b="0">
                <a:solidFill>
                  <a:srgbClr val="526873"/>
                </a:solidFill>
                <a:latin typeface="DejaVu Sans"/>
                <a:ea typeface="DejaVu Sans"/>
                <a:cs typeface="DejaVu Sans"/>
              </a:defRPr>
            </a:lvl8pPr>
            <a:lvl9pPr algn="r">
              <a:defRPr sz="1050" b="0">
                <a:solidFill>
                  <a:srgbClr val="526873"/>
                </a:solidFill>
                <a:latin typeface="DejaVu Sans"/>
                <a:ea typeface="DejaVu Sans"/>
                <a:cs typeface="DejaVu Sans"/>
              </a:defRPr>
            </a:lvl9pPr>
          </a:lstStyle>
          <a:p>
            <a:pPr algn="r">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04 / 38</a:t>
            </a:r>
          </a:p>
        </p:txBody>
      </p:sp>
      <p:graphicFrame>
        <p:nvGraphicFramePr>
          <p:cNvPr id="7" name="Table 6">
            <a:extLst>
              <a:ext uri="{FF2B5EF4-FFF2-40B4-BE49-F238E27FC236}">
                <a16:creationId xmlns:a16="http://schemas.microsoft.com/office/drawing/2014/main" id="{CA4189C8-A284-446A-A78F-8C7FC5E596CF}"/>
              </a:ext>
            </a:extLst>
          </p:cNvPr>
          <p:cNvGraphicFramePr/>
          <p:nvPr/>
        </p:nvGraphicFramePr>
        <p:xfrm>
          <a:off x="609600" y="1847850"/>
          <a:ext cx="6115050" cy="3660864"/>
        </p:xfrm>
        <a:graphic>
          <a:graphicData uri="http://schemas.openxmlformats.org/drawingml/2006/table">
            <a:tbl>
              <a:tblPr/>
              <a:tblGrid>
                <a:gridCol w="1428750">
                  <a:extLst>
                    <a:ext uri="{9D8B030D-6E8A-4147-A177-3AD203B41FA5}">
                      <a16:colId xmlns:a16="http://schemas.microsoft.com/office/drawing/2014/main" val="20000"/>
                    </a:ext>
                  </a:extLst>
                </a:gridCol>
                <a:gridCol w="2714625">
                  <a:extLst>
                    <a:ext uri="{9D8B030D-6E8A-4147-A177-3AD203B41FA5}">
                      <a16:colId xmlns:a16="http://schemas.microsoft.com/office/drawing/2014/main" val="20001"/>
                    </a:ext>
                  </a:extLst>
                </a:gridCol>
                <a:gridCol w="1971675">
                  <a:extLst>
                    <a:ext uri="{9D8B030D-6E8A-4147-A177-3AD203B41FA5}">
                      <a16:colId xmlns:a16="http://schemas.microsoft.com/office/drawing/2014/main" val="20002"/>
                    </a:ext>
                  </a:extLst>
                </a:gridCol>
              </a:tblGrid>
              <a:tr h="503464">
                <a:tc>
                  <a:txBody>
                    <a:bodyPr/>
                    <a:lstStyle/>
                    <a:p>
                      <a:pPr algn="l"/>
                      <a:r>
                        <a:rPr sz="1800" b="1">
                          <a:solidFill>
                            <a:srgbClr val="FFFFFF"/>
                          </a:solidFill>
                          <a:latin typeface="DejaVu Sans"/>
                          <a:ea typeface="DejaVu Sans"/>
                          <a:cs typeface="DejaVu Sans"/>
                        </a:rPr>
                        <a:t>Posição m</a:t>
                      </a:r>
                    </a:p>
                  </a:txBody>
                  <a:tcPr anchor="ctr">
                    <a:lnL w="6668">
                      <a:solidFill>
                        <a:srgbClr val="DCE3E3"/>
                      </a:solidFill>
                      <a:prstDash val="solid"/>
                    </a:lnL>
                    <a:lnR w="6668">
                      <a:solidFill>
                        <a:srgbClr val="DCE3E3"/>
                      </a:solidFill>
                      <a:prstDash val="solid"/>
                    </a:lnR>
                    <a:lnT w="6668">
                      <a:solidFill>
                        <a:srgbClr val="DCE3E3"/>
                      </a:solidFill>
                      <a:prstDash val="solid"/>
                    </a:lnT>
                    <a:lnB w="6668">
                      <a:solidFill>
                        <a:srgbClr val="DCE3E3"/>
                      </a:solidFill>
                      <a:prstDash val="solid"/>
                    </a:lnB>
                    <a:solidFill>
                      <a:srgbClr val="123247"/>
                    </a:solidFill>
                  </a:tcPr>
                </a:tc>
                <a:tc>
                  <a:txBody>
                    <a:bodyPr/>
                    <a:lstStyle/>
                    <a:p>
                      <a:pPr algn="l"/>
                      <a:r>
                        <a:rPr sz="1800" b="1">
                          <a:solidFill>
                            <a:srgbClr val="FFFFFF"/>
                          </a:solidFill>
                          <a:latin typeface="DejaVu Sans"/>
                          <a:ea typeface="DejaVu Sans"/>
                          <a:cs typeface="DejaVu Sans"/>
                        </a:rPr>
                        <a:t>Q ordenada (m³/s)</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a:solidFill>
                        <a:srgbClr val="DCE3E3"/>
                      </a:solidFill>
                      <a:prstDash val="solid"/>
                    </a:lnT>
                    <a:lnB w="6668">
                      <a:solidFill>
                        <a:srgbClr val="DCE3E3"/>
                      </a:solidFill>
                      <a:prstDash val="solid"/>
                    </a:lnB>
                    <a:solidFill>
                      <a:srgbClr val="123247"/>
                    </a:solidFill>
                  </a:tcPr>
                </a:tc>
                <a:tc>
                  <a:txBody>
                    <a:bodyPr/>
                    <a:lstStyle/>
                    <a:p>
                      <a:pPr algn="l"/>
                      <a:r>
                        <a:rPr sz="1800" b="1">
                          <a:solidFill>
                            <a:srgbClr val="FFFFFF"/>
                          </a:solidFill>
                          <a:latin typeface="DejaVu Sans"/>
                          <a:ea typeface="DejaVu Sans"/>
                          <a:cs typeface="DejaVu Sans"/>
                        </a:rPr>
                        <a:t>p (%)</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a:solidFill>
                        <a:srgbClr val="DCE3E3"/>
                      </a:solidFill>
                      <a:prstDash val="solid"/>
                    </a:lnT>
                    <a:lnB w="6668">
                      <a:solidFill>
                        <a:srgbClr val="DCE3E3"/>
                      </a:solidFill>
                      <a:prstDash val="solid"/>
                    </a:lnB>
                    <a:solidFill>
                      <a:srgbClr val="123247"/>
                    </a:solidFill>
                  </a:tcPr>
                </a:tc>
                <a:extLst>
                  <a:ext uri="{0D108BD9-81ED-4DB2-BD59-A6C34878D82A}">
                    <a16:rowId xmlns:a16="http://schemas.microsoft.com/office/drawing/2014/main" val="10000"/>
                  </a:ext>
                </a:extLst>
              </a:tr>
              <a:tr h="503464">
                <a:tc>
                  <a:txBody>
                    <a:bodyPr/>
                    <a:lstStyle/>
                    <a:p>
                      <a:pPr algn="l"/>
                      <a:r>
                        <a:rPr sz="1800" b="0">
                          <a:solidFill>
                            <a:srgbClr val="193647"/>
                          </a:solidFill>
                          <a:latin typeface="DejaVu Sans"/>
                          <a:ea typeface="DejaVu Sans"/>
                          <a:cs typeface="DejaVu Sans"/>
                        </a:rPr>
                        <a:t>1</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1800" b="0">
                          <a:solidFill>
                            <a:srgbClr val="193647"/>
                          </a:solidFill>
                          <a:latin typeface="DejaVu Sans"/>
                          <a:ea typeface="DejaVu Sans"/>
                          <a:cs typeface="DejaVu Sans"/>
                        </a:rPr>
                        <a:t>126,6459</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1800" b="0">
                          <a:solidFill>
                            <a:srgbClr val="193647"/>
                          </a:solidFill>
                          <a:latin typeface="DejaVu Sans"/>
                          <a:ea typeface="DejaVu Sans"/>
                          <a:cs typeface="DejaVu Sans"/>
                        </a:rPr>
                        <a:t>0,09</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extLst>
                  <a:ext uri="{0D108BD9-81ED-4DB2-BD59-A6C34878D82A}">
                    <a16:rowId xmlns:a16="http://schemas.microsoft.com/office/drawing/2014/main" val="10001"/>
                  </a:ext>
                </a:extLst>
              </a:tr>
              <a:tr h="503464">
                <a:tc>
                  <a:txBody>
                    <a:bodyPr/>
                    <a:lstStyle/>
                    <a:p>
                      <a:pPr algn="l"/>
                      <a:r>
                        <a:rPr sz="1800" b="0">
                          <a:solidFill>
                            <a:srgbClr val="193647"/>
                          </a:solidFill>
                          <a:latin typeface="DejaVu Sans"/>
                          <a:ea typeface="DejaVu Sans"/>
                          <a:cs typeface="DejaVu Sans"/>
                        </a:rPr>
                        <a:t>2</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1800" b="0">
                          <a:solidFill>
                            <a:srgbClr val="193647"/>
                          </a:solidFill>
                          <a:latin typeface="DejaVu Sans"/>
                          <a:ea typeface="DejaVu Sans"/>
                          <a:cs typeface="DejaVu Sans"/>
                        </a:rPr>
                        <a:t>120,5143</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1800" b="0">
                          <a:solidFill>
                            <a:srgbClr val="193647"/>
                          </a:solidFill>
                          <a:latin typeface="DejaVu Sans"/>
                          <a:ea typeface="DejaVu Sans"/>
                          <a:cs typeface="DejaVu Sans"/>
                        </a:rPr>
                        <a:t>0,18</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extLst>
                  <a:ext uri="{0D108BD9-81ED-4DB2-BD59-A6C34878D82A}">
                    <a16:rowId xmlns:a16="http://schemas.microsoft.com/office/drawing/2014/main" val="10002"/>
                  </a:ext>
                </a:extLst>
              </a:tr>
              <a:tr h="503464">
                <a:tc>
                  <a:txBody>
                    <a:bodyPr/>
                    <a:lstStyle/>
                    <a:p>
                      <a:pPr algn="l"/>
                      <a:r>
                        <a:rPr sz="1800" b="0">
                          <a:solidFill>
                            <a:srgbClr val="193647"/>
                          </a:solidFill>
                          <a:latin typeface="DejaVu Sans"/>
                          <a:ea typeface="DejaVu Sans"/>
                          <a:cs typeface="DejaVu Sans"/>
                        </a:rPr>
                        <a:t>985</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1800" b="0">
                          <a:solidFill>
                            <a:srgbClr val="193647"/>
                          </a:solidFill>
                          <a:latin typeface="DejaVu Sans"/>
                          <a:ea typeface="DejaVu Sans"/>
                          <a:cs typeface="DejaVu Sans"/>
                        </a:rPr>
                        <a:t>8,6294</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1800" b="0">
                          <a:solidFill>
                            <a:srgbClr val="193647"/>
                          </a:solidFill>
                          <a:latin typeface="DejaVu Sans"/>
                          <a:ea typeface="DejaVu Sans"/>
                          <a:cs typeface="DejaVu Sans"/>
                        </a:rPr>
                        <a:t>89,87</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extLst>
                  <a:ext uri="{0D108BD9-81ED-4DB2-BD59-A6C34878D82A}">
                    <a16:rowId xmlns:a16="http://schemas.microsoft.com/office/drawing/2014/main" val="10003"/>
                  </a:ext>
                </a:extLst>
              </a:tr>
              <a:tr h="503464">
                <a:tc>
                  <a:txBody>
                    <a:bodyPr/>
                    <a:lstStyle/>
                    <a:p>
                      <a:pPr algn="l"/>
                      <a:r>
                        <a:rPr sz="1800" b="0">
                          <a:solidFill>
                            <a:srgbClr val="193647"/>
                          </a:solidFill>
                          <a:latin typeface="DejaVu Sans"/>
                          <a:ea typeface="DejaVu Sans"/>
                          <a:cs typeface="DejaVu Sans"/>
                        </a:rPr>
                        <a:t>986</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1800" b="0">
                          <a:solidFill>
                            <a:srgbClr val="193647"/>
                          </a:solidFill>
                          <a:latin typeface="DejaVu Sans"/>
                          <a:ea typeface="DejaVu Sans"/>
                          <a:cs typeface="DejaVu Sans"/>
                        </a:rPr>
                        <a:t>8,6221</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1800" b="0">
                          <a:solidFill>
                            <a:srgbClr val="193647"/>
                          </a:solidFill>
                          <a:latin typeface="DejaVu Sans"/>
                          <a:ea typeface="DejaVu Sans"/>
                          <a:cs typeface="DejaVu Sans"/>
                        </a:rPr>
                        <a:t>89,96</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extLst>
                  <a:ext uri="{0D108BD9-81ED-4DB2-BD59-A6C34878D82A}">
                    <a16:rowId xmlns:a16="http://schemas.microsoft.com/office/drawing/2014/main" val="10004"/>
                  </a:ext>
                </a:extLst>
              </a:tr>
              <a:tr h="503464">
                <a:tc>
                  <a:txBody>
                    <a:bodyPr/>
                    <a:lstStyle/>
                    <a:p>
                      <a:pPr algn="l"/>
                      <a:r>
                        <a:rPr sz="1800" b="0">
                          <a:solidFill>
                            <a:srgbClr val="193647"/>
                          </a:solidFill>
                          <a:latin typeface="DejaVu Sans"/>
                          <a:ea typeface="DejaVu Sans"/>
                          <a:cs typeface="DejaVu Sans"/>
                        </a:rPr>
                        <a:t>987</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1800" b="0">
                          <a:solidFill>
                            <a:srgbClr val="193647"/>
                          </a:solidFill>
                          <a:latin typeface="DejaVu Sans"/>
                          <a:ea typeface="DejaVu Sans"/>
                          <a:cs typeface="DejaVu Sans"/>
                        </a:rPr>
                        <a:t>8,6077</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1800" b="0">
                          <a:solidFill>
                            <a:srgbClr val="193647"/>
                          </a:solidFill>
                          <a:latin typeface="DejaVu Sans"/>
                          <a:ea typeface="DejaVu Sans"/>
                          <a:cs typeface="DejaVu Sans"/>
                        </a:rPr>
                        <a:t>90,05</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extLst>
                  <a:ext uri="{0D108BD9-81ED-4DB2-BD59-A6C34878D82A}">
                    <a16:rowId xmlns:a16="http://schemas.microsoft.com/office/drawing/2014/main" val="10005"/>
                  </a:ext>
                </a:extLst>
              </a:tr>
              <a:tr h="503464">
                <a:tc>
                  <a:txBody>
                    <a:bodyPr/>
                    <a:lstStyle/>
                    <a:p>
                      <a:pPr algn="l"/>
                      <a:r>
                        <a:rPr sz="1800" b="0">
                          <a:solidFill>
                            <a:srgbClr val="193647"/>
                          </a:solidFill>
                          <a:latin typeface="DejaVu Sans"/>
                          <a:ea typeface="DejaVu Sans"/>
                          <a:cs typeface="DejaVu Sans"/>
                        </a:rPr>
                        <a:t>1095</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1800" b="0">
                          <a:solidFill>
                            <a:srgbClr val="193647"/>
                          </a:solidFill>
                          <a:latin typeface="DejaVu Sans"/>
                          <a:ea typeface="DejaVu Sans"/>
                          <a:cs typeface="DejaVu Sans"/>
                        </a:rPr>
                        <a:t>7,1379</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1800" b="0">
                          <a:solidFill>
                            <a:srgbClr val="193647"/>
                          </a:solidFill>
                          <a:latin typeface="DejaVu Sans"/>
                          <a:ea typeface="DejaVu Sans"/>
                          <a:cs typeface="DejaVu Sans"/>
                        </a:rPr>
                        <a:t>99,91</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extLst>
                  <a:ext uri="{0D108BD9-81ED-4DB2-BD59-A6C34878D82A}">
                    <a16:rowId xmlns:a16="http://schemas.microsoft.com/office/drawing/2014/main" val="10006"/>
                  </a:ext>
                </a:extLst>
              </a:tr>
            </a:tbl>
          </a:graphicData>
        </a:graphic>
      </p:graphicFrame>
      <p:sp>
        <p:nvSpPr>
          <p:cNvPr id="8" name="texto">
            <a:extLst>
              <a:ext uri="{FF2B5EF4-FFF2-40B4-BE49-F238E27FC236}">
                <a16:creationId xmlns:a16="http://schemas.microsoft.com/office/drawing/2014/main" id="{22ECA5A1-8C9F-4584-9E81-5D8D91D1561F}"/>
              </a:ext>
            </a:extLst>
          </p:cNvPr>
          <p:cNvSpPr>
            <a:spLocks noGrp="1"/>
          </p:cNvSpPr>
          <p:nvPr/>
        </p:nvSpPr>
        <p:spPr>
          <a:xfrm>
            <a:off x="7191375" y="1895475"/>
            <a:ext cx="4362450" cy="733425"/>
          </a:xfrm>
          <a:prstGeom prst="rect">
            <a:avLst/>
          </a:prstGeom>
          <a:noFill/>
          <a:ln w="0">
            <a:noFill/>
            <a:prstDash val="solid"/>
          </a:ln>
        </p:spPr>
        <p:txBody>
          <a:bodyPr wrap="square" lIns="0" tIns="0" rIns="0" bIns="0" anchor="t">
            <a:noAutofit/>
          </a:bodyPr>
          <a:lstStyle>
            <a:defPPr algn="l">
              <a:defRPr sz="2100" b="1">
                <a:solidFill>
                  <a:srgbClr val="123247"/>
                </a:solidFill>
                <a:latin typeface="DejaVu Sans"/>
                <a:ea typeface="DejaVu Sans"/>
                <a:cs typeface="DejaVu Sans"/>
              </a:defRPr>
            </a:defPPr>
            <a:lvl1pPr algn="l">
              <a:defRPr sz="2100" b="1">
                <a:solidFill>
                  <a:srgbClr val="123247"/>
                </a:solidFill>
                <a:latin typeface="DejaVu Sans"/>
                <a:ea typeface="DejaVu Sans"/>
                <a:cs typeface="DejaVu Sans"/>
              </a:defRPr>
            </a:lvl1pPr>
            <a:lvl2pPr algn="l">
              <a:defRPr sz="2100" b="1">
                <a:solidFill>
                  <a:srgbClr val="123247"/>
                </a:solidFill>
                <a:latin typeface="DejaVu Sans"/>
                <a:ea typeface="DejaVu Sans"/>
                <a:cs typeface="DejaVu Sans"/>
              </a:defRPr>
            </a:lvl2pPr>
            <a:lvl3pPr algn="l">
              <a:defRPr sz="2100" b="1">
                <a:solidFill>
                  <a:srgbClr val="123247"/>
                </a:solidFill>
                <a:latin typeface="DejaVu Sans"/>
                <a:ea typeface="DejaVu Sans"/>
                <a:cs typeface="DejaVu Sans"/>
              </a:defRPr>
            </a:lvl3pPr>
            <a:lvl4pPr algn="l">
              <a:defRPr sz="2100" b="1">
                <a:solidFill>
                  <a:srgbClr val="123247"/>
                </a:solidFill>
                <a:latin typeface="DejaVu Sans"/>
                <a:ea typeface="DejaVu Sans"/>
                <a:cs typeface="DejaVu Sans"/>
              </a:defRPr>
            </a:lvl4pPr>
            <a:lvl5pPr algn="l">
              <a:defRPr sz="2100" b="1">
                <a:solidFill>
                  <a:srgbClr val="123247"/>
                </a:solidFill>
                <a:latin typeface="DejaVu Sans"/>
                <a:ea typeface="DejaVu Sans"/>
                <a:cs typeface="DejaVu Sans"/>
              </a:defRPr>
            </a:lvl5pPr>
            <a:lvl6pPr algn="l">
              <a:defRPr sz="2100" b="1">
                <a:solidFill>
                  <a:srgbClr val="123247"/>
                </a:solidFill>
                <a:latin typeface="DejaVu Sans"/>
                <a:ea typeface="DejaVu Sans"/>
                <a:cs typeface="DejaVu Sans"/>
              </a:defRPr>
            </a:lvl6pPr>
            <a:lvl7pPr algn="l">
              <a:defRPr sz="2100" b="1">
                <a:solidFill>
                  <a:srgbClr val="123247"/>
                </a:solidFill>
                <a:latin typeface="DejaVu Sans"/>
                <a:ea typeface="DejaVu Sans"/>
                <a:cs typeface="DejaVu Sans"/>
              </a:defRPr>
            </a:lvl7pPr>
            <a:lvl8pPr algn="l">
              <a:defRPr sz="2100" b="1">
                <a:solidFill>
                  <a:srgbClr val="123247"/>
                </a:solidFill>
                <a:latin typeface="DejaVu Sans"/>
                <a:ea typeface="DejaVu Sans"/>
                <a:cs typeface="DejaVu Sans"/>
              </a:defRPr>
            </a:lvl8pPr>
            <a:lvl9pPr algn="l">
              <a:defRPr sz="2100" b="1">
                <a:solidFill>
                  <a:srgbClr val="123247"/>
                </a:solidFill>
                <a:latin typeface="DejaVu Sans"/>
                <a:ea typeface="DejaVu Sans"/>
                <a:cs typeface="DejaVu Sans"/>
              </a:defRPr>
            </a:lvl9pPr>
          </a:lstStyle>
          <a:p>
            <a:pPr algn="l">
              <a:defRPr sz="2100" b="1">
                <a:solidFill>
                  <a:srgbClr val="123247"/>
                </a:solidFill>
                <a:latin typeface="DejaVu Sans"/>
                <a:ea typeface="DejaVu Sans"/>
                <a:cs typeface="DejaVu Sans"/>
              </a:defRPr>
            </a:pPr>
            <a:r>
              <a:rPr sz="2100" b="1">
                <a:solidFill>
                  <a:srgbClr val="123247"/>
                </a:solidFill>
                <a:latin typeface="DejaVu Sans"/>
                <a:ea typeface="DejaVu Sans"/>
                <a:cs typeface="DejaVu Sans"/>
              </a:rPr>
              <a:t>1  Ordenar do maior para o menor.</a:t>
            </a:r>
          </a:p>
        </p:txBody>
      </p:sp>
      <p:sp>
        <p:nvSpPr>
          <p:cNvPr id="9" name="texto">
            <a:extLst>
              <a:ext uri="{FF2B5EF4-FFF2-40B4-BE49-F238E27FC236}">
                <a16:creationId xmlns:a16="http://schemas.microsoft.com/office/drawing/2014/main" id="{0C041E25-A409-49A2-8841-53CC7E933BBA}"/>
              </a:ext>
            </a:extLst>
          </p:cNvPr>
          <p:cNvSpPr>
            <a:spLocks noGrp="1"/>
          </p:cNvSpPr>
          <p:nvPr/>
        </p:nvSpPr>
        <p:spPr>
          <a:xfrm>
            <a:off x="7191375" y="2857500"/>
            <a:ext cx="4362450" cy="733425"/>
          </a:xfrm>
          <a:prstGeom prst="rect">
            <a:avLst/>
          </a:prstGeom>
          <a:noFill/>
          <a:ln w="0">
            <a:noFill/>
            <a:prstDash val="solid"/>
          </a:ln>
        </p:spPr>
        <p:txBody>
          <a:bodyPr wrap="square" lIns="0" tIns="0" rIns="0" bIns="0" anchor="t">
            <a:noAutofit/>
          </a:bodyPr>
          <a:lstStyle>
            <a:defPPr algn="l">
              <a:defRPr sz="2100" b="1">
                <a:solidFill>
                  <a:srgbClr val="123247"/>
                </a:solidFill>
                <a:latin typeface="DejaVu Sans"/>
                <a:ea typeface="DejaVu Sans"/>
                <a:cs typeface="DejaVu Sans"/>
              </a:defRPr>
            </a:defPPr>
            <a:lvl1pPr algn="l">
              <a:defRPr sz="2100" b="1">
                <a:solidFill>
                  <a:srgbClr val="123247"/>
                </a:solidFill>
                <a:latin typeface="DejaVu Sans"/>
                <a:ea typeface="DejaVu Sans"/>
                <a:cs typeface="DejaVu Sans"/>
              </a:defRPr>
            </a:lvl1pPr>
            <a:lvl2pPr algn="l">
              <a:defRPr sz="2100" b="1">
                <a:solidFill>
                  <a:srgbClr val="123247"/>
                </a:solidFill>
                <a:latin typeface="DejaVu Sans"/>
                <a:ea typeface="DejaVu Sans"/>
                <a:cs typeface="DejaVu Sans"/>
              </a:defRPr>
            </a:lvl2pPr>
            <a:lvl3pPr algn="l">
              <a:defRPr sz="2100" b="1">
                <a:solidFill>
                  <a:srgbClr val="123247"/>
                </a:solidFill>
                <a:latin typeface="DejaVu Sans"/>
                <a:ea typeface="DejaVu Sans"/>
                <a:cs typeface="DejaVu Sans"/>
              </a:defRPr>
            </a:lvl3pPr>
            <a:lvl4pPr algn="l">
              <a:defRPr sz="2100" b="1">
                <a:solidFill>
                  <a:srgbClr val="123247"/>
                </a:solidFill>
                <a:latin typeface="DejaVu Sans"/>
                <a:ea typeface="DejaVu Sans"/>
                <a:cs typeface="DejaVu Sans"/>
              </a:defRPr>
            </a:lvl4pPr>
            <a:lvl5pPr algn="l">
              <a:defRPr sz="2100" b="1">
                <a:solidFill>
                  <a:srgbClr val="123247"/>
                </a:solidFill>
                <a:latin typeface="DejaVu Sans"/>
                <a:ea typeface="DejaVu Sans"/>
                <a:cs typeface="DejaVu Sans"/>
              </a:defRPr>
            </a:lvl5pPr>
            <a:lvl6pPr algn="l">
              <a:defRPr sz="2100" b="1">
                <a:solidFill>
                  <a:srgbClr val="123247"/>
                </a:solidFill>
                <a:latin typeface="DejaVu Sans"/>
                <a:ea typeface="DejaVu Sans"/>
                <a:cs typeface="DejaVu Sans"/>
              </a:defRPr>
            </a:lvl6pPr>
            <a:lvl7pPr algn="l">
              <a:defRPr sz="2100" b="1">
                <a:solidFill>
                  <a:srgbClr val="123247"/>
                </a:solidFill>
                <a:latin typeface="DejaVu Sans"/>
                <a:ea typeface="DejaVu Sans"/>
                <a:cs typeface="DejaVu Sans"/>
              </a:defRPr>
            </a:lvl7pPr>
            <a:lvl8pPr algn="l">
              <a:defRPr sz="2100" b="1">
                <a:solidFill>
                  <a:srgbClr val="123247"/>
                </a:solidFill>
                <a:latin typeface="DejaVu Sans"/>
                <a:ea typeface="DejaVu Sans"/>
                <a:cs typeface="DejaVu Sans"/>
              </a:defRPr>
            </a:lvl8pPr>
            <a:lvl9pPr algn="l">
              <a:defRPr sz="2100" b="1">
                <a:solidFill>
                  <a:srgbClr val="123247"/>
                </a:solidFill>
                <a:latin typeface="DejaVu Sans"/>
                <a:ea typeface="DejaVu Sans"/>
                <a:cs typeface="DejaVu Sans"/>
              </a:defRPr>
            </a:lvl9pPr>
          </a:lstStyle>
          <a:p>
            <a:pPr algn="l">
              <a:defRPr sz="2100" b="1">
                <a:solidFill>
                  <a:srgbClr val="123247"/>
                </a:solidFill>
                <a:latin typeface="DejaVu Sans"/>
                <a:ea typeface="DejaVu Sans"/>
                <a:cs typeface="DejaVu Sans"/>
              </a:defRPr>
            </a:pPr>
            <a:r>
              <a:rPr sz="2100" b="1">
                <a:solidFill>
                  <a:srgbClr val="123247"/>
                </a:solidFill>
                <a:latin typeface="DejaVu Sans"/>
                <a:ea typeface="DejaVu Sans"/>
                <a:cs typeface="DejaVu Sans"/>
              </a:rPr>
              <a:t>2  Calcular p = 100m/(N+1).</a:t>
            </a:r>
          </a:p>
        </p:txBody>
      </p:sp>
      <p:sp>
        <p:nvSpPr>
          <p:cNvPr id="10" name="texto">
            <a:extLst>
              <a:ext uri="{FF2B5EF4-FFF2-40B4-BE49-F238E27FC236}">
                <a16:creationId xmlns:a16="http://schemas.microsoft.com/office/drawing/2014/main" id="{7D55B688-BB81-4375-8BD7-9F18567C96FC}"/>
              </a:ext>
            </a:extLst>
          </p:cNvPr>
          <p:cNvSpPr>
            <a:spLocks noGrp="1"/>
          </p:cNvSpPr>
          <p:nvPr/>
        </p:nvSpPr>
        <p:spPr>
          <a:xfrm>
            <a:off x="7191375" y="3819525"/>
            <a:ext cx="4362450" cy="609600"/>
          </a:xfrm>
          <a:prstGeom prst="rect">
            <a:avLst/>
          </a:prstGeom>
          <a:noFill/>
          <a:ln w="0">
            <a:noFill/>
            <a:prstDash val="solid"/>
          </a:ln>
        </p:spPr>
        <p:txBody>
          <a:bodyPr wrap="square" lIns="0" tIns="0" rIns="0" bIns="0" anchor="t">
            <a:noAutofit/>
          </a:bodyPr>
          <a:lstStyle>
            <a:defPPr algn="l">
              <a:defRPr sz="2100" b="1">
                <a:solidFill>
                  <a:srgbClr val="123247"/>
                </a:solidFill>
                <a:latin typeface="DejaVu Sans"/>
                <a:ea typeface="DejaVu Sans"/>
                <a:cs typeface="DejaVu Sans"/>
              </a:defRPr>
            </a:defPPr>
            <a:lvl1pPr algn="l">
              <a:defRPr sz="2100" b="1">
                <a:solidFill>
                  <a:srgbClr val="123247"/>
                </a:solidFill>
                <a:latin typeface="DejaVu Sans"/>
                <a:ea typeface="DejaVu Sans"/>
                <a:cs typeface="DejaVu Sans"/>
              </a:defRPr>
            </a:lvl1pPr>
            <a:lvl2pPr algn="l">
              <a:defRPr sz="2100" b="1">
                <a:solidFill>
                  <a:srgbClr val="123247"/>
                </a:solidFill>
                <a:latin typeface="DejaVu Sans"/>
                <a:ea typeface="DejaVu Sans"/>
                <a:cs typeface="DejaVu Sans"/>
              </a:defRPr>
            </a:lvl2pPr>
            <a:lvl3pPr algn="l">
              <a:defRPr sz="2100" b="1">
                <a:solidFill>
                  <a:srgbClr val="123247"/>
                </a:solidFill>
                <a:latin typeface="DejaVu Sans"/>
                <a:ea typeface="DejaVu Sans"/>
                <a:cs typeface="DejaVu Sans"/>
              </a:defRPr>
            </a:lvl3pPr>
            <a:lvl4pPr algn="l">
              <a:defRPr sz="2100" b="1">
                <a:solidFill>
                  <a:srgbClr val="123247"/>
                </a:solidFill>
                <a:latin typeface="DejaVu Sans"/>
                <a:ea typeface="DejaVu Sans"/>
                <a:cs typeface="DejaVu Sans"/>
              </a:defRPr>
            </a:lvl4pPr>
            <a:lvl5pPr algn="l">
              <a:defRPr sz="2100" b="1">
                <a:solidFill>
                  <a:srgbClr val="123247"/>
                </a:solidFill>
                <a:latin typeface="DejaVu Sans"/>
                <a:ea typeface="DejaVu Sans"/>
                <a:cs typeface="DejaVu Sans"/>
              </a:defRPr>
            </a:lvl5pPr>
            <a:lvl6pPr algn="l">
              <a:defRPr sz="2100" b="1">
                <a:solidFill>
                  <a:srgbClr val="123247"/>
                </a:solidFill>
                <a:latin typeface="DejaVu Sans"/>
                <a:ea typeface="DejaVu Sans"/>
                <a:cs typeface="DejaVu Sans"/>
              </a:defRPr>
            </a:lvl6pPr>
            <a:lvl7pPr algn="l">
              <a:defRPr sz="2100" b="1">
                <a:solidFill>
                  <a:srgbClr val="123247"/>
                </a:solidFill>
                <a:latin typeface="DejaVu Sans"/>
                <a:ea typeface="DejaVu Sans"/>
                <a:cs typeface="DejaVu Sans"/>
              </a:defRPr>
            </a:lvl7pPr>
            <a:lvl8pPr algn="l">
              <a:defRPr sz="2100" b="1">
                <a:solidFill>
                  <a:srgbClr val="123247"/>
                </a:solidFill>
                <a:latin typeface="DejaVu Sans"/>
                <a:ea typeface="DejaVu Sans"/>
                <a:cs typeface="DejaVu Sans"/>
              </a:defRPr>
            </a:lvl8pPr>
            <a:lvl9pPr algn="l">
              <a:defRPr sz="2100" b="1">
                <a:solidFill>
                  <a:srgbClr val="123247"/>
                </a:solidFill>
                <a:latin typeface="DejaVu Sans"/>
                <a:ea typeface="DejaVu Sans"/>
                <a:cs typeface="DejaVu Sans"/>
              </a:defRPr>
            </a:lvl9pPr>
          </a:lstStyle>
          <a:p>
            <a:pPr algn="l">
              <a:defRPr sz="2100" b="1">
                <a:solidFill>
                  <a:srgbClr val="123247"/>
                </a:solidFill>
                <a:latin typeface="DejaVu Sans"/>
                <a:ea typeface="DejaVu Sans"/>
                <a:cs typeface="DejaVu Sans"/>
              </a:defRPr>
            </a:pPr>
            <a:r>
              <a:rPr sz="2100" b="1">
                <a:solidFill>
                  <a:srgbClr val="123247"/>
                </a:solidFill>
                <a:latin typeface="DejaVu Sans"/>
                <a:ea typeface="DejaVu Sans"/>
                <a:cs typeface="DejaVu Sans"/>
              </a:rPr>
              <a:t>3  Interpolar em p = 90%.</a:t>
            </a:r>
          </a:p>
        </p:txBody>
      </p:sp>
      <p:sp>
        <p:nvSpPr>
          <p:cNvPr id="11" name="texto">
            <a:extLst>
              <a:ext uri="{FF2B5EF4-FFF2-40B4-BE49-F238E27FC236}">
                <a16:creationId xmlns:a16="http://schemas.microsoft.com/office/drawing/2014/main" id="{26DB6485-FE0B-4011-8EC4-16899362EBE8}"/>
              </a:ext>
            </a:extLst>
          </p:cNvPr>
          <p:cNvSpPr>
            <a:spLocks noGrp="1"/>
          </p:cNvSpPr>
          <p:nvPr/>
        </p:nvSpPr>
        <p:spPr>
          <a:xfrm>
            <a:off x="7191375" y="4581525"/>
            <a:ext cx="4362450" cy="495300"/>
          </a:xfrm>
          <a:prstGeom prst="rect">
            <a:avLst/>
          </a:prstGeom>
          <a:noFill/>
          <a:ln w="0">
            <a:noFill/>
            <a:prstDash val="solid"/>
          </a:ln>
        </p:spPr>
        <p:txBody>
          <a:bodyPr wrap="square" lIns="0" tIns="0" rIns="0" bIns="0" anchor="t">
            <a:noAutofit/>
          </a:bodyPr>
          <a:lstStyle>
            <a:defPPr algn="l">
              <a:defRPr sz="1875" b="0">
                <a:solidFill>
                  <a:srgbClr val="087F88"/>
                </a:solidFill>
                <a:latin typeface="DejaVu Sans"/>
                <a:ea typeface="DejaVu Sans"/>
                <a:cs typeface="DejaVu Sans"/>
              </a:defRPr>
            </a:defPPr>
            <a:lvl1pPr algn="l">
              <a:defRPr sz="1875" b="0">
                <a:solidFill>
                  <a:srgbClr val="087F88"/>
                </a:solidFill>
                <a:latin typeface="DejaVu Sans"/>
                <a:ea typeface="DejaVu Sans"/>
                <a:cs typeface="DejaVu Sans"/>
              </a:defRPr>
            </a:lvl1pPr>
            <a:lvl2pPr algn="l">
              <a:defRPr sz="1875" b="0">
                <a:solidFill>
                  <a:srgbClr val="087F88"/>
                </a:solidFill>
                <a:latin typeface="DejaVu Sans"/>
                <a:ea typeface="DejaVu Sans"/>
                <a:cs typeface="DejaVu Sans"/>
              </a:defRPr>
            </a:lvl2pPr>
            <a:lvl3pPr algn="l">
              <a:defRPr sz="1875" b="0">
                <a:solidFill>
                  <a:srgbClr val="087F88"/>
                </a:solidFill>
                <a:latin typeface="DejaVu Sans"/>
                <a:ea typeface="DejaVu Sans"/>
                <a:cs typeface="DejaVu Sans"/>
              </a:defRPr>
            </a:lvl3pPr>
            <a:lvl4pPr algn="l">
              <a:defRPr sz="1875" b="0">
                <a:solidFill>
                  <a:srgbClr val="087F88"/>
                </a:solidFill>
                <a:latin typeface="DejaVu Sans"/>
                <a:ea typeface="DejaVu Sans"/>
                <a:cs typeface="DejaVu Sans"/>
              </a:defRPr>
            </a:lvl4pPr>
            <a:lvl5pPr algn="l">
              <a:defRPr sz="1875" b="0">
                <a:solidFill>
                  <a:srgbClr val="087F88"/>
                </a:solidFill>
                <a:latin typeface="DejaVu Sans"/>
                <a:ea typeface="DejaVu Sans"/>
                <a:cs typeface="DejaVu Sans"/>
              </a:defRPr>
            </a:lvl5pPr>
            <a:lvl6pPr algn="l">
              <a:defRPr sz="1875" b="0">
                <a:solidFill>
                  <a:srgbClr val="087F88"/>
                </a:solidFill>
                <a:latin typeface="DejaVu Sans"/>
                <a:ea typeface="DejaVu Sans"/>
                <a:cs typeface="DejaVu Sans"/>
              </a:defRPr>
            </a:lvl6pPr>
            <a:lvl7pPr algn="l">
              <a:defRPr sz="1875" b="0">
                <a:solidFill>
                  <a:srgbClr val="087F88"/>
                </a:solidFill>
                <a:latin typeface="DejaVu Sans"/>
                <a:ea typeface="DejaVu Sans"/>
                <a:cs typeface="DejaVu Sans"/>
              </a:defRPr>
            </a:lvl7pPr>
            <a:lvl8pPr algn="l">
              <a:defRPr sz="1875" b="0">
                <a:solidFill>
                  <a:srgbClr val="087F88"/>
                </a:solidFill>
                <a:latin typeface="DejaVu Sans"/>
                <a:ea typeface="DejaVu Sans"/>
                <a:cs typeface="DejaVu Sans"/>
              </a:defRPr>
            </a:lvl8pPr>
            <a:lvl9pPr algn="l">
              <a:defRPr sz="1875" b="0">
                <a:solidFill>
                  <a:srgbClr val="087F88"/>
                </a:solidFill>
                <a:latin typeface="DejaVu Sans"/>
                <a:ea typeface="DejaVu Sans"/>
                <a:cs typeface="DejaVu Sans"/>
              </a:defRPr>
            </a:lvl9pPr>
          </a:lstStyle>
          <a:p>
            <a:pPr algn="l">
              <a:defRPr sz="1875" b="0">
                <a:solidFill>
                  <a:srgbClr val="087F88"/>
                </a:solidFill>
                <a:latin typeface="DejaVu Sans"/>
                <a:ea typeface="DejaVu Sans"/>
                <a:cs typeface="DejaVu Sans"/>
              </a:defRPr>
            </a:pPr>
            <a:r>
              <a:rPr sz="1875" b="0">
                <a:solidFill>
                  <a:srgbClr val="087F88"/>
                </a:solidFill>
                <a:latin typeface="DejaVu Sans"/>
                <a:ea typeface="DejaVu Sans"/>
                <a:cs typeface="DejaVu Sans"/>
              </a:rPr>
              <a:t>m₉₀ = 0,90 × 1.096 = 986,4</a:t>
            </a:r>
          </a:p>
        </p:txBody>
      </p:sp>
      <p:sp>
        <p:nvSpPr>
          <p:cNvPr id="12" name="texto">
            <a:extLst>
              <a:ext uri="{FF2B5EF4-FFF2-40B4-BE49-F238E27FC236}">
                <a16:creationId xmlns:a16="http://schemas.microsoft.com/office/drawing/2014/main" id="{F2DCB64A-E5E6-47D8-A4E2-02BB1B34D7E1}"/>
              </a:ext>
            </a:extLst>
          </p:cNvPr>
          <p:cNvSpPr>
            <a:spLocks noGrp="1"/>
          </p:cNvSpPr>
          <p:nvPr/>
        </p:nvSpPr>
        <p:spPr>
          <a:xfrm>
            <a:off x="7191375" y="5257800"/>
            <a:ext cx="4362450" cy="609600"/>
          </a:xfrm>
          <a:prstGeom prst="rect">
            <a:avLst/>
          </a:prstGeom>
          <a:noFill/>
          <a:ln w="0">
            <a:noFill/>
            <a:prstDash val="solid"/>
          </a:ln>
        </p:spPr>
        <p:txBody>
          <a:bodyPr wrap="square" lIns="0" tIns="0" rIns="0" bIns="0" anchor="t">
            <a:noAutofit/>
          </a:bodyPr>
          <a:lstStyle>
            <a:defPPr algn="l">
              <a:defRPr sz="2775" b="1">
                <a:solidFill>
                  <a:srgbClr val="C47B23"/>
                </a:solidFill>
                <a:latin typeface="DejaVu Sans"/>
                <a:ea typeface="DejaVu Sans"/>
                <a:cs typeface="DejaVu Sans"/>
              </a:defRPr>
            </a:defPPr>
            <a:lvl1pPr algn="l">
              <a:defRPr sz="2775" b="1">
                <a:solidFill>
                  <a:srgbClr val="C47B23"/>
                </a:solidFill>
                <a:latin typeface="DejaVu Sans"/>
                <a:ea typeface="DejaVu Sans"/>
                <a:cs typeface="DejaVu Sans"/>
              </a:defRPr>
            </a:lvl1pPr>
            <a:lvl2pPr algn="l">
              <a:defRPr sz="2775" b="1">
                <a:solidFill>
                  <a:srgbClr val="C47B23"/>
                </a:solidFill>
                <a:latin typeface="DejaVu Sans"/>
                <a:ea typeface="DejaVu Sans"/>
                <a:cs typeface="DejaVu Sans"/>
              </a:defRPr>
            </a:lvl2pPr>
            <a:lvl3pPr algn="l">
              <a:defRPr sz="2775" b="1">
                <a:solidFill>
                  <a:srgbClr val="C47B23"/>
                </a:solidFill>
                <a:latin typeface="DejaVu Sans"/>
                <a:ea typeface="DejaVu Sans"/>
                <a:cs typeface="DejaVu Sans"/>
              </a:defRPr>
            </a:lvl3pPr>
            <a:lvl4pPr algn="l">
              <a:defRPr sz="2775" b="1">
                <a:solidFill>
                  <a:srgbClr val="C47B23"/>
                </a:solidFill>
                <a:latin typeface="DejaVu Sans"/>
                <a:ea typeface="DejaVu Sans"/>
                <a:cs typeface="DejaVu Sans"/>
              </a:defRPr>
            </a:lvl4pPr>
            <a:lvl5pPr algn="l">
              <a:defRPr sz="2775" b="1">
                <a:solidFill>
                  <a:srgbClr val="C47B23"/>
                </a:solidFill>
                <a:latin typeface="DejaVu Sans"/>
                <a:ea typeface="DejaVu Sans"/>
                <a:cs typeface="DejaVu Sans"/>
              </a:defRPr>
            </a:lvl5pPr>
            <a:lvl6pPr algn="l">
              <a:defRPr sz="2775" b="1">
                <a:solidFill>
                  <a:srgbClr val="C47B23"/>
                </a:solidFill>
                <a:latin typeface="DejaVu Sans"/>
                <a:ea typeface="DejaVu Sans"/>
                <a:cs typeface="DejaVu Sans"/>
              </a:defRPr>
            </a:lvl6pPr>
            <a:lvl7pPr algn="l">
              <a:defRPr sz="2775" b="1">
                <a:solidFill>
                  <a:srgbClr val="C47B23"/>
                </a:solidFill>
                <a:latin typeface="DejaVu Sans"/>
                <a:ea typeface="DejaVu Sans"/>
                <a:cs typeface="DejaVu Sans"/>
              </a:defRPr>
            </a:lvl7pPr>
            <a:lvl8pPr algn="l">
              <a:defRPr sz="2775" b="1">
                <a:solidFill>
                  <a:srgbClr val="C47B23"/>
                </a:solidFill>
                <a:latin typeface="DejaVu Sans"/>
                <a:ea typeface="DejaVu Sans"/>
                <a:cs typeface="DejaVu Sans"/>
              </a:defRPr>
            </a:lvl8pPr>
            <a:lvl9pPr algn="l">
              <a:defRPr sz="2775" b="1">
                <a:solidFill>
                  <a:srgbClr val="C47B23"/>
                </a:solidFill>
                <a:latin typeface="DejaVu Sans"/>
                <a:ea typeface="DejaVu Sans"/>
                <a:cs typeface="DejaVu Sans"/>
              </a:defRPr>
            </a:lvl9pPr>
          </a:lstStyle>
          <a:p>
            <a:pPr algn="l">
              <a:defRPr sz="2775" b="1">
                <a:solidFill>
                  <a:srgbClr val="C47B23"/>
                </a:solidFill>
                <a:latin typeface="DejaVu Sans"/>
                <a:ea typeface="DejaVu Sans"/>
                <a:cs typeface="DejaVu Sans"/>
              </a:defRPr>
            </a:pPr>
            <a:r>
              <a:rPr sz="2775" b="1">
                <a:solidFill>
                  <a:srgbClr val="C47B23"/>
                </a:solidFill>
                <a:latin typeface="DejaVu Sans"/>
                <a:ea typeface="DejaVu Sans"/>
                <a:cs typeface="DejaVu Sans"/>
              </a:rPr>
              <a:t>Q90 = 8,62 m³/s</a:t>
            </a:r>
          </a:p>
        </p:txBody>
      </p:sp>
    </p:spTree>
    <p:extLst>
      <p:ext uri="{BB962C8B-B14F-4D97-AF65-F5344CB8AC3E}">
        <p14:creationId xmlns:p14="http://schemas.microsoft.com/office/powerpoint/2010/main" val="16585739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2" name="texto">
            <a:extLst>
              <a:ext uri="{FF2B5EF4-FFF2-40B4-BE49-F238E27FC236}">
                <a16:creationId xmlns:a16="http://schemas.microsoft.com/office/drawing/2014/main" id="{F586EFD6-CDBF-45C8-84DF-FE10E323C462}"/>
              </a:ext>
            </a:extLst>
          </p:cNvPr>
          <p:cNvSpPr>
            <a:spLocks noGrp="1"/>
          </p:cNvSpPr>
          <p:nvPr/>
        </p:nvSpPr>
        <p:spPr>
          <a:xfrm>
            <a:off x="609600" y="285750"/>
            <a:ext cx="10668000" cy="247650"/>
          </a:xfrm>
          <a:prstGeom prst="rect">
            <a:avLst/>
          </a:prstGeom>
          <a:noFill/>
          <a:ln w="0">
            <a:noFill/>
            <a:prstDash val="solid"/>
          </a:ln>
        </p:spPr>
        <p:txBody>
          <a:bodyPr wrap="square" lIns="0" tIns="0" rIns="0" bIns="0" anchor="t">
            <a:noAutofit/>
          </a:bodyPr>
          <a:lstStyle>
            <a:defPPr algn="l">
              <a:defRPr sz="1275" b="1">
                <a:solidFill>
                  <a:srgbClr val="087F88"/>
                </a:solidFill>
                <a:latin typeface="DejaVu Sans"/>
                <a:ea typeface="DejaVu Sans"/>
                <a:cs typeface="DejaVu Sans"/>
              </a:defRPr>
            </a:defPPr>
            <a:lvl1pPr algn="l">
              <a:defRPr sz="1275" b="1">
                <a:solidFill>
                  <a:srgbClr val="087F88"/>
                </a:solidFill>
                <a:latin typeface="DejaVu Sans"/>
                <a:ea typeface="DejaVu Sans"/>
                <a:cs typeface="DejaVu Sans"/>
              </a:defRPr>
            </a:lvl1pPr>
            <a:lvl2pPr algn="l">
              <a:defRPr sz="1275" b="1">
                <a:solidFill>
                  <a:srgbClr val="087F88"/>
                </a:solidFill>
                <a:latin typeface="DejaVu Sans"/>
                <a:ea typeface="DejaVu Sans"/>
                <a:cs typeface="DejaVu Sans"/>
              </a:defRPr>
            </a:lvl2pPr>
            <a:lvl3pPr algn="l">
              <a:defRPr sz="1275" b="1">
                <a:solidFill>
                  <a:srgbClr val="087F88"/>
                </a:solidFill>
                <a:latin typeface="DejaVu Sans"/>
                <a:ea typeface="DejaVu Sans"/>
                <a:cs typeface="DejaVu Sans"/>
              </a:defRPr>
            </a:lvl3pPr>
            <a:lvl4pPr algn="l">
              <a:defRPr sz="1275" b="1">
                <a:solidFill>
                  <a:srgbClr val="087F88"/>
                </a:solidFill>
                <a:latin typeface="DejaVu Sans"/>
                <a:ea typeface="DejaVu Sans"/>
                <a:cs typeface="DejaVu Sans"/>
              </a:defRPr>
            </a:lvl4pPr>
            <a:lvl5pPr algn="l">
              <a:defRPr sz="1275" b="1">
                <a:solidFill>
                  <a:srgbClr val="087F88"/>
                </a:solidFill>
                <a:latin typeface="DejaVu Sans"/>
                <a:ea typeface="DejaVu Sans"/>
                <a:cs typeface="DejaVu Sans"/>
              </a:defRPr>
            </a:lvl5pPr>
            <a:lvl6pPr algn="l">
              <a:defRPr sz="1275" b="1">
                <a:solidFill>
                  <a:srgbClr val="087F88"/>
                </a:solidFill>
                <a:latin typeface="DejaVu Sans"/>
                <a:ea typeface="DejaVu Sans"/>
                <a:cs typeface="DejaVu Sans"/>
              </a:defRPr>
            </a:lvl6pPr>
            <a:lvl7pPr algn="l">
              <a:defRPr sz="1275" b="1">
                <a:solidFill>
                  <a:srgbClr val="087F88"/>
                </a:solidFill>
                <a:latin typeface="DejaVu Sans"/>
                <a:ea typeface="DejaVu Sans"/>
                <a:cs typeface="DejaVu Sans"/>
              </a:defRPr>
            </a:lvl7pPr>
            <a:lvl8pPr algn="l">
              <a:defRPr sz="1275" b="1">
                <a:solidFill>
                  <a:srgbClr val="087F88"/>
                </a:solidFill>
                <a:latin typeface="DejaVu Sans"/>
                <a:ea typeface="DejaVu Sans"/>
                <a:cs typeface="DejaVu Sans"/>
              </a:defRPr>
            </a:lvl8pPr>
            <a:lvl9pPr algn="l">
              <a:defRPr sz="1275" b="1">
                <a:solidFill>
                  <a:srgbClr val="087F88"/>
                </a:solidFill>
                <a:latin typeface="DejaVu Sans"/>
                <a:ea typeface="DejaVu Sans"/>
                <a:cs typeface="DejaVu Sans"/>
              </a:defRPr>
            </a:lvl9pPr>
          </a:lstStyle>
          <a:p>
            <a:pPr algn="l">
              <a:defRPr sz="1275" b="1">
                <a:solidFill>
                  <a:srgbClr val="087F88"/>
                </a:solidFill>
                <a:latin typeface="DejaVu Sans"/>
                <a:ea typeface="DejaVu Sans"/>
                <a:cs typeface="DejaVu Sans"/>
              </a:defRPr>
            </a:pPr>
            <a:r>
              <a:rPr sz="1275" b="1">
                <a:solidFill>
                  <a:srgbClr val="087F88"/>
                </a:solidFill>
                <a:latin typeface="DejaVu Sans"/>
                <a:ea typeface="DejaVu Sans"/>
                <a:cs typeface="DejaVu Sans"/>
              </a:rPr>
              <a:t>SÉRIE DIÁRIA E PERMANÊNCIA</a:t>
            </a:r>
          </a:p>
        </p:txBody>
      </p:sp>
      <p:sp>
        <p:nvSpPr>
          <p:cNvPr id="2" name="texto">
            <a:extLst>
              <a:ext uri="{FF2B5EF4-FFF2-40B4-BE49-F238E27FC236}">
                <a16:creationId xmlns:a16="http://schemas.microsoft.com/office/drawing/2014/main" id="{28A28A62-E2C1-4C5B-8FF1-D68509C340C8}"/>
              </a:ext>
            </a:extLst>
          </p:cNvPr>
          <p:cNvSpPr>
            <a:spLocks noGrp="1"/>
          </p:cNvSpPr>
          <p:nvPr/>
        </p:nvSpPr>
        <p:spPr>
          <a:xfrm>
            <a:off x="609600" y="685800"/>
            <a:ext cx="10972800" cy="1028700"/>
          </a:xfrm>
          <a:prstGeom prst="rect">
            <a:avLst/>
          </a:prstGeom>
          <a:noFill/>
          <a:ln w="0">
            <a:noFill/>
            <a:prstDash val="solid"/>
          </a:ln>
        </p:spPr>
        <p:txBody>
          <a:bodyPr wrap="square" lIns="0" tIns="0" rIns="0" bIns="0" anchor="t">
            <a:noAutofit/>
          </a:bodyPr>
          <a:lstStyle>
            <a:defPPr algn="l">
              <a:defRPr sz="3225" b="1">
                <a:solidFill>
                  <a:srgbClr val="123247"/>
                </a:solidFill>
                <a:latin typeface="DejaVu Sans"/>
                <a:ea typeface="DejaVu Sans"/>
                <a:cs typeface="DejaVu Sans"/>
              </a:defRPr>
            </a:defPPr>
            <a:lvl1pPr algn="l">
              <a:defRPr sz="3225" b="1">
                <a:solidFill>
                  <a:srgbClr val="123247"/>
                </a:solidFill>
                <a:latin typeface="DejaVu Sans"/>
                <a:ea typeface="DejaVu Sans"/>
                <a:cs typeface="DejaVu Sans"/>
              </a:defRPr>
            </a:lvl1pPr>
            <a:lvl2pPr algn="l">
              <a:defRPr sz="3225" b="1">
                <a:solidFill>
                  <a:srgbClr val="123247"/>
                </a:solidFill>
                <a:latin typeface="DejaVu Sans"/>
                <a:ea typeface="DejaVu Sans"/>
                <a:cs typeface="DejaVu Sans"/>
              </a:defRPr>
            </a:lvl2pPr>
            <a:lvl3pPr algn="l">
              <a:defRPr sz="3225" b="1">
                <a:solidFill>
                  <a:srgbClr val="123247"/>
                </a:solidFill>
                <a:latin typeface="DejaVu Sans"/>
                <a:ea typeface="DejaVu Sans"/>
                <a:cs typeface="DejaVu Sans"/>
              </a:defRPr>
            </a:lvl3pPr>
            <a:lvl4pPr algn="l">
              <a:defRPr sz="3225" b="1">
                <a:solidFill>
                  <a:srgbClr val="123247"/>
                </a:solidFill>
                <a:latin typeface="DejaVu Sans"/>
                <a:ea typeface="DejaVu Sans"/>
                <a:cs typeface="DejaVu Sans"/>
              </a:defRPr>
            </a:lvl4pPr>
            <a:lvl5pPr algn="l">
              <a:defRPr sz="3225" b="1">
                <a:solidFill>
                  <a:srgbClr val="123247"/>
                </a:solidFill>
                <a:latin typeface="DejaVu Sans"/>
                <a:ea typeface="DejaVu Sans"/>
                <a:cs typeface="DejaVu Sans"/>
              </a:defRPr>
            </a:lvl5pPr>
            <a:lvl6pPr algn="l">
              <a:defRPr sz="3225" b="1">
                <a:solidFill>
                  <a:srgbClr val="123247"/>
                </a:solidFill>
                <a:latin typeface="DejaVu Sans"/>
                <a:ea typeface="DejaVu Sans"/>
                <a:cs typeface="DejaVu Sans"/>
              </a:defRPr>
            </a:lvl6pPr>
            <a:lvl7pPr algn="l">
              <a:defRPr sz="3225" b="1">
                <a:solidFill>
                  <a:srgbClr val="123247"/>
                </a:solidFill>
                <a:latin typeface="DejaVu Sans"/>
                <a:ea typeface="DejaVu Sans"/>
                <a:cs typeface="DejaVu Sans"/>
              </a:defRPr>
            </a:lvl7pPr>
            <a:lvl8pPr algn="l">
              <a:defRPr sz="3225" b="1">
                <a:solidFill>
                  <a:srgbClr val="123247"/>
                </a:solidFill>
                <a:latin typeface="DejaVu Sans"/>
                <a:ea typeface="DejaVu Sans"/>
                <a:cs typeface="DejaVu Sans"/>
              </a:defRPr>
            </a:lvl8pPr>
            <a:lvl9pPr algn="l">
              <a:defRPr sz="3225" b="1">
                <a:solidFill>
                  <a:srgbClr val="123247"/>
                </a:solidFill>
                <a:latin typeface="DejaVu Sans"/>
                <a:ea typeface="DejaVu Sans"/>
                <a:cs typeface="DejaVu Sans"/>
              </a:defRPr>
            </a:lvl9pPr>
          </a:lstStyle>
          <a:p>
            <a:pPr algn="l">
              <a:defRPr sz="3225" b="1">
                <a:solidFill>
                  <a:srgbClr val="123247"/>
                </a:solidFill>
                <a:latin typeface="DejaVu Sans"/>
                <a:ea typeface="DejaVu Sans"/>
                <a:cs typeface="DejaVu Sans"/>
              </a:defRPr>
            </a:pPr>
            <a:r>
              <a:rPr sz="3225" b="1">
                <a:solidFill>
                  <a:srgbClr val="123247"/>
                </a:solidFill>
                <a:latin typeface="DejaVu Sans"/>
                <a:ea typeface="DejaVu Sans"/>
                <a:cs typeface="DejaVu Sans"/>
              </a:rPr>
              <a:t>Q90 na curva de permanência</a:t>
            </a:r>
          </a:p>
        </p:txBody>
      </p:sp>
      <p:sp>
        <p:nvSpPr>
          <p:cNvPr id="3" name="texto">
            <a:extLst>
              <a:ext uri="{FF2B5EF4-FFF2-40B4-BE49-F238E27FC236}">
                <a16:creationId xmlns:a16="http://schemas.microsoft.com/office/drawing/2014/main" id="{8F4297FC-797E-45BC-8344-83918A60B651}"/>
              </a:ext>
            </a:extLst>
          </p:cNvPr>
          <p:cNvSpPr>
            <a:spLocks noGrp="1"/>
          </p:cNvSpPr>
          <p:nvPr/>
        </p:nvSpPr>
        <p:spPr>
          <a:xfrm>
            <a:off x="609600" y="6096000"/>
            <a:ext cx="10763250" cy="228600"/>
          </a:xfrm>
          <a:prstGeom prst="rect">
            <a:avLst/>
          </a:prstGeom>
          <a:noFill/>
          <a:ln w="0">
            <a:noFill/>
            <a:prstDash val="solid"/>
          </a:ln>
        </p:spPr>
        <p:txBody>
          <a:bodyPr wrap="square" lIns="0" tIns="0" rIns="0" bIns="0" anchor="t">
            <a:noAutofit/>
          </a:bodyPr>
          <a:lstStyle>
            <a:defPPr algn="l">
              <a:defRPr sz="1050" b="0">
                <a:solidFill>
                  <a:srgbClr val="526873"/>
                </a:solidFill>
                <a:latin typeface="DejaVu Sans"/>
                <a:ea typeface="DejaVu Sans"/>
                <a:cs typeface="DejaVu Sans"/>
              </a:defRPr>
            </a:defPPr>
            <a:lvl1pPr algn="l">
              <a:defRPr sz="1050" b="0">
                <a:solidFill>
                  <a:srgbClr val="526873"/>
                </a:solidFill>
                <a:latin typeface="DejaVu Sans"/>
                <a:ea typeface="DejaVu Sans"/>
                <a:cs typeface="DejaVu Sans"/>
              </a:defRPr>
            </a:lvl1pPr>
            <a:lvl2pPr algn="l">
              <a:defRPr sz="1050" b="0">
                <a:solidFill>
                  <a:srgbClr val="526873"/>
                </a:solidFill>
                <a:latin typeface="DejaVu Sans"/>
                <a:ea typeface="DejaVu Sans"/>
                <a:cs typeface="DejaVu Sans"/>
              </a:defRPr>
            </a:lvl2pPr>
            <a:lvl3pPr algn="l">
              <a:defRPr sz="1050" b="0">
                <a:solidFill>
                  <a:srgbClr val="526873"/>
                </a:solidFill>
                <a:latin typeface="DejaVu Sans"/>
                <a:ea typeface="DejaVu Sans"/>
                <a:cs typeface="DejaVu Sans"/>
              </a:defRPr>
            </a:lvl3pPr>
            <a:lvl4pPr algn="l">
              <a:defRPr sz="1050" b="0">
                <a:solidFill>
                  <a:srgbClr val="526873"/>
                </a:solidFill>
                <a:latin typeface="DejaVu Sans"/>
                <a:ea typeface="DejaVu Sans"/>
                <a:cs typeface="DejaVu Sans"/>
              </a:defRPr>
            </a:lvl4pPr>
            <a:lvl5pPr algn="l">
              <a:defRPr sz="1050" b="0">
                <a:solidFill>
                  <a:srgbClr val="526873"/>
                </a:solidFill>
                <a:latin typeface="DejaVu Sans"/>
                <a:ea typeface="DejaVu Sans"/>
                <a:cs typeface="DejaVu Sans"/>
              </a:defRPr>
            </a:lvl5pPr>
            <a:lvl6pPr algn="l">
              <a:defRPr sz="1050" b="0">
                <a:solidFill>
                  <a:srgbClr val="526873"/>
                </a:solidFill>
                <a:latin typeface="DejaVu Sans"/>
                <a:ea typeface="DejaVu Sans"/>
                <a:cs typeface="DejaVu Sans"/>
              </a:defRPr>
            </a:lvl6pPr>
            <a:lvl7pPr algn="l">
              <a:defRPr sz="1050" b="0">
                <a:solidFill>
                  <a:srgbClr val="526873"/>
                </a:solidFill>
                <a:latin typeface="DejaVu Sans"/>
                <a:ea typeface="DejaVu Sans"/>
                <a:cs typeface="DejaVu Sans"/>
              </a:defRPr>
            </a:lvl7pPr>
            <a:lvl8pPr algn="l">
              <a:defRPr sz="1050" b="0">
                <a:solidFill>
                  <a:srgbClr val="526873"/>
                </a:solidFill>
                <a:latin typeface="DejaVu Sans"/>
                <a:ea typeface="DejaVu Sans"/>
                <a:cs typeface="DejaVu Sans"/>
              </a:defRPr>
            </a:lvl8pPr>
            <a:lvl9pPr algn="l">
              <a:defRPr sz="1050" b="0">
                <a:solidFill>
                  <a:srgbClr val="526873"/>
                </a:solidFill>
                <a:latin typeface="DejaVu Sans"/>
                <a:ea typeface="DejaVu Sans"/>
                <a:cs typeface="DejaVu Sans"/>
              </a:defRPr>
            </a:lvl9pPr>
          </a:lstStyle>
          <a:p>
            <a:pPr algn="l">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EXEMPLO SINTÉTICO · elaboração didática · mesma série de 1.095 dias. À direita, ampliação da cauda de baixas vazões.</a:t>
            </a:r>
          </a:p>
        </p:txBody>
      </p:sp>
      <p:sp>
        <p:nvSpPr>
          <p:cNvPr id="4" name="Straight Connector 3">
            <a:extLst>
              <a:ext uri="{FF2B5EF4-FFF2-40B4-BE49-F238E27FC236}">
                <a16:creationId xmlns:a16="http://schemas.microsoft.com/office/drawing/2014/main" id="{407DC16F-2D77-4B70-9F93-8251714D69DA}"/>
              </a:ext>
            </a:extLst>
          </p:cNvPr>
          <p:cNvSpPr>
            <a:spLocks noGrp="1"/>
          </p:cNvSpPr>
          <p:nvPr/>
        </p:nvSpPr>
        <p:spPr>
          <a:xfrm>
            <a:off x="609600" y="6438900"/>
            <a:ext cx="10972800" cy="0"/>
          </a:xfrm>
          <a:prstGeom prst="line">
            <a:avLst/>
          </a:prstGeom>
          <a:noFill/>
          <a:ln w="9525">
            <a:solidFill>
              <a:srgbClr val="DCE3E3"/>
            </a:solidFill>
            <a:prstDash val="solid"/>
          </a:ln>
        </p:spPr>
        <p:txBody>
          <a:bodyPr/>
          <a:lstStyle/>
          <a:p>
            <a:endParaRPr lang="en-GB"/>
          </a:p>
        </p:txBody>
      </p:sp>
      <p:sp>
        <p:nvSpPr>
          <p:cNvPr id="5" name="texto">
            <a:extLst>
              <a:ext uri="{FF2B5EF4-FFF2-40B4-BE49-F238E27FC236}">
                <a16:creationId xmlns:a16="http://schemas.microsoft.com/office/drawing/2014/main" id="{D6AFC756-4C7D-4FB4-AD4B-63F14931E9A4}"/>
              </a:ext>
            </a:extLst>
          </p:cNvPr>
          <p:cNvSpPr>
            <a:spLocks noGrp="1"/>
          </p:cNvSpPr>
          <p:nvPr/>
        </p:nvSpPr>
        <p:spPr>
          <a:xfrm>
            <a:off x="609600" y="6543675"/>
            <a:ext cx="8572500" cy="190500"/>
          </a:xfrm>
          <a:prstGeom prst="rect">
            <a:avLst/>
          </a:prstGeom>
          <a:noFill/>
          <a:ln w="0">
            <a:noFill/>
            <a:prstDash val="solid"/>
          </a:ln>
        </p:spPr>
        <p:txBody>
          <a:bodyPr wrap="square" lIns="0" tIns="0" rIns="0" bIns="0" anchor="t">
            <a:noAutofit/>
          </a:bodyPr>
          <a:lstStyle>
            <a:defPPr algn="l">
              <a:defRPr sz="975" b="0">
                <a:solidFill>
                  <a:srgbClr val="526873"/>
                </a:solidFill>
                <a:latin typeface="DejaVu Sans"/>
                <a:ea typeface="DejaVu Sans"/>
                <a:cs typeface="DejaVu Sans"/>
              </a:defRPr>
            </a:defPPr>
            <a:lvl1pPr algn="l">
              <a:defRPr sz="975" b="0">
                <a:solidFill>
                  <a:srgbClr val="526873"/>
                </a:solidFill>
                <a:latin typeface="DejaVu Sans"/>
                <a:ea typeface="DejaVu Sans"/>
                <a:cs typeface="DejaVu Sans"/>
              </a:defRPr>
            </a:lvl1pPr>
            <a:lvl2pPr algn="l">
              <a:defRPr sz="975" b="0">
                <a:solidFill>
                  <a:srgbClr val="526873"/>
                </a:solidFill>
                <a:latin typeface="DejaVu Sans"/>
                <a:ea typeface="DejaVu Sans"/>
                <a:cs typeface="DejaVu Sans"/>
              </a:defRPr>
            </a:lvl2pPr>
            <a:lvl3pPr algn="l">
              <a:defRPr sz="975" b="0">
                <a:solidFill>
                  <a:srgbClr val="526873"/>
                </a:solidFill>
                <a:latin typeface="DejaVu Sans"/>
                <a:ea typeface="DejaVu Sans"/>
                <a:cs typeface="DejaVu Sans"/>
              </a:defRPr>
            </a:lvl3pPr>
            <a:lvl4pPr algn="l">
              <a:defRPr sz="975" b="0">
                <a:solidFill>
                  <a:srgbClr val="526873"/>
                </a:solidFill>
                <a:latin typeface="DejaVu Sans"/>
                <a:ea typeface="DejaVu Sans"/>
                <a:cs typeface="DejaVu Sans"/>
              </a:defRPr>
            </a:lvl4pPr>
            <a:lvl5pPr algn="l">
              <a:defRPr sz="975" b="0">
                <a:solidFill>
                  <a:srgbClr val="526873"/>
                </a:solidFill>
                <a:latin typeface="DejaVu Sans"/>
                <a:ea typeface="DejaVu Sans"/>
                <a:cs typeface="DejaVu Sans"/>
              </a:defRPr>
            </a:lvl5pPr>
            <a:lvl6pPr algn="l">
              <a:defRPr sz="975" b="0">
                <a:solidFill>
                  <a:srgbClr val="526873"/>
                </a:solidFill>
                <a:latin typeface="DejaVu Sans"/>
                <a:ea typeface="DejaVu Sans"/>
                <a:cs typeface="DejaVu Sans"/>
              </a:defRPr>
            </a:lvl6pPr>
            <a:lvl7pPr algn="l">
              <a:defRPr sz="975" b="0">
                <a:solidFill>
                  <a:srgbClr val="526873"/>
                </a:solidFill>
                <a:latin typeface="DejaVu Sans"/>
                <a:ea typeface="DejaVu Sans"/>
                <a:cs typeface="DejaVu Sans"/>
              </a:defRPr>
            </a:lvl7pPr>
            <a:lvl8pPr algn="l">
              <a:defRPr sz="975" b="0">
                <a:solidFill>
                  <a:srgbClr val="526873"/>
                </a:solidFill>
                <a:latin typeface="DejaVu Sans"/>
                <a:ea typeface="DejaVu Sans"/>
                <a:cs typeface="DejaVu Sans"/>
              </a:defRPr>
            </a:lvl8pPr>
            <a:lvl9pPr algn="l">
              <a:defRPr sz="975" b="0">
                <a:solidFill>
                  <a:srgbClr val="526873"/>
                </a:solidFill>
                <a:latin typeface="DejaVu Sans"/>
                <a:ea typeface="DejaVu Sans"/>
                <a:cs typeface="DejaVu Sans"/>
              </a:defRPr>
            </a:lvl9pPr>
          </a:lstStyle>
          <a:p>
            <a:pPr algn="l">
              <a:defRPr sz="975" b="0">
                <a:solidFill>
                  <a:srgbClr val="526873"/>
                </a:solidFill>
                <a:latin typeface="DejaVu Sans"/>
                <a:ea typeface="DejaVu Sans"/>
                <a:cs typeface="DejaVu Sans"/>
              </a:defRPr>
            </a:pPr>
            <a:r>
              <a:rPr sz="975" b="0">
                <a:solidFill>
                  <a:srgbClr val="526873"/>
                </a:solidFill>
                <a:latin typeface="DejaVu Sans"/>
                <a:ea typeface="DejaVu Sans"/>
                <a:cs typeface="DejaVu Sans"/>
              </a:rPr>
              <a:t>REGIONALIZAÇÃO DE VAZÕES</a:t>
            </a:r>
          </a:p>
        </p:txBody>
      </p:sp>
      <p:sp>
        <p:nvSpPr>
          <p:cNvPr id="6" name="texto">
            <a:extLst>
              <a:ext uri="{FF2B5EF4-FFF2-40B4-BE49-F238E27FC236}">
                <a16:creationId xmlns:a16="http://schemas.microsoft.com/office/drawing/2014/main" id="{17DC089E-7CB1-4347-8A35-561A82B0AC74}"/>
              </a:ext>
            </a:extLst>
          </p:cNvPr>
          <p:cNvSpPr>
            <a:spLocks noGrp="1"/>
          </p:cNvSpPr>
          <p:nvPr/>
        </p:nvSpPr>
        <p:spPr>
          <a:xfrm>
            <a:off x="10620375" y="6534150"/>
            <a:ext cx="962025" cy="209550"/>
          </a:xfrm>
          <a:prstGeom prst="rect">
            <a:avLst/>
          </a:prstGeom>
          <a:noFill/>
          <a:ln w="0">
            <a:noFill/>
            <a:prstDash val="solid"/>
          </a:ln>
        </p:spPr>
        <p:txBody>
          <a:bodyPr wrap="square" lIns="0" tIns="0" rIns="0" bIns="0" anchor="t">
            <a:noAutofit/>
          </a:bodyPr>
          <a:lstStyle>
            <a:defPPr algn="r">
              <a:defRPr sz="1050" b="0">
                <a:solidFill>
                  <a:srgbClr val="526873"/>
                </a:solidFill>
                <a:latin typeface="DejaVu Sans"/>
                <a:ea typeface="DejaVu Sans"/>
                <a:cs typeface="DejaVu Sans"/>
              </a:defRPr>
            </a:defPPr>
            <a:lvl1pPr algn="r">
              <a:defRPr sz="1050" b="0">
                <a:solidFill>
                  <a:srgbClr val="526873"/>
                </a:solidFill>
                <a:latin typeface="DejaVu Sans"/>
                <a:ea typeface="DejaVu Sans"/>
                <a:cs typeface="DejaVu Sans"/>
              </a:defRPr>
            </a:lvl1pPr>
            <a:lvl2pPr algn="r">
              <a:defRPr sz="1050" b="0">
                <a:solidFill>
                  <a:srgbClr val="526873"/>
                </a:solidFill>
                <a:latin typeface="DejaVu Sans"/>
                <a:ea typeface="DejaVu Sans"/>
                <a:cs typeface="DejaVu Sans"/>
              </a:defRPr>
            </a:lvl2pPr>
            <a:lvl3pPr algn="r">
              <a:defRPr sz="1050" b="0">
                <a:solidFill>
                  <a:srgbClr val="526873"/>
                </a:solidFill>
                <a:latin typeface="DejaVu Sans"/>
                <a:ea typeface="DejaVu Sans"/>
                <a:cs typeface="DejaVu Sans"/>
              </a:defRPr>
            </a:lvl3pPr>
            <a:lvl4pPr algn="r">
              <a:defRPr sz="1050" b="0">
                <a:solidFill>
                  <a:srgbClr val="526873"/>
                </a:solidFill>
                <a:latin typeface="DejaVu Sans"/>
                <a:ea typeface="DejaVu Sans"/>
                <a:cs typeface="DejaVu Sans"/>
              </a:defRPr>
            </a:lvl4pPr>
            <a:lvl5pPr algn="r">
              <a:defRPr sz="1050" b="0">
                <a:solidFill>
                  <a:srgbClr val="526873"/>
                </a:solidFill>
                <a:latin typeface="DejaVu Sans"/>
                <a:ea typeface="DejaVu Sans"/>
                <a:cs typeface="DejaVu Sans"/>
              </a:defRPr>
            </a:lvl5pPr>
            <a:lvl6pPr algn="r">
              <a:defRPr sz="1050" b="0">
                <a:solidFill>
                  <a:srgbClr val="526873"/>
                </a:solidFill>
                <a:latin typeface="DejaVu Sans"/>
                <a:ea typeface="DejaVu Sans"/>
                <a:cs typeface="DejaVu Sans"/>
              </a:defRPr>
            </a:lvl6pPr>
            <a:lvl7pPr algn="r">
              <a:defRPr sz="1050" b="0">
                <a:solidFill>
                  <a:srgbClr val="526873"/>
                </a:solidFill>
                <a:latin typeface="DejaVu Sans"/>
                <a:ea typeface="DejaVu Sans"/>
                <a:cs typeface="DejaVu Sans"/>
              </a:defRPr>
            </a:lvl7pPr>
            <a:lvl8pPr algn="r">
              <a:defRPr sz="1050" b="0">
                <a:solidFill>
                  <a:srgbClr val="526873"/>
                </a:solidFill>
                <a:latin typeface="DejaVu Sans"/>
                <a:ea typeface="DejaVu Sans"/>
                <a:cs typeface="DejaVu Sans"/>
              </a:defRPr>
            </a:lvl8pPr>
            <a:lvl9pPr algn="r">
              <a:defRPr sz="1050" b="0">
                <a:solidFill>
                  <a:srgbClr val="526873"/>
                </a:solidFill>
                <a:latin typeface="DejaVu Sans"/>
                <a:ea typeface="DejaVu Sans"/>
                <a:cs typeface="DejaVu Sans"/>
              </a:defRPr>
            </a:lvl9pPr>
          </a:lstStyle>
          <a:p>
            <a:pPr algn="r">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05 / 38</a:t>
            </a:r>
          </a:p>
        </p:txBody>
      </p:sp>
      <p:sp>
        <p:nvSpPr>
          <p:cNvPr id="7" name="texto">
            <a:extLst>
              <a:ext uri="{FF2B5EF4-FFF2-40B4-BE49-F238E27FC236}">
                <a16:creationId xmlns:a16="http://schemas.microsoft.com/office/drawing/2014/main" id="{94F4EC9B-0E8F-4DED-B66B-015362D3A0E6}"/>
              </a:ext>
            </a:extLst>
          </p:cNvPr>
          <p:cNvSpPr>
            <a:spLocks noGrp="1"/>
          </p:cNvSpPr>
          <p:nvPr/>
        </p:nvSpPr>
        <p:spPr>
          <a:xfrm>
            <a:off x="828675" y="1733550"/>
            <a:ext cx="5048250" cy="400050"/>
          </a:xfrm>
          <a:prstGeom prst="rect">
            <a:avLst/>
          </a:prstGeom>
          <a:noFill/>
          <a:ln w="0">
            <a:noFill/>
            <a:prstDash val="solid"/>
          </a:ln>
        </p:spPr>
        <p:txBody>
          <a:bodyPr wrap="square" lIns="0" tIns="0" rIns="0" bIns="0" anchor="t">
            <a:noAutofit/>
          </a:bodyPr>
          <a:lstStyle>
            <a:defPPr algn="l">
              <a:defRPr sz="2100" b="1">
                <a:solidFill>
                  <a:srgbClr val="123247"/>
                </a:solidFill>
                <a:latin typeface="DejaVu Sans"/>
                <a:ea typeface="DejaVu Sans"/>
                <a:cs typeface="DejaVu Sans"/>
              </a:defRPr>
            </a:defPPr>
            <a:lvl1pPr algn="l">
              <a:defRPr sz="2100" b="1">
                <a:solidFill>
                  <a:srgbClr val="123247"/>
                </a:solidFill>
                <a:latin typeface="DejaVu Sans"/>
                <a:ea typeface="DejaVu Sans"/>
                <a:cs typeface="DejaVu Sans"/>
              </a:defRPr>
            </a:lvl1pPr>
            <a:lvl2pPr algn="l">
              <a:defRPr sz="2100" b="1">
                <a:solidFill>
                  <a:srgbClr val="123247"/>
                </a:solidFill>
                <a:latin typeface="DejaVu Sans"/>
                <a:ea typeface="DejaVu Sans"/>
                <a:cs typeface="DejaVu Sans"/>
              </a:defRPr>
            </a:lvl2pPr>
            <a:lvl3pPr algn="l">
              <a:defRPr sz="2100" b="1">
                <a:solidFill>
                  <a:srgbClr val="123247"/>
                </a:solidFill>
                <a:latin typeface="DejaVu Sans"/>
                <a:ea typeface="DejaVu Sans"/>
                <a:cs typeface="DejaVu Sans"/>
              </a:defRPr>
            </a:lvl3pPr>
            <a:lvl4pPr algn="l">
              <a:defRPr sz="2100" b="1">
                <a:solidFill>
                  <a:srgbClr val="123247"/>
                </a:solidFill>
                <a:latin typeface="DejaVu Sans"/>
                <a:ea typeface="DejaVu Sans"/>
                <a:cs typeface="DejaVu Sans"/>
              </a:defRPr>
            </a:lvl4pPr>
            <a:lvl5pPr algn="l">
              <a:defRPr sz="2100" b="1">
                <a:solidFill>
                  <a:srgbClr val="123247"/>
                </a:solidFill>
                <a:latin typeface="DejaVu Sans"/>
                <a:ea typeface="DejaVu Sans"/>
                <a:cs typeface="DejaVu Sans"/>
              </a:defRPr>
            </a:lvl5pPr>
            <a:lvl6pPr algn="l">
              <a:defRPr sz="2100" b="1">
                <a:solidFill>
                  <a:srgbClr val="123247"/>
                </a:solidFill>
                <a:latin typeface="DejaVu Sans"/>
                <a:ea typeface="DejaVu Sans"/>
                <a:cs typeface="DejaVu Sans"/>
              </a:defRPr>
            </a:lvl6pPr>
            <a:lvl7pPr algn="l">
              <a:defRPr sz="2100" b="1">
                <a:solidFill>
                  <a:srgbClr val="123247"/>
                </a:solidFill>
                <a:latin typeface="DejaVu Sans"/>
                <a:ea typeface="DejaVu Sans"/>
                <a:cs typeface="DejaVu Sans"/>
              </a:defRPr>
            </a:lvl7pPr>
            <a:lvl8pPr algn="l">
              <a:defRPr sz="2100" b="1">
                <a:solidFill>
                  <a:srgbClr val="123247"/>
                </a:solidFill>
                <a:latin typeface="DejaVu Sans"/>
                <a:ea typeface="DejaVu Sans"/>
                <a:cs typeface="DejaVu Sans"/>
              </a:defRPr>
            </a:lvl8pPr>
            <a:lvl9pPr algn="l">
              <a:defRPr sz="2100" b="1">
                <a:solidFill>
                  <a:srgbClr val="123247"/>
                </a:solidFill>
                <a:latin typeface="DejaVu Sans"/>
                <a:ea typeface="DejaVu Sans"/>
                <a:cs typeface="DejaVu Sans"/>
              </a:defRPr>
            </a:lvl9pPr>
          </a:lstStyle>
          <a:p>
            <a:pPr algn="l">
              <a:defRPr sz="2100" b="1">
                <a:solidFill>
                  <a:srgbClr val="123247"/>
                </a:solidFill>
                <a:latin typeface="DejaVu Sans"/>
                <a:ea typeface="DejaVu Sans"/>
                <a:cs typeface="DejaVu Sans"/>
              </a:defRPr>
            </a:pPr>
            <a:r>
              <a:rPr sz="2100" b="1">
                <a:solidFill>
                  <a:srgbClr val="123247"/>
                </a:solidFill>
                <a:latin typeface="DejaVu Sans"/>
                <a:ea typeface="DejaVu Sans"/>
                <a:cs typeface="DejaVu Sans"/>
              </a:rPr>
              <a:t>Toda a distribuição diária</a:t>
            </a:r>
          </a:p>
        </p:txBody>
      </p:sp>
      <p:sp>
        <p:nvSpPr>
          <p:cNvPr id="8" name="texto">
            <a:extLst>
              <a:ext uri="{FF2B5EF4-FFF2-40B4-BE49-F238E27FC236}">
                <a16:creationId xmlns:a16="http://schemas.microsoft.com/office/drawing/2014/main" id="{7A15766D-C12A-47B9-B473-64CD2F2BC420}"/>
              </a:ext>
            </a:extLst>
          </p:cNvPr>
          <p:cNvSpPr>
            <a:spLocks noGrp="1"/>
          </p:cNvSpPr>
          <p:nvPr/>
        </p:nvSpPr>
        <p:spPr>
          <a:xfrm>
            <a:off x="6524625" y="1733550"/>
            <a:ext cx="5048250" cy="400050"/>
          </a:xfrm>
          <a:prstGeom prst="rect">
            <a:avLst/>
          </a:prstGeom>
          <a:noFill/>
          <a:ln w="0">
            <a:noFill/>
            <a:prstDash val="solid"/>
          </a:ln>
        </p:spPr>
        <p:txBody>
          <a:bodyPr wrap="square" lIns="0" tIns="0" rIns="0" bIns="0" anchor="t">
            <a:noAutofit/>
          </a:bodyPr>
          <a:lstStyle>
            <a:defPPr algn="l">
              <a:defRPr sz="2100" b="1">
                <a:solidFill>
                  <a:srgbClr val="123247"/>
                </a:solidFill>
                <a:latin typeface="DejaVu Sans"/>
                <a:ea typeface="DejaVu Sans"/>
                <a:cs typeface="DejaVu Sans"/>
              </a:defRPr>
            </a:defPPr>
            <a:lvl1pPr algn="l">
              <a:defRPr sz="2100" b="1">
                <a:solidFill>
                  <a:srgbClr val="123247"/>
                </a:solidFill>
                <a:latin typeface="DejaVu Sans"/>
                <a:ea typeface="DejaVu Sans"/>
                <a:cs typeface="DejaVu Sans"/>
              </a:defRPr>
            </a:lvl1pPr>
            <a:lvl2pPr algn="l">
              <a:defRPr sz="2100" b="1">
                <a:solidFill>
                  <a:srgbClr val="123247"/>
                </a:solidFill>
                <a:latin typeface="DejaVu Sans"/>
                <a:ea typeface="DejaVu Sans"/>
                <a:cs typeface="DejaVu Sans"/>
              </a:defRPr>
            </a:lvl2pPr>
            <a:lvl3pPr algn="l">
              <a:defRPr sz="2100" b="1">
                <a:solidFill>
                  <a:srgbClr val="123247"/>
                </a:solidFill>
                <a:latin typeface="DejaVu Sans"/>
                <a:ea typeface="DejaVu Sans"/>
                <a:cs typeface="DejaVu Sans"/>
              </a:defRPr>
            </a:lvl3pPr>
            <a:lvl4pPr algn="l">
              <a:defRPr sz="2100" b="1">
                <a:solidFill>
                  <a:srgbClr val="123247"/>
                </a:solidFill>
                <a:latin typeface="DejaVu Sans"/>
                <a:ea typeface="DejaVu Sans"/>
                <a:cs typeface="DejaVu Sans"/>
              </a:defRPr>
            </a:lvl4pPr>
            <a:lvl5pPr algn="l">
              <a:defRPr sz="2100" b="1">
                <a:solidFill>
                  <a:srgbClr val="123247"/>
                </a:solidFill>
                <a:latin typeface="DejaVu Sans"/>
                <a:ea typeface="DejaVu Sans"/>
                <a:cs typeface="DejaVu Sans"/>
              </a:defRPr>
            </a:lvl5pPr>
            <a:lvl6pPr algn="l">
              <a:defRPr sz="2100" b="1">
                <a:solidFill>
                  <a:srgbClr val="123247"/>
                </a:solidFill>
                <a:latin typeface="DejaVu Sans"/>
                <a:ea typeface="DejaVu Sans"/>
                <a:cs typeface="DejaVu Sans"/>
              </a:defRPr>
            </a:lvl6pPr>
            <a:lvl7pPr algn="l">
              <a:defRPr sz="2100" b="1">
                <a:solidFill>
                  <a:srgbClr val="123247"/>
                </a:solidFill>
                <a:latin typeface="DejaVu Sans"/>
                <a:ea typeface="DejaVu Sans"/>
                <a:cs typeface="DejaVu Sans"/>
              </a:defRPr>
            </a:lvl7pPr>
            <a:lvl8pPr algn="l">
              <a:defRPr sz="2100" b="1">
                <a:solidFill>
                  <a:srgbClr val="123247"/>
                </a:solidFill>
                <a:latin typeface="DejaVu Sans"/>
                <a:ea typeface="DejaVu Sans"/>
                <a:cs typeface="DejaVu Sans"/>
              </a:defRPr>
            </a:lvl8pPr>
            <a:lvl9pPr algn="l">
              <a:defRPr sz="2100" b="1">
                <a:solidFill>
                  <a:srgbClr val="123247"/>
                </a:solidFill>
                <a:latin typeface="DejaVu Sans"/>
                <a:ea typeface="DejaVu Sans"/>
                <a:cs typeface="DejaVu Sans"/>
              </a:defRPr>
            </a:lvl9pPr>
          </a:lstStyle>
          <a:p>
            <a:pPr algn="l">
              <a:defRPr sz="2100" b="1">
                <a:solidFill>
                  <a:srgbClr val="123247"/>
                </a:solidFill>
                <a:latin typeface="DejaVu Sans"/>
                <a:ea typeface="DejaVu Sans"/>
                <a:cs typeface="DejaVu Sans"/>
              </a:defRPr>
            </a:pPr>
            <a:r>
              <a:rPr sz="2100" b="1">
                <a:solidFill>
                  <a:srgbClr val="123247"/>
                </a:solidFill>
                <a:latin typeface="DejaVu Sans"/>
                <a:ea typeface="DejaVu Sans"/>
                <a:cs typeface="DejaVu Sans"/>
              </a:rPr>
              <a:t>Detalhe próximo a 90%</a:t>
            </a:r>
          </a:p>
        </p:txBody>
      </p:sp>
      <p:graphicFrame>
        <p:nvGraphicFramePr>
          <p:cNvPr id="9" name="Chart">
            <a:extLst>
              <a:ext uri="{FF2B5EF4-FFF2-40B4-BE49-F238E27FC236}">
                <a16:creationId xmlns:a16="http://schemas.microsoft.com/office/drawing/2014/main" id="{8DD8A276-B7A8-466F-B6F8-D619708BB21D}"/>
              </a:ext>
            </a:extLst>
          </p:cNvPr>
          <p:cNvGraphicFramePr/>
          <p:nvPr/>
        </p:nvGraphicFramePr>
        <p:xfrm>
          <a:off x="609600" y="2238375"/>
          <a:ext cx="5219700" cy="2952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a:extLst>
              <a:ext uri="{FF2B5EF4-FFF2-40B4-BE49-F238E27FC236}">
                <a16:creationId xmlns:a16="http://schemas.microsoft.com/office/drawing/2014/main" id="{B3CC22E2-B8C8-4EC0-9E27-0B2F5BCC9A3D}"/>
              </a:ext>
            </a:extLst>
          </p:cNvPr>
          <p:cNvGraphicFramePr/>
          <p:nvPr/>
        </p:nvGraphicFramePr>
        <p:xfrm>
          <a:off x="6276975" y="2238375"/>
          <a:ext cx="5305425" cy="2952750"/>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o">
            <a:extLst>
              <a:ext uri="{FF2B5EF4-FFF2-40B4-BE49-F238E27FC236}">
                <a16:creationId xmlns:a16="http://schemas.microsoft.com/office/drawing/2014/main" id="{74B37661-9592-4922-B755-F4DBB4CF2D50}"/>
              </a:ext>
            </a:extLst>
          </p:cNvPr>
          <p:cNvSpPr>
            <a:spLocks noGrp="1"/>
          </p:cNvSpPr>
          <p:nvPr/>
        </p:nvSpPr>
        <p:spPr>
          <a:xfrm>
            <a:off x="609600" y="5486400"/>
            <a:ext cx="10972800" cy="542925"/>
          </a:xfrm>
          <a:prstGeom prst="rect">
            <a:avLst/>
          </a:prstGeom>
          <a:noFill/>
          <a:ln w="0">
            <a:noFill/>
            <a:prstDash val="solid"/>
          </a:ln>
        </p:spPr>
        <p:txBody>
          <a:bodyPr wrap="square" lIns="0" tIns="0" rIns="0" bIns="0" anchor="t">
            <a:noAutofit/>
          </a:bodyPr>
          <a:lstStyle>
            <a:defPPr algn="l">
              <a:defRPr sz="2325" b="1">
                <a:solidFill>
                  <a:srgbClr val="087F88"/>
                </a:solidFill>
                <a:latin typeface="DejaVu Sans"/>
                <a:ea typeface="DejaVu Sans"/>
                <a:cs typeface="DejaVu Sans"/>
              </a:defRPr>
            </a:defPPr>
            <a:lvl1pPr algn="l">
              <a:defRPr sz="2325" b="1">
                <a:solidFill>
                  <a:srgbClr val="087F88"/>
                </a:solidFill>
                <a:latin typeface="DejaVu Sans"/>
                <a:ea typeface="DejaVu Sans"/>
                <a:cs typeface="DejaVu Sans"/>
              </a:defRPr>
            </a:lvl1pPr>
            <a:lvl2pPr algn="l">
              <a:defRPr sz="2325" b="1">
                <a:solidFill>
                  <a:srgbClr val="087F88"/>
                </a:solidFill>
                <a:latin typeface="DejaVu Sans"/>
                <a:ea typeface="DejaVu Sans"/>
                <a:cs typeface="DejaVu Sans"/>
              </a:defRPr>
            </a:lvl2pPr>
            <a:lvl3pPr algn="l">
              <a:defRPr sz="2325" b="1">
                <a:solidFill>
                  <a:srgbClr val="087F88"/>
                </a:solidFill>
                <a:latin typeface="DejaVu Sans"/>
                <a:ea typeface="DejaVu Sans"/>
                <a:cs typeface="DejaVu Sans"/>
              </a:defRPr>
            </a:lvl3pPr>
            <a:lvl4pPr algn="l">
              <a:defRPr sz="2325" b="1">
                <a:solidFill>
                  <a:srgbClr val="087F88"/>
                </a:solidFill>
                <a:latin typeface="DejaVu Sans"/>
                <a:ea typeface="DejaVu Sans"/>
                <a:cs typeface="DejaVu Sans"/>
              </a:defRPr>
            </a:lvl4pPr>
            <a:lvl5pPr algn="l">
              <a:defRPr sz="2325" b="1">
                <a:solidFill>
                  <a:srgbClr val="087F88"/>
                </a:solidFill>
                <a:latin typeface="DejaVu Sans"/>
                <a:ea typeface="DejaVu Sans"/>
                <a:cs typeface="DejaVu Sans"/>
              </a:defRPr>
            </a:lvl5pPr>
            <a:lvl6pPr algn="l">
              <a:defRPr sz="2325" b="1">
                <a:solidFill>
                  <a:srgbClr val="087F88"/>
                </a:solidFill>
                <a:latin typeface="DejaVu Sans"/>
                <a:ea typeface="DejaVu Sans"/>
                <a:cs typeface="DejaVu Sans"/>
              </a:defRPr>
            </a:lvl6pPr>
            <a:lvl7pPr algn="l">
              <a:defRPr sz="2325" b="1">
                <a:solidFill>
                  <a:srgbClr val="087F88"/>
                </a:solidFill>
                <a:latin typeface="DejaVu Sans"/>
                <a:ea typeface="DejaVu Sans"/>
                <a:cs typeface="DejaVu Sans"/>
              </a:defRPr>
            </a:lvl7pPr>
            <a:lvl8pPr algn="l">
              <a:defRPr sz="2325" b="1">
                <a:solidFill>
                  <a:srgbClr val="087F88"/>
                </a:solidFill>
                <a:latin typeface="DejaVu Sans"/>
                <a:ea typeface="DejaVu Sans"/>
                <a:cs typeface="DejaVu Sans"/>
              </a:defRPr>
            </a:lvl8pPr>
            <a:lvl9pPr algn="l">
              <a:defRPr sz="2325" b="1">
                <a:solidFill>
                  <a:srgbClr val="087F88"/>
                </a:solidFill>
                <a:latin typeface="DejaVu Sans"/>
                <a:ea typeface="DejaVu Sans"/>
                <a:cs typeface="DejaVu Sans"/>
              </a:defRPr>
            </a:lvl9pPr>
          </a:lstStyle>
          <a:p>
            <a:pPr algn="l">
              <a:defRPr sz="2325" b="1">
                <a:solidFill>
                  <a:srgbClr val="087F88"/>
                </a:solidFill>
                <a:latin typeface="DejaVu Sans"/>
                <a:ea typeface="DejaVu Sans"/>
                <a:cs typeface="DejaVu Sans"/>
              </a:defRPr>
            </a:pPr>
            <a:r>
              <a:rPr sz="2325" b="1">
                <a:solidFill>
                  <a:srgbClr val="087F88"/>
                </a:solidFill>
                <a:latin typeface="DejaVu Sans"/>
                <a:ea typeface="DejaVu Sans"/>
                <a:cs typeface="DejaVu Sans"/>
              </a:rPr>
              <a:t>Q90 = 8,62 m³/s: igualada ou excedida em 90% dos dias.</a:t>
            </a:r>
          </a:p>
        </p:txBody>
      </p:sp>
    </p:spTree>
    <p:extLst>
      <p:ext uri="{BB962C8B-B14F-4D97-AF65-F5344CB8AC3E}">
        <p14:creationId xmlns:p14="http://schemas.microsoft.com/office/powerpoint/2010/main" val="9331825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1" name="texto">
            <a:extLst>
              <a:ext uri="{FF2B5EF4-FFF2-40B4-BE49-F238E27FC236}">
                <a16:creationId xmlns:a16="http://schemas.microsoft.com/office/drawing/2014/main" id="{79955D48-F4C6-4A84-8C53-2EC8764B7513}"/>
              </a:ext>
            </a:extLst>
          </p:cNvPr>
          <p:cNvSpPr>
            <a:spLocks noGrp="1"/>
          </p:cNvSpPr>
          <p:nvPr/>
        </p:nvSpPr>
        <p:spPr>
          <a:xfrm>
            <a:off x="609600" y="285750"/>
            <a:ext cx="10668000" cy="247650"/>
          </a:xfrm>
          <a:prstGeom prst="rect">
            <a:avLst/>
          </a:prstGeom>
          <a:noFill/>
          <a:ln w="0">
            <a:noFill/>
            <a:prstDash val="solid"/>
          </a:ln>
        </p:spPr>
        <p:txBody>
          <a:bodyPr wrap="square" lIns="0" tIns="0" rIns="0" bIns="0" anchor="t">
            <a:noAutofit/>
          </a:bodyPr>
          <a:lstStyle>
            <a:defPPr algn="l">
              <a:defRPr sz="1275" b="1">
                <a:solidFill>
                  <a:srgbClr val="087F88"/>
                </a:solidFill>
                <a:latin typeface="DejaVu Sans"/>
                <a:ea typeface="DejaVu Sans"/>
                <a:cs typeface="DejaVu Sans"/>
              </a:defRPr>
            </a:defPPr>
            <a:lvl1pPr algn="l">
              <a:defRPr sz="1275" b="1">
                <a:solidFill>
                  <a:srgbClr val="087F88"/>
                </a:solidFill>
                <a:latin typeface="DejaVu Sans"/>
                <a:ea typeface="DejaVu Sans"/>
                <a:cs typeface="DejaVu Sans"/>
              </a:defRPr>
            </a:lvl1pPr>
            <a:lvl2pPr algn="l">
              <a:defRPr sz="1275" b="1">
                <a:solidFill>
                  <a:srgbClr val="087F88"/>
                </a:solidFill>
                <a:latin typeface="DejaVu Sans"/>
                <a:ea typeface="DejaVu Sans"/>
                <a:cs typeface="DejaVu Sans"/>
              </a:defRPr>
            </a:lvl2pPr>
            <a:lvl3pPr algn="l">
              <a:defRPr sz="1275" b="1">
                <a:solidFill>
                  <a:srgbClr val="087F88"/>
                </a:solidFill>
                <a:latin typeface="DejaVu Sans"/>
                <a:ea typeface="DejaVu Sans"/>
                <a:cs typeface="DejaVu Sans"/>
              </a:defRPr>
            </a:lvl3pPr>
            <a:lvl4pPr algn="l">
              <a:defRPr sz="1275" b="1">
                <a:solidFill>
                  <a:srgbClr val="087F88"/>
                </a:solidFill>
                <a:latin typeface="DejaVu Sans"/>
                <a:ea typeface="DejaVu Sans"/>
                <a:cs typeface="DejaVu Sans"/>
              </a:defRPr>
            </a:lvl4pPr>
            <a:lvl5pPr algn="l">
              <a:defRPr sz="1275" b="1">
                <a:solidFill>
                  <a:srgbClr val="087F88"/>
                </a:solidFill>
                <a:latin typeface="DejaVu Sans"/>
                <a:ea typeface="DejaVu Sans"/>
                <a:cs typeface="DejaVu Sans"/>
              </a:defRPr>
            </a:lvl5pPr>
            <a:lvl6pPr algn="l">
              <a:defRPr sz="1275" b="1">
                <a:solidFill>
                  <a:srgbClr val="087F88"/>
                </a:solidFill>
                <a:latin typeface="DejaVu Sans"/>
                <a:ea typeface="DejaVu Sans"/>
                <a:cs typeface="DejaVu Sans"/>
              </a:defRPr>
            </a:lvl6pPr>
            <a:lvl7pPr algn="l">
              <a:defRPr sz="1275" b="1">
                <a:solidFill>
                  <a:srgbClr val="087F88"/>
                </a:solidFill>
                <a:latin typeface="DejaVu Sans"/>
                <a:ea typeface="DejaVu Sans"/>
                <a:cs typeface="DejaVu Sans"/>
              </a:defRPr>
            </a:lvl7pPr>
            <a:lvl8pPr algn="l">
              <a:defRPr sz="1275" b="1">
                <a:solidFill>
                  <a:srgbClr val="087F88"/>
                </a:solidFill>
                <a:latin typeface="DejaVu Sans"/>
                <a:ea typeface="DejaVu Sans"/>
                <a:cs typeface="DejaVu Sans"/>
              </a:defRPr>
            </a:lvl8pPr>
            <a:lvl9pPr algn="l">
              <a:defRPr sz="1275" b="1">
                <a:solidFill>
                  <a:srgbClr val="087F88"/>
                </a:solidFill>
                <a:latin typeface="DejaVu Sans"/>
                <a:ea typeface="DejaVu Sans"/>
                <a:cs typeface="DejaVu Sans"/>
              </a:defRPr>
            </a:lvl9pPr>
          </a:lstStyle>
          <a:p>
            <a:pPr algn="l">
              <a:defRPr sz="1275" b="1">
                <a:solidFill>
                  <a:srgbClr val="087F88"/>
                </a:solidFill>
                <a:latin typeface="DejaVu Sans"/>
                <a:ea typeface="DejaVu Sans"/>
                <a:cs typeface="DejaVu Sans"/>
              </a:defRPr>
            </a:pPr>
            <a:r>
              <a:rPr sz="1275" b="1">
                <a:solidFill>
                  <a:srgbClr val="087F88"/>
                </a:solidFill>
                <a:latin typeface="DejaVu Sans"/>
                <a:ea typeface="DejaVu Sans"/>
                <a:cs typeface="DejaVu Sans"/>
              </a:rPr>
              <a:t>SÉRIE DIÁRIA E FREQUÊNCIA ANUAL</a:t>
            </a:r>
          </a:p>
        </p:txBody>
      </p:sp>
      <p:sp>
        <p:nvSpPr>
          <p:cNvPr id="2" name="texto">
            <a:extLst>
              <a:ext uri="{FF2B5EF4-FFF2-40B4-BE49-F238E27FC236}">
                <a16:creationId xmlns:a16="http://schemas.microsoft.com/office/drawing/2014/main" id="{3485B6EA-F588-4BED-93F6-CF2B4E84BD1B}"/>
              </a:ext>
            </a:extLst>
          </p:cNvPr>
          <p:cNvSpPr>
            <a:spLocks noGrp="1"/>
          </p:cNvSpPr>
          <p:nvPr/>
        </p:nvSpPr>
        <p:spPr>
          <a:xfrm>
            <a:off x="609600" y="685800"/>
            <a:ext cx="10972800" cy="1028700"/>
          </a:xfrm>
          <a:prstGeom prst="rect">
            <a:avLst/>
          </a:prstGeom>
          <a:noFill/>
          <a:ln w="0">
            <a:noFill/>
            <a:prstDash val="solid"/>
          </a:ln>
        </p:spPr>
        <p:txBody>
          <a:bodyPr wrap="square" lIns="0" tIns="0" rIns="0" bIns="0" anchor="t">
            <a:noAutofit/>
          </a:bodyPr>
          <a:lstStyle>
            <a:defPPr algn="l">
              <a:defRPr sz="3225" b="1">
                <a:solidFill>
                  <a:srgbClr val="123247"/>
                </a:solidFill>
                <a:latin typeface="DejaVu Sans"/>
                <a:ea typeface="DejaVu Sans"/>
                <a:cs typeface="DejaVu Sans"/>
              </a:defRPr>
            </a:defPPr>
            <a:lvl1pPr algn="l">
              <a:defRPr sz="3225" b="1">
                <a:solidFill>
                  <a:srgbClr val="123247"/>
                </a:solidFill>
                <a:latin typeface="DejaVu Sans"/>
                <a:ea typeface="DejaVu Sans"/>
                <a:cs typeface="DejaVu Sans"/>
              </a:defRPr>
            </a:lvl1pPr>
            <a:lvl2pPr algn="l">
              <a:defRPr sz="3225" b="1">
                <a:solidFill>
                  <a:srgbClr val="123247"/>
                </a:solidFill>
                <a:latin typeface="DejaVu Sans"/>
                <a:ea typeface="DejaVu Sans"/>
                <a:cs typeface="DejaVu Sans"/>
              </a:defRPr>
            </a:lvl2pPr>
            <a:lvl3pPr algn="l">
              <a:defRPr sz="3225" b="1">
                <a:solidFill>
                  <a:srgbClr val="123247"/>
                </a:solidFill>
                <a:latin typeface="DejaVu Sans"/>
                <a:ea typeface="DejaVu Sans"/>
                <a:cs typeface="DejaVu Sans"/>
              </a:defRPr>
            </a:lvl3pPr>
            <a:lvl4pPr algn="l">
              <a:defRPr sz="3225" b="1">
                <a:solidFill>
                  <a:srgbClr val="123247"/>
                </a:solidFill>
                <a:latin typeface="DejaVu Sans"/>
                <a:ea typeface="DejaVu Sans"/>
                <a:cs typeface="DejaVu Sans"/>
              </a:defRPr>
            </a:lvl4pPr>
            <a:lvl5pPr algn="l">
              <a:defRPr sz="3225" b="1">
                <a:solidFill>
                  <a:srgbClr val="123247"/>
                </a:solidFill>
                <a:latin typeface="DejaVu Sans"/>
                <a:ea typeface="DejaVu Sans"/>
                <a:cs typeface="DejaVu Sans"/>
              </a:defRPr>
            </a:lvl5pPr>
            <a:lvl6pPr algn="l">
              <a:defRPr sz="3225" b="1">
                <a:solidFill>
                  <a:srgbClr val="123247"/>
                </a:solidFill>
                <a:latin typeface="DejaVu Sans"/>
                <a:ea typeface="DejaVu Sans"/>
                <a:cs typeface="DejaVu Sans"/>
              </a:defRPr>
            </a:lvl6pPr>
            <a:lvl7pPr algn="l">
              <a:defRPr sz="3225" b="1">
                <a:solidFill>
                  <a:srgbClr val="123247"/>
                </a:solidFill>
                <a:latin typeface="DejaVu Sans"/>
                <a:ea typeface="DejaVu Sans"/>
                <a:cs typeface="DejaVu Sans"/>
              </a:defRPr>
            </a:lvl7pPr>
            <a:lvl8pPr algn="l">
              <a:defRPr sz="3225" b="1">
                <a:solidFill>
                  <a:srgbClr val="123247"/>
                </a:solidFill>
                <a:latin typeface="DejaVu Sans"/>
                <a:ea typeface="DejaVu Sans"/>
                <a:cs typeface="DejaVu Sans"/>
              </a:defRPr>
            </a:lvl8pPr>
            <a:lvl9pPr algn="l">
              <a:defRPr sz="3225" b="1">
                <a:solidFill>
                  <a:srgbClr val="123247"/>
                </a:solidFill>
                <a:latin typeface="DejaVu Sans"/>
                <a:ea typeface="DejaVu Sans"/>
                <a:cs typeface="DejaVu Sans"/>
              </a:defRPr>
            </a:lvl9pPr>
          </a:lstStyle>
          <a:p>
            <a:pPr algn="l">
              <a:defRPr sz="3225" b="1">
                <a:solidFill>
                  <a:srgbClr val="123247"/>
                </a:solidFill>
                <a:latin typeface="DejaVu Sans"/>
                <a:ea typeface="DejaVu Sans"/>
                <a:cs typeface="DejaVu Sans"/>
              </a:defRPr>
            </a:pPr>
            <a:r>
              <a:rPr sz="3225" b="1">
                <a:solidFill>
                  <a:srgbClr val="123247"/>
                </a:solidFill>
                <a:latin typeface="DejaVu Sans"/>
                <a:ea typeface="DejaVu Sans"/>
                <a:cs typeface="DejaVu Sans"/>
              </a:rPr>
              <a:t>Série de máximas diárias anuais</a:t>
            </a:r>
          </a:p>
        </p:txBody>
      </p:sp>
      <p:sp>
        <p:nvSpPr>
          <p:cNvPr id="3" name="texto">
            <a:extLst>
              <a:ext uri="{FF2B5EF4-FFF2-40B4-BE49-F238E27FC236}">
                <a16:creationId xmlns:a16="http://schemas.microsoft.com/office/drawing/2014/main" id="{4040A3C6-C2EC-40D6-85BC-7FA6219D578F}"/>
              </a:ext>
            </a:extLst>
          </p:cNvPr>
          <p:cNvSpPr>
            <a:spLocks noGrp="1"/>
          </p:cNvSpPr>
          <p:nvPr/>
        </p:nvSpPr>
        <p:spPr>
          <a:xfrm>
            <a:off x="609600" y="6096000"/>
            <a:ext cx="10763250" cy="228600"/>
          </a:xfrm>
          <a:prstGeom prst="rect">
            <a:avLst/>
          </a:prstGeom>
          <a:noFill/>
          <a:ln w="0">
            <a:noFill/>
            <a:prstDash val="solid"/>
          </a:ln>
        </p:spPr>
        <p:txBody>
          <a:bodyPr wrap="square" lIns="0" tIns="0" rIns="0" bIns="0" anchor="t">
            <a:noAutofit/>
          </a:bodyPr>
          <a:lstStyle>
            <a:defPPr algn="l">
              <a:defRPr sz="1050" b="0">
                <a:solidFill>
                  <a:srgbClr val="526873"/>
                </a:solidFill>
                <a:latin typeface="DejaVu Sans"/>
                <a:ea typeface="DejaVu Sans"/>
                <a:cs typeface="DejaVu Sans"/>
              </a:defRPr>
            </a:defPPr>
            <a:lvl1pPr algn="l">
              <a:defRPr sz="1050" b="0">
                <a:solidFill>
                  <a:srgbClr val="526873"/>
                </a:solidFill>
                <a:latin typeface="DejaVu Sans"/>
                <a:ea typeface="DejaVu Sans"/>
                <a:cs typeface="DejaVu Sans"/>
              </a:defRPr>
            </a:lvl1pPr>
            <a:lvl2pPr algn="l">
              <a:defRPr sz="1050" b="0">
                <a:solidFill>
                  <a:srgbClr val="526873"/>
                </a:solidFill>
                <a:latin typeface="DejaVu Sans"/>
                <a:ea typeface="DejaVu Sans"/>
                <a:cs typeface="DejaVu Sans"/>
              </a:defRPr>
            </a:lvl2pPr>
            <a:lvl3pPr algn="l">
              <a:defRPr sz="1050" b="0">
                <a:solidFill>
                  <a:srgbClr val="526873"/>
                </a:solidFill>
                <a:latin typeface="DejaVu Sans"/>
                <a:ea typeface="DejaVu Sans"/>
                <a:cs typeface="DejaVu Sans"/>
              </a:defRPr>
            </a:lvl3pPr>
            <a:lvl4pPr algn="l">
              <a:defRPr sz="1050" b="0">
                <a:solidFill>
                  <a:srgbClr val="526873"/>
                </a:solidFill>
                <a:latin typeface="DejaVu Sans"/>
                <a:ea typeface="DejaVu Sans"/>
                <a:cs typeface="DejaVu Sans"/>
              </a:defRPr>
            </a:lvl4pPr>
            <a:lvl5pPr algn="l">
              <a:defRPr sz="1050" b="0">
                <a:solidFill>
                  <a:srgbClr val="526873"/>
                </a:solidFill>
                <a:latin typeface="DejaVu Sans"/>
                <a:ea typeface="DejaVu Sans"/>
                <a:cs typeface="DejaVu Sans"/>
              </a:defRPr>
            </a:lvl5pPr>
            <a:lvl6pPr algn="l">
              <a:defRPr sz="1050" b="0">
                <a:solidFill>
                  <a:srgbClr val="526873"/>
                </a:solidFill>
                <a:latin typeface="DejaVu Sans"/>
                <a:ea typeface="DejaVu Sans"/>
                <a:cs typeface="DejaVu Sans"/>
              </a:defRPr>
            </a:lvl6pPr>
            <a:lvl7pPr algn="l">
              <a:defRPr sz="1050" b="0">
                <a:solidFill>
                  <a:srgbClr val="526873"/>
                </a:solidFill>
                <a:latin typeface="DejaVu Sans"/>
                <a:ea typeface="DejaVu Sans"/>
                <a:cs typeface="DejaVu Sans"/>
              </a:defRPr>
            </a:lvl7pPr>
            <a:lvl8pPr algn="l">
              <a:defRPr sz="1050" b="0">
                <a:solidFill>
                  <a:srgbClr val="526873"/>
                </a:solidFill>
                <a:latin typeface="DejaVu Sans"/>
                <a:ea typeface="DejaVu Sans"/>
                <a:cs typeface="DejaVu Sans"/>
              </a:defRPr>
            </a:lvl8pPr>
            <a:lvl9pPr algn="l">
              <a:defRPr sz="1050" b="0">
                <a:solidFill>
                  <a:srgbClr val="526873"/>
                </a:solidFill>
                <a:latin typeface="DejaVu Sans"/>
                <a:ea typeface="DejaVu Sans"/>
                <a:cs typeface="DejaVu Sans"/>
              </a:defRPr>
            </a:lvl9pPr>
          </a:lstStyle>
          <a:p>
            <a:pPr algn="l">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EXEMPLO SINTÉTICO · elaboração didática · três anos servem apenas para ilustrar a extração; não sustentam extrapolações de frequência.</a:t>
            </a:r>
          </a:p>
        </p:txBody>
      </p:sp>
      <p:sp>
        <p:nvSpPr>
          <p:cNvPr id="4" name="Straight Connector 3">
            <a:extLst>
              <a:ext uri="{FF2B5EF4-FFF2-40B4-BE49-F238E27FC236}">
                <a16:creationId xmlns:a16="http://schemas.microsoft.com/office/drawing/2014/main" id="{1D366690-9426-4B1C-B38D-5F849785E732}"/>
              </a:ext>
            </a:extLst>
          </p:cNvPr>
          <p:cNvSpPr>
            <a:spLocks noGrp="1"/>
          </p:cNvSpPr>
          <p:nvPr/>
        </p:nvSpPr>
        <p:spPr>
          <a:xfrm>
            <a:off x="609600" y="6438900"/>
            <a:ext cx="10972800" cy="0"/>
          </a:xfrm>
          <a:prstGeom prst="line">
            <a:avLst/>
          </a:prstGeom>
          <a:noFill/>
          <a:ln w="9525">
            <a:solidFill>
              <a:srgbClr val="DCE3E3"/>
            </a:solidFill>
            <a:prstDash val="solid"/>
          </a:ln>
        </p:spPr>
        <p:txBody>
          <a:bodyPr/>
          <a:lstStyle/>
          <a:p>
            <a:endParaRPr lang="en-GB"/>
          </a:p>
        </p:txBody>
      </p:sp>
      <p:sp>
        <p:nvSpPr>
          <p:cNvPr id="5" name="texto">
            <a:extLst>
              <a:ext uri="{FF2B5EF4-FFF2-40B4-BE49-F238E27FC236}">
                <a16:creationId xmlns:a16="http://schemas.microsoft.com/office/drawing/2014/main" id="{9F35A6C6-39D8-41AC-A591-CB75D236FC0E}"/>
              </a:ext>
            </a:extLst>
          </p:cNvPr>
          <p:cNvSpPr>
            <a:spLocks noGrp="1"/>
          </p:cNvSpPr>
          <p:nvPr/>
        </p:nvSpPr>
        <p:spPr>
          <a:xfrm>
            <a:off x="609600" y="6543675"/>
            <a:ext cx="8572500" cy="190500"/>
          </a:xfrm>
          <a:prstGeom prst="rect">
            <a:avLst/>
          </a:prstGeom>
          <a:noFill/>
          <a:ln w="0">
            <a:noFill/>
            <a:prstDash val="solid"/>
          </a:ln>
        </p:spPr>
        <p:txBody>
          <a:bodyPr wrap="square" lIns="0" tIns="0" rIns="0" bIns="0" anchor="t">
            <a:noAutofit/>
          </a:bodyPr>
          <a:lstStyle>
            <a:defPPr algn="l">
              <a:defRPr sz="975" b="0">
                <a:solidFill>
                  <a:srgbClr val="526873"/>
                </a:solidFill>
                <a:latin typeface="DejaVu Sans"/>
                <a:ea typeface="DejaVu Sans"/>
                <a:cs typeface="DejaVu Sans"/>
              </a:defRPr>
            </a:defPPr>
            <a:lvl1pPr algn="l">
              <a:defRPr sz="975" b="0">
                <a:solidFill>
                  <a:srgbClr val="526873"/>
                </a:solidFill>
                <a:latin typeface="DejaVu Sans"/>
                <a:ea typeface="DejaVu Sans"/>
                <a:cs typeface="DejaVu Sans"/>
              </a:defRPr>
            </a:lvl1pPr>
            <a:lvl2pPr algn="l">
              <a:defRPr sz="975" b="0">
                <a:solidFill>
                  <a:srgbClr val="526873"/>
                </a:solidFill>
                <a:latin typeface="DejaVu Sans"/>
                <a:ea typeface="DejaVu Sans"/>
                <a:cs typeface="DejaVu Sans"/>
              </a:defRPr>
            </a:lvl2pPr>
            <a:lvl3pPr algn="l">
              <a:defRPr sz="975" b="0">
                <a:solidFill>
                  <a:srgbClr val="526873"/>
                </a:solidFill>
                <a:latin typeface="DejaVu Sans"/>
                <a:ea typeface="DejaVu Sans"/>
                <a:cs typeface="DejaVu Sans"/>
              </a:defRPr>
            </a:lvl3pPr>
            <a:lvl4pPr algn="l">
              <a:defRPr sz="975" b="0">
                <a:solidFill>
                  <a:srgbClr val="526873"/>
                </a:solidFill>
                <a:latin typeface="DejaVu Sans"/>
                <a:ea typeface="DejaVu Sans"/>
                <a:cs typeface="DejaVu Sans"/>
              </a:defRPr>
            </a:lvl4pPr>
            <a:lvl5pPr algn="l">
              <a:defRPr sz="975" b="0">
                <a:solidFill>
                  <a:srgbClr val="526873"/>
                </a:solidFill>
                <a:latin typeface="DejaVu Sans"/>
                <a:ea typeface="DejaVu Sans"/>
                <a:cs typeface="DejaVu Sans"/>
              </a:defRPr>
            </a:lvl5pPr>
            <a:lvl6pPr algn="l">
              <a:defRPr sz="975" b="0">
                <a:solidFill>
                  <a:srgbClr val="526873"/>
                </a:solidFill>
                <a:latin typeface="DejaVu Sans"/>
                <a:ea typeface="DejaVu Sans"/>
                <a:cs typeface="DejaVu Sans"/>
              </a:defRPr>
            </a:lvl6pPr>
            <a:lvl7pPr algn="l">
              <a:defRPr sz="975" b="0">
                <a:solidFill>
                  <a:srgbClr val="526873"/>
                </a:solidFill>
                <a:latin typeface="DejaVu Sans"/>
                <a:ea typeface="DejaVu Sans"/>
                <a:cs typeface="DejaVu Sans"/>
              </a:defRPr>
            </a:lvl7pPr>
            <a:lvl8pPr algn="l">
              <a:defRPr sz="975" b="0">
                <a:solidFill>
                  <a:srgbClr val="526873"/>
                </a:solidFill>
                <a:latin typeface="DejaVu Sans"/>
                <a:ea typeface="DejaVu Sans"/>
                <a:cs typeface="DejaVu Sans"/>
              </a:defRPr>
            </a:lvl8pPr>
            <a:lvl9pPr algn="l">
              <a:defRPr sz="975" b="0">
                <a:solidFill>
                  <a:srgbClr val="526873"/>
                </a:solidFill>
                <a:latin typeface="DejaVu Sans"/>
                <a:ea typeface="DejaVu Sans"/>
                <a:cs typeface="DejaVu Sans"/>
              </a:defRPr>
            </a:lvl9pPr>
          </a:lstStyle>
          <a:p>
            <a:pPr algn="l">
              <a:defRPr sz="975" b="0">
                <a:solidFill>
                  <a:srgbClr val="526873"/>
                </a:solidFill>
                <a:latin typeface="DejaVu Sans"/>
                <a:ea typeface="DejaVu Sans"/>
                <a:cs typeface="DejaVu Sans"/>
              </a:defRPr>
            </a:pPr>
            <a:r>
              <a:rPr sz="975" b="0">
                <a:solidFill>
                  <a:srgbClr val="526873"/>
                </a:solidFill>
                <a:latin typeface="DejaVu Sans"/>
                <a:ea typeface="DejaVu Sans"/>
                <a:cs typeface="DejaVu Sans"/>
              </a:rPr>
              <a:t>REGIONALIZAÇÃO DE VAZÕES</a:t>
            </a:r>
          </a:p>
        </p:txBody>
      </p:sp>
      <p:sp>
        <p:nvSpPr>
          <p:cNvPr id="6" name="texto">
            <a:extLst>
              <a:ext uri="{FF2B5EF4-FFF2-40B4-BE49-F238E27FC236}">
                <a16:creationId xmlns:a16="http://schemas.microsoft.com/office/drawing/2014/main" id="{979D08A0-90D0-4476-B9B2-79B061B97356}"/>
              </a:ext>
            </a:extLst>
          </p:cNvPr>
          <p:cNvSpPr>
            <a:spLocks noGrp="1"/>
          </p:cNvSpPr>
          <p:nvPr/>
        </p:nvSpPr>
        <p:spPr>
          <a:xfrm>
            <a:off x="10620375" y="6534150"/>
            <a:ext cx="962025" cy="209550"/>
          </a:xfrm>
          <a:prstGeom prst="rect">
            <a:avLst/>
          </a:prstGeom>
          <a:noFill/>
          <a:ln w="0">
            <a:noFill/>
            <a:prstDash val="solid"/>
          </a:ln>
        </p:spPr>
        <p:txBody>
          <a:bodyPr wrap="square" lIns="0" tIns="0" rIns="0" bIns="0" anchor="t">
            <a:noAutofit/>
          </a:bodyPr>
          <a:lstStyle>
            <a:defPPr algn="r">
              <a:defRPr sz="1050" b="0">
                <a:solidFill>
                  <a:srgbClr val="526873"/>
                </a:solidFill>
                <a:latin typeface="DejaVu Sans"/>
                <a:ea typeface="DejaVu Sans"/>
                <a:cs typeface="DejaVu Sans"/>
              </a:defRPr>
            </a:defPPr>
            <a:lvl1pPr algn="r">
              <a:defRPr sz="1050" b="0">
                <a:solidFill>
                  <a:srgbClr val="526873"/>
                </a:solidFill>
                <a:latin typeface="DejaVu Sans"/>
                <a:ea typeface="DejaVu Sans"/>
                <a:cs typeface="DejaVu Sans"/>
              </a:defRPr>
            </a:lvl1pPr>
            <a:lvl2pPr algn="r">
              <a:defRPr sz="1050" b="0">
                <a:solidFill>
                  <a:srgbClr val="526873"/>
                </a:solidFill>
                <a:latin typeface="DejaVu Sans"/>
                <a:ea typeface="DejaVu Sans"/>
                <a:cs typeface="DejaVu Sans"/>
              </a:defRPr>
            </a:lvl2pPr>
            <a:lvl3pPr algn="r">
              <a:defRPr sz="1050" b="0">
                <a:solidFill>
                  <a:srgbClr val="526873"/>
                </a:solidFill>
                <a:latin typeface="DejaVu Sans"/>
                <a:ea typeface="DejaVu Sans"/>
                <a:cs typeface="DejaVu Sans"/>
              </a:defRPr>
            </a:lvl3pPr>
            <a:lvl4pPr algn="r">
              <a:defRPr sz="1050" b="0">
                <a:solidFill>
                  <a:srgbClr val="526873"/>
                </a:solidFill>
                <a:latin typeface="DejaVu Sans"/>
                <a:ea typeface="DejaVu Sans"/>
                <a:cs typeface="DejaVu Sans"/>
              </a:defRPr>
            </a:lvl4pPr>
            <a:lvl5pPr algn="r">
              <a:defRPr sz="1050" b="0">
                <a:solidFill>
                  <a:srgbClr val="526873"/>
                </a:solidFill>
                <a:latin typeface="DejaVu Sans"/>
                <a:ea typeface="DejaVu Sans"/>
                <a:cs typeface="DejaVu Sans"/>
              </a:defRPr>
            </a:lvl5pPr>
            <a:lvl6pPr algn="r">
              <a:defRPr sz="1050" b="0">
                <a:solidFill>
                  <a:srgbClr val="526873"/>
                </a:solidFill>
                <a:latin typeface="DejaVu Sans"/>
                <a:ea typeface="DejaVu Sans"/>
                <a:cs typeface="DejaVu Sans"/>
              </a:defRPr>
            </a:lvl6pPr>
            <a:lvl7pPr algn="r">
              <a:defRPr sz="1050" b="0">
                <a:solidFill>
                  <a:srgbClr val="526873"/>
                </a:solidFill>
                <a:latin typeface="DejaVu Sans"/>
                <a:ea typeface="DejaVu Sans"/>
                <a:cs typeface="DejaVu Sans"/>
              </a:defRPr>
            </a:lvl7pPr>
            <a:lvl8pPr algn="r">
              <a:defRPr sz="1050" b="0">
                <a:solidFill>
                  <a:srgbClr val="526873"/>
                </a:solidFill>
                <a:latin typeface="DejaVu Sans"/>
                <a:ea typeface="DejaVu Sans"/>
                <a:cs typeface="DejaVu Sans"/>
              </a:defRPr>
            </a:lvl8pPr>
            <a:lvl9pPr algn="r">
              <a:defRPr sz="1050" b="0">
                <a:solidFill>
                  <a:srgbClr val="526873"/>
                </a:solidFill>
                <a:latin typeface="DejaVu Sans"/>
                <a:ea typeface="DejaVu Sans"/>
                <a:cs typeface="DejaVu Sans"/>
              </a:defRPr>
            </a:lvl9pPr>
          </a:lstStyle>
          <a:p>
            <a:pPr algn="r">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06 / 38</a:t>
            </a:r>
          </a:p>
        </p:txBody>
      </p:sp>
      <p:graphicFrame>
        <p:nvGraphicFramePr>
          <p:cNvPr id="7" name="Chart">
            <a:extLst>
              <a:ext uri="{FF2B5EF4-FFF2-40B4-BE49-F238E27FC236}">
                <a16:creationId xmlns:a16="http://schemas.microsoft.com/office/drawing/2014/main" id="{50ABAA8B-A95C-4CD7-9118-A476EB34CF2A}"/>
              </a:ext>
            </a:extLst>
          </p:cNvPr>
          <p:cNvGraphicFramePr/>
          <p:nvPr/>
        </p:nvGraphicFramePr>
        <p:xfrm>
          <a:off x="609600" y="1743075"/>
          <a:ext cx="10972800" cy="276225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o">
            <a:extLst>
              <a:ext uri="{FF2B5EF4-FFF2-40B4-BE49-F238E27FC236}">
                <a16:creationId xmlns:a16="http://schemas.microsoft.com/office/drawing/2014/main" id="{E423265E-5A0B-47CB-A744-F8C66AE72C9E}"/>
              </a:ext>
            </a:extLst>
          </p:cNvPr>
          <p:cNvSpPr>
            <a:spLocks noGrp="1"/>
          </p:cNvSpPr>
          <p:nvPr/>
        </p:nvSpPr>
        <p:spPr>
          <a:xfrm>
            <a:off x="609600" y="4733925"/>
            <a:ext cx="6743700" cy="514350"/>
          </a:xfrm>
          <a:prstGeom prst="rect">
            <a:avLst/>
          </a:prstGeom>
          <a:noFill/>
          <a:ln w="0">
            <a:noFill/>
            <a:prstDash val="solid"/>
          </a:ln>
        </p:spPr>
        <p:txBody>
          <a:bodyPr wrap="square" lIns="0" tIns="0" rIns="0" bIns="0" anchor="t">
            <a:noAutofit/>
          </a:bodyPr>
          <a:lstStyle>
            <a:defPPr algn="l">
              <a:defRPr sz="2475" b="1">
                <a:solidFill>
                  <a:srgbClr val="123247"/>
                </a:solidFill>
                <a:latin typeface="DejaVu Sans"/>
                <a:ea typeface="DejaVu Sans"/>
                <a:cs typeface="DejaVu Sans"/>
              </a:defRPr>
            </a:defPPr>
            <a:lvl1pPr algn="l">
              <a:defRPr sz="2475" b="1">
                <a:solidFill>
                  <a:srgbClr val="123247"/>
                </a:solidFill>
                <a:latin typeface="DejaVu Sans"/>
                <a:ea typeface="DejaVu Sans"/>
                <a:cs typeface="DejaVu Sans"/>
              </a:defRPr>
            </a:lvl1pPr>
            <a:lvl2pPr algn="l">
              <a:defRPr sz="2475" b="1">
                <a:solidFill>
                  <a:srgbClr val="123247"/>
                </a:solidFill>
                <a:latin typeface="DejaVu Sans"/>
                <a:ea typeface="DejaVu Sans"/>
                <a:cs typeface="DejaVu Sans"/>
              </a:defRPr>
            </a:lvl2pPr>
            <a:lvl3pPr algn="l">
              <a:defRPr sz="2475" b="1">
                <a:solidFill>
                  <a:srgbClr val="123247"/>
                </a:solidFill>
                <a:latin typeface="DejaVu Sans"/>
                <a:ea typeface="DejaVu Sans"/>
                <a:cs typeface="DejaVu Sans"/>
              </a:defRPr>
            </a:lvl3pPr>
            <a:lvl4pPr algn="l">
              <a:defRPr sz="2475" b="1">
                <a:solidFill>
                  <a:srgbClr val="123247"/>
                </a:solidFill>
                <a:latin typeface="DejaVu Sans"/>
                <a:ea typeface="DejaVu Sans"/>
                <a:cs typeface="DejaVu Sans"/>
              </a:defRPr>
            </a:lvl4pPr>
            <a:lvl5pPr algn="l">
              <a:defRPr sz="2475" b="1">
                <a:solidFill>
                  <a:srgbClr val="123247"/>
                </a:solidFill>
                <a:latin typeface="DejaVu Sans"/>
                <a:ea typeface="DejaVu Sans"/>
                <a:cs typeface="DejaVu Sans"/>
              </a:defRPr>
            </a:lvl5pPr>
            <a:lvl6pPr algn="l">
              <a:defRPr sz="2475" b="1">
                <a:solidFill>
                  <a:srgbClr val="123247"/>
                </a:solidFill>
                <a:latin typeface="DejaVu Sans"/>
                <a:ea typeface="DejaVu Sans"/>
                <a:cs typeface="DejaVu Sans"/>
              </a:defRPr>
            </a:lvl6pPr>
            <a:lvl7pPr algn="l">
              <a:defRPr sz="2475" b="1">
                <a:solidFill>
                  <a:srgbClr val="123247"/>
                </a:solidFill>
                <a:latin typeface="DejaVu Sans"/>
                <a:ea typeface="DejaVu Sans"/>
                <a:cs typeface="DejaVu Sans"/>
              </a:defRPr>
            </a:lvl7pPr>
            <a:lvl8pPr algn="l">
              <a:defRPr sz="2475" b="1">
                <a:solidFill>
                  <a:srgbClr val="123247"/>
                </a:solidFill>
                <a:latin typeface="DejaVu Sans"/>
                <a:ea typeface="DejaVu Sans"/>
                <a:cs typeface="DejaVu Sans"/>
              </a:defRPr>
            </a:lvl8pPr>
            <a:lvl9pPr algn="l">
              <a:defRPr sz="2475" b="1">
                <a:solidFill>
                  <a:srgbClr val="123247"/>
                </a:solidFill>
                <a:latin typeface="DejaVu Sans"/>
                <a:ea typeface="DejaVu Sans"/>
                <a:cs typeface="DejaVu Sans"/>
              </a:defRPr>
            </a:lvl9pPr>
          </a:lstStyle>
          <a:p>
            <a:pPr algn="l">
              <a:defRPr sz="2475" b="1">
                <a:solidFill>
                  <a:srgbClr val="123247"/>
                </a:solidFill>
                <a:latin typeface="DejaVu Sans"/>
                <a:ea typeface="DejaVu Sans"/>
                <a:cs typeface="DejaVu Sans"/>
              </a:defRPr>
            </a:pPr>
            <a:r>
              <a:rPr sz="2475" b="1">
                <a:solidFill>
                  <a:srgbClr val="123247"/>
                </a:solidFill>
                <a:latin typeface="DejaVu Sans"/>
                <a:ea typeface="DejaVu Sans"/>
                <a:cs typeface="DejaVu Sans"/>
              </a:rPr>
              <a:t>Mᵧ = max {Q diária no ano y}</a:t>
            </a:r>
          </a:p>
        </p:txBody>
      </p:sp>
      <p:sp>
        <p:nvSpPr>
          <p:cNvPr id="9" name="texto">
            <a:extLst>
              <a:ext uri="{FF2B5EF4-FFF2-40B4-BE49-F238E27FC236}">
                <a16:creationId xmlns:a16="http://schemas.microsoft.com/office/drawing/2014/main" id="{3774EA19-71BF-4A34-8F78-BBC7ED4D0BA7}"/>
              </a:ext>
            </a:extLst>
          </p:cNvPr>
          <p:cNvSpPr>
            <a:spLocks noGrp="1"/>
          </p:cNvSpPr>
          <p:nvPr/>
        </p:nvSpPr>
        <p:spPr>
          <a:xfrm>
            <a:off x="609600" y="5334000"/>
            <a:ext cx="7143750" cy="504825"/>
          </a:xfrm>
          <a:prstGeom prst="rect">
            <a:avLst/>
          </a:prstGeom>
          <a:noFill/>
          <a:ln w="0">
            <a:noFill/>
            <a:prstDash val="solid"/>
          </a:ln>
        </p:spPr>
        <p:txBody>
          <a:bodyPr wrap="square" lIns="0" tIns="0" rIns="0" bIns="0" anchor="t">
            <a:noAutofit/>
          </a:bodyPr>
          <a:lstStyle>
            <a:defPPr algn="l">
              <a:defRPr sz="2175" b="1">
                <a:solidFill>
                  <a:srgbClr val="087F88"/>
                </a:solidFill>
                <a:latin typeface="DejaVu Sans"/>
                <a:ea typeface="DejaVu Sans"/>
                <a:cs typeface="DejaVu Sans"/>
              </a:defRPr>
            </a:defPPr>
            <a:lvl1pPr algn="l">
              <a:defRPr sz="2175" b="1">
                <a:solidFill>
                  <a:srgbClr val="087F88"/>
                </a:solidFill>
                <a:latin typeface="DejaVu Sans"/>
                <a:ea typeface="DejaVu Sans"/>
                <a:cs typeface="DejaVu Sans"/>
              </a:defRPr>
            </a:lvl1pPr>
            <a:lvl2pPr algn="l">
              <a:defRPr sz="2175" b="1">
                <a:solidFill>
                  <a:srgbClr val="087F88"/>
                </a:solidFill>
                <a:latin typeface="DejaVu Sans"/>
                <a:ea typeface="DejaVu Sans"/>
                <a:cs typeface="DejaVu Sans"/>
              </a:defRPr>
            </a:lvl2pPr>
            <a:lvl3pPr algn="l">
              <a:defRPr sz="2175" b="1">
                <a:solidFill>
                  <a:srgbClr val="087F88"/>
                </a:solidFill>
                <a:latin typeface="DejaVu Sans"/>
                <a:ea typeface="DejaVu Sans"/>
                <a:cs typeface="DejaVu Sans"/>
              </a:defRPr>
            </a:lvl3pPr>
            <a:lvl4pPr algn="l">
              <a:defRPr sz="2175" b="1">
                <a:solidFill>
                  <a:srgbClr val="087F88"/>
                </a:solidFill>
                <a:latin typeface="DejaVu Sans"/>
                <a:ea typeface="DejaVu Sans"/>
                <a:cs typeface="DejaVu Sans"/>
              </a:defRPr>
            </a:lvl4pPr>
            <a:lvl5pPr algn="l">
              <a:defRPr sz="2175" b="1">
                <a:solidFill>
                  <a:srgbClr val="087F88"/>
                </a:solidFill>
                <a:latin typeface="DejaVu Sans"/>
                <a:ea typeface="DejaVu Sans"/>
                <a:cs typeface="DejaVu Sans"/>
              </a:defRPr>
            </a:lvl5pPr>
            <a:lvl6pPr algn="l">
              <a:defRPr sz="2175" b="1">
                <a:solidFill>
                  <a:srgbClr val="087F88"/>
                </a:solidFill>
                <a:latin typeface="DejaVu Sans"/>
                <a:ea typeface="DejaVu Sans"/>
                <a:cs typeface="DejaVu Sans"/>
              </a:defRPr>
            </a:lvl6pPr>
            <a:lvl7pPr algn="l">
              <a:defRPr sz="2175" b="1">
                <a:solidFill>
                  <a:srgbClr val="087F88"/>
                </a:solidFill>
                <a:latin typeface="DejaVu Sans"/>
                <a:ea typeface="DejaVu Sans"/>
                <a:cs typeface="DejaVu Sans"/>
              </a:defRPr>
            </a:lvl7pPr>
            <a:lvl8pPr algn="l">
              <a:defRPr sz="2175" b="1">
                <a:solidFill>
                  <a:srgbClr val="087F88"/>
                </a:solidFill>
                <a:latin typeface="DejaVu Sans"/>
                <a:ea typeface="DejaVu Sans"/>
                <a:cs typeface="DejaVu Sans"/>
              </a:defRPr>
            </a:lvl8pPr>
            <a:lvl9pPr algn="l">
              <a:defRPr sz="2175" b="1">
                <a:solidFill>
                  <a:srgbClr val="087F88"/>
                </a:solidFill>
                <a:latin typeface="DejaVu Sans"/>
                <a:ea typeface="DejaVu Sans"/>
                <a:cs typeface="DejaVu Sans"/>
              </a:defRPr>
            </a:lvl9pPr>
          </a:lstStyle>
          <a:p>
            <a:pPr algn="l">
              <a:defRPr sz="2175" b="1">
                <a:solidFill>
                  <a:srgbClr val="087F88"/>
                </a:solidFill>
                <a:latin typeface="DejaVu Sans"/>
                <a:ea typeface="DejaVu Sans"/>
                <a:cs typeface="DejaVu Sans"/>
              </a:defRPr>
            </a:pPr>
            <a:r>
              <a:rPr sz="2175" b="1">
                <a:solidFill>
                  <a:srgbClr val="087F88"/>
                </a:solidFill>
                <a:latin typeface="DejaVu Sans"/>
                <a:ea typeface="DejaVu Sans"/>
                <a:cs typeface="DejaVu Sans"/>
              </a:rPr>
              <a:t>M = {86,47; 126,65; 120,51} m³/s</a:t>
            </a:r>
          </a:p>
        </p:txBody>
      </p:sp>
      <p:sp>
        <p:nvSpPr>
          <p:cNvPr id="10" name="texto">
            <a:extLst>
              <a:ext uri="{FF2B5EF4-FFF2-40B4-BE49-F238E27FC236}">
                <a16:creationId xmlns:a16="http://schemas.microsoft.com/office/drawing/2014/main" id="{5295A1DB-C792-41CF-A217-3A00C0D6397F}"/>
              </a:ext>
            </a:extLst>
          </p:cNvPr>
          <p:cNvSpPr>
            <a:spLocks noGrp="1"/>
          </p:cNvSpPr>
          <p:nvPr/>
        </p:nvSpPr>
        <p:spPr>
          <a:xfrm>
            <a:off x="7981950" y="4762500"/>
            <a:ext cx="3600450" cy="1047750"/>
          </a:xfrm>
          <a:prstGeom prst="rect">
            <a:avLst/>
          </a:prstGeom>
          <a:noFill/>
          <a:ln w="0">
            <a:noFill/>
            <a:prstDash val="solid"/>
          </a:ln>
        </p:spPr>
        <p:txBody>
          <a:bodyPr wrap="square" lIns="0" tIns="0" rIns="0" bIns="0" anchor="t">
            <a:noAutofit/>
          </a:bodyPr>
          <a:lstStyle>
            <a:defPPr algn="l">
              <a:defRPr sz="1950" b="0">
                <a:solidFill>
                  <a:srgbClr val="193647"/>
                </a:solidFill>
                <a:latin typeface="DejaVu Sans"/>
                <a:ea typeface="DejaVu Sans"/>
                <a:cs typeface="DejaVu Sans"/>
              </a:defRPr>
            </a:defPPr>
            <a:lvl1pPr algn="l">
              <a:defRPr sz="1950" b="0">
                <a:solidFill>
                  <a:srgbClr val="193647"/>
                </a:solidFill>
                <a:latin typeface="DejaVu Sans"/>
                <a:ea typeface="DejaVu Sans"/>
                <a:cs typeface="DejaVu Sans"/>
              </a:defRPr>
            </a:lvl1pPr>
            <a:lvl2pPr algn="l">
              <a:defRPr sz="1950" b="0">
                <a:solidFill>
                  <a:srgbClr val="193647"/>
                </a:solidFill>
                <a:latin typeface="DejaVu Sans"/>
                <a:ea typeface="DejaVu Sans"/>
                <a:cs typeface="DejaVu Sans"/>
              </a:defRPr>
            </a:lvl2pPr>
            <a:lvl3pPr algn="l">
              <a:defRPr sz="1950" b="0">
                <a:solidFill>
                  <a:srgbClr val="193647"/>
                </a:solidFill>
                <a:latin typeface="DejaVu Sans"/>
                <a:ea typeface="DejaVu Sans"/>
                <a:cs typeface="DejaVu Sans"/>
              </a:defRPr>
            </a:lvl3pPr>
            <a:lvl4pPr algn="l">
              <a:defRPr sz="1950" b="0">
                <a:solidFill>
                  <a:srgbClr val="193647"/>
                </a:solidFill>
                <a:latin typeface="DejaVu Sans"/>
                <a:ea typeface="DejaVu Sans"/>
                <a:cs typeface="DejaVu Sans"/>
              </a:defRPr>
            </a:lvl4pPr>
            <a:lvl5pPr algn="l">
              <a:defRPr sz="1950" b="0">
                <a:solidFill>
                  <a:srgbClr val="193647"/>
                </a:solidFill>
                <a:latin typeface="DejaVu Sans"/>
                <a:ea typeface="DejaVu Sans"/>
                <a:cs typeface="DejaVu Sans"/>
              </a:defRPr>
            </a:lvl5pPr>
            <a:lvl6pPr algn="l">
              <a:defRPr sz="1950" b="0">
                <a:solidFill>
                  <a:srgbClr val="193647"/>
                </a:solidFill>
                <a:latin typeface="DejaVu Sans"/>
                <a:ea typeface="DejaVu Sans"/>
                <a:cs typeface="DejaVu Sans"/>
              </a:defRPr>
            </a:lvl6pPr>
            <a:lvl7pPr algn="l">
              <a:defRPr sz="1950" b="0">
                <a:solidFill>
                  <a:srgbClr val="193647"/>
                </a:solidFill>
                <a:latin typeface="DejaVu Sans"/>
                <a:ea typeface="DejaVu Sans"/>
                <a:cs typeface="DejaVu Sans"/>
              </a:defRPr>
            </a:lvl7pPr>
            <a:lvl8pPr algn="l">
              <a:defRPr sz="1950" b="0">
                <a:solidFill>
                  <a:srgbClr val="193647"/>
                </a:solidFill>
                <a:latin typeface="DejaVu Sans"/>
                <a:ea typeface="DejaVu Sans"/>
                <a:cs typeface="DejaVu Sans"/>
              </a:defRPr>
            </a:lvl8pPr>
            <a:lvl9pPr algn="l">
              <a:defRPr sz="1950" b="0">
                <a:solidFill>
                  <a:srgbClr val="193647"/>
                </a:solidFill>
                <a:latin typeface="DejaVu Sans"/>
                <a:ea typeface="DejaVu Sans"/>
                <a:cs typeface="DejaVu Sans"/>
              </a:defRPr>
            </a:lvl9pPr>
          </a:lstStyle>
          <a:p>
            <a:pPr algn="l">
              <a:defRPr sz="1950" b="0">
                <a:solidFill>
                  <a:srgbClr val="193647"/>
                </a:solidFill>
                <a:latin typeface="DejaVu Sans"/>
                <a:ea typeface="DejaVu Sans"/>
                <a:cs typeface="DejaVu Sans"/>
              </a:defRPr>
            </a:pPr>
            <a:r>
              <a:rPr sz="1950" b="0">
                <a:solidFill>
                  <a:srgbClr val="193647"/>
                </a:solidFill>
                <a:latin typeface="DejaVu Sans"/>
                <a:ea typeface="DejaVu Sans"/>
                <a:cs typeface="DejaVu Sans"/>
              </a:rPr>
              <a:t>Uma observação por ano.</a:t>
            </a:r>
          </a:p>
          <a:p>
            <a:pPr algn="l">
              <a:defRPr sz="1950" b="0">
                <a:solidFill>
                  <a:srgbClr val="193647"/>
                </a:solidFill>
                <a:latin typeface="DejaVu Sans"/>
                <a:ea typeface="DejaVu Sans"/>
                <a:cs typeface="DejaVu Sans"/>
              </a:defRPr>
            </a:pPr>
            <a:r>
              <a:rPr sz="1950" b="0">
                <a:solidFill>
                  <a:srgbClr val="193647"/>
                </a:solidFill>
                <a:latin typeface="DejaVu Sans"/>
                <a:ea typeface="DejaVu Sans"/>
                <a:cs typeface="DejaVu Sans"/>
              </a:rPr>
              <a:t>Média: μ = 111,21 m³/s.</a:t>
            </a:r>
          </a:p>
        </p:txBody>
      </p:sp>
    </p:spTree>
    <p:extLst>
      <p:ext uri="{BB962C8B-B14F-4D97-AF65-F5344CB8AC3E}">
        <p14:creationId xmlns:p14="http://schemas.microsoft.com/office/powerpoint/2010/main" val="1180348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2" name="texto">
            <a:extLst>
              <a:ext uri="{FF2B5EF4-FFF2-40B4-BE49-F238E27FC236}">
                <a16:creationId xmlns:a16="http://schemas.microsoft.com/office/drawing/2014/main" id="{6B0EF1AB-DA07-4FF7-A601-0C0F3185744D}"/>
              </a:ext>
            </a:extLst>
          </p:cNvPr>
          <p:cNvSpPr>
            <a:spLocks noGrp="1"/>
          </p:cNvSpPr>
          <p:nvPr/>
        </p:nvSpPr>
        <p:spPr>
          <a:xfrm>
            <a:off x="609600" y="285750"/>
            <a:ext cx="10668000" cy="247650"/>
          </a:xfrm>
          <a:prstGeom prst="rect">
            <a:avLst/>
          </a:prstGeom>
          <a:noFill/>
          <a:ln w="0">
            <a:noFill/>
            <a:prstDash val="solid"/>
          </a:ln>
        </p:spPr>
        <p:txBody>
          <a:bodyPr wrap="square" lIns="0" tIns="0" rIns="0" bIns="0" anchor="t">
            <a:noAutofit/>
          </a:bodyPr>
          <a:lstStyle>
            <a:defPPr algn="l">
              <a:defRPr sz="1275" b="1">
                <a:solidFill>
                  <a:srgbClr val="087F88"/>
                </a:solidFill>
                <a:latin typeface="DejaVu Sans"/>
                <a:ea typeface="DejaVu Sans"/>
                <a:cs typeface="DejaVu Sans"/>
              </a:defRPr>
            </a:defPPr>
            <a:lvl1pPr algn="l">
              <a:defRPr sz="1275" b="1">
                <a:solidFill>
                  <a:srgbClr val="087F88"/>
                </a:solidFill>
                <a:latin typeface="DejaVu Sans"/>
                <a:ea typeface="DejaVu Sans"/>
                <a:cs typeface="DejaVu Sans"/>
              </a:defRPr>
            </a:lvl1pPr>
            <a:lvl2pPr algn="l">
              <a:defRPr sz="1275" b="1">
                <a:solidFill>
                  <a:srgbClr val="087F88"/>
                </a:solidFill>
                <a:latin typeface="DejaVu Sans"/>
                <a:ea typeface="DejaVu Sans"/>
                <a:cs typeface="DejaVu Sans"/>
              </a:defRPr>
            </a:lvl2pPr>
            <a:lvl3pPr algn="l">
              <a:defRPr sz="1275" b="1">
                <a:solidFill>
                  <a:srgbClr val="087F88"/>
                </a:solidFill>
                <a:latin typeface="DejaVu Sans"/>
                <a:ea typeface="DejaVu Sans"/>
                <a:cs typeface="DejaVu Sans"/>
              </a:defRPr>
            </a:lvl3pPr>
            <a:lvl4pPr algn="l">
              <a:defRPr sz="1275" b="1">
                <a:solidFill>
                  <a:srgbClr val="087F88"/>
                </a:solidFill>
                <a:latin typeface="DejaVu Sans"/>
                <a:ea typeface="DejaVu Sans"/>
                <a:cs typeface="DejaVu Sans"/>
              </a:defRPr>
            </a:lvl4pPr>
            <a:lvl5pPr algn="l">
              <a:defRPr sz="1275" b="1">
                <a:solidFill>
                  <a:srgbClr val="087F88"/>
                </a:solidFill>
                <a:latin typeface="DejaVu Sans"/>
                <a:ea typeface="DejaVu Sans"/>
                <a:cs typeface="DejaVu Sans"/>
              </a:defRPr>
            </a:lvl5pPr>
            <a:lvl6pPr algn="l">
              <a:defRPr sz="1275" b="1">
                <a:solidFill>
                  <a:srgbClr val="087F88"/>
                </a:solidFill>
                <a:latin typeface="DejaVu Sans"/>
                <a:ea typeface="DejaVu Sans"/>
                <a:cs typeface="DejaVu Sans"/>
              </a:defRPr>
            </a:lvl6pPr>
            <a:lvl7pPr algn="l">
              <a:defRPr sz="1275" b="1">
                <a:solidFill>
                  <a:srgbClr val="087F88"/>
                </a:solidFill>
                <a:latin typeface="DejaVu Sans"/>
                <a:ea typeface="DejaVu Sans"/>
                <a:cs typeface="DejaVu Sans"/>
              </a:defRPr>
            </a:lvl7pPr>
            <a:lvl8pPr algn="l">
              <a:defRPr sz="1275" b="1">
                <a:solidFill>
                  <a:srgbClr val="087F88"/>
                </a:solidFill>
                <a:latin typeface="DejaVu Sans"/>
                <a:ea typeface="DejaVu Sans"/>
                <a:cs typeface="DejaVu Sans"/>
              </a:defRPr>
            </a:lvl8pPr>
            <a:lvl9pPr algn="l">
              <a:defRPr sz="1275" b="1">
                <a:solidFill>
                  <a:srgbClr val="087F88"/>
                </a:solidFill>
                <a:latin typeface="DejaVu Sans"/>
                <a:ea typeface="DejaVu Sans"/>
                <a:cs typeface="DejaVu Sans"/>
              </a:defRPr>
            </a:lvl9pPr>
          </a:lstStyle>
          <a:p>
            <a:pPr algn="l">
              <a:defRPr sz="1275" b="1">
                <a:solidFill>
                  <a:srgbClr val="087F88"/>
                </a:solidFill>
                <a:latin typeface="DejaVu Sans"/>
                <a:ea typeface="DejaVu Sans"/>
                <a:cs typeface="DejaVu Sans"/>
              </a:defRPr>
            </a:pPr>
            <a:r>
              <a:rPr sz="1275" b="1">
                <a:solidFill>
                  <a:srgbClr val="087F88"/>
                </a:solidFill>
                <a:latin typeface="DejaVu Sans"/>
                <a:ea typeface="DejaVu Sans"/>
                <a:cs typeface="DejaVu Sans"/>
              </a:rPr>
              <a:t>DADOS E CONSISTÊNCIA</a:t>
            </a:r>
          </a:p>
        </p:txBody>
      </p:sp>
      <p:sp>
        <p:nvSpPr>
          <p:cNvPr id="2" name="texto">
            <a:extLst>
              <a:ext uri="{FF2B5EF4-FFF2-40B4-BE49-F238E27FC236}">
                <a16:creationId xmlns:a16="http://schemas.microsoft.com/office/drawing/2014/main" id="{5421C555-C903-4549-BCD7-5B9E5231522C}"/>
              </a:ext>
            </a:extLst>
          </p:cNvPr>
          <p:cNvSpPr>
            <a:spLocks noGrp="1"/>
          </p:cNvSpPr>
          <p:nvPr/>
        </p:nvSpPr>
        <p:spPr>
          <a:xfrm>
            <a:off x="609600" y="685800"/>
            <a:ext cx="10972800" cy="1028700"/>
          </a:xfrm>
          <a:prstGeom prst="rect">
            <a:avLst/>
          </a:prstGeom>
          <a:noFill/>
          <a:ln w="0">
            <a:noFill/>
            <a:prstDash val="solid"/>
          </a:ln>
        </p:spPr>
        <p:txBody>
          <a:bodyPr wrap="square" lIns="0" tIns="0" rIns="0" bIns="0" anchor="t">
            <a:noAutofit/>
          </a:bodyPr>
          <a:lstStyle>
            <a:defPPr algn="l">
              <a:defRPr sz="3225" b="1">
                <a:solidFill>
                  <a:srgbClr val="123247"/>
                </a:solidFill>
                <a:latin typeface="DejaVu Sans"/>
                <a:ea typeface="DejaVu Sans"/>
                <a:cs typeface="DejaVu Sans"/>
              </a:defRPr>
            </a:defPPr>
            <a:lvl1pPr algn="l">
              <a:defRPr sz="3225" b="1">
                <a:solidFill>
                  <a:srgbClr val="123247"/>
                </a:solidFill>
                <a:latin typeface="DejaVu Sans"/>
                <a:ea typeface="DejaVu Sans"/>
                <a:cs typeface="DejaVu Sans"/>
              </a:defRPr>
            </a:lvl1pPr>
            <a:lvl2pPr algn="l">
              <a:defRPr sz="3225" b="1">
                <a:solidFill>
                  <a:srgbClr val="123247"/>
                </a:solidFill>
                <a:latin typeface="DejaVu Sans"/>
                <a:ea typeface="DejaVu Sans"/>
                <a:cs typeface="DejaVu Sans"/>
              </a:defRPr>
            </a:lvl2pPr>
            <a:lvl3pPr algn="l">
              <a:defRPr sz="3225" b="1">
                <a:solidFill>
                  <a:srgbClr val="123247"/>
                </a:solidFill>
                <a:latin typeface="DejaVu Sans"/>
                <a:ea typeface="DejaVu Sans"/>
                <a:cs typeface="DejaVu Sans"/>
              </a:defRPr>
            </a:lvl3pPr>
            <a:lvl4pPr algn="l">
              <a:defRPr sz="3225" b="1">
                <a:solidFill>
                  <a:srgbClr val="123247"/>
                </a:solidFill>
                <a:latin typeface="DejaVu Sans"/>
                <a:ea typeface="DejaVu Sans"/>
                <a:cs typeface="DejaVu Sans"/>
              </a:defRPr>
            </a:lvl4pPr>
            <a:lvl5pPr algn="l">
              <a:defRPr sz="3225" b="1">
                <a:solidFill>
                  <a:srgbClr val="123247"/>
                </a:solidFill>
                <a:latin typeface="DejaVu Sans"/>
                <a:ea typeface="DejaVu Sans"/>
                <a:cs typeface="DejaVu Sans"/>
              </a:defRPr>
            </a:lvl5pPr>
            <a:lvl6pPr algn="l">
              <a:defRPr sz="3225" b="1">
                <a:solidFill>
                  <a:srgbClr val="123247"/>
                </a:solidFill>
                <a:latin typeface="DejaVu Sans"/>
                <a:ea typeface="DejaVu Sans"/>
                <a:cs typeface="DejaVu Sans"/>
              </a:defRPr>
            </a:lvl6pPr>
            <a:lvl7pPr algn="l">
              <a:defRPr sz="3225" b="1">
                <a:solidFill>
                  <a:srgbClr val="123247"/>
                </a:solidFill>
                <a:latin typeface="DejaVu Sans"/>
                <a:ea typeface="DejaVu Sans"/>
                <a:cs typeface="DejaVu Sans"/>
              </a:defRPr>
            </a:lvl7pPr>
            <a:lvl8pPr algn="l">
              <a:defRPr sz="3225" b="1">
                <a:solidFill>
                  <a:srgbClr val="123247"/>
                </a:solidFill>
                <a:latin typeface="DejaVu Sans"/>
                <a:ea typeface="DejaVu Sans"/>
                <a:cs typeface="DejaVu Sans"/>
              </a:defRPr>
            </a:lvl8pPr>
            <a:lvl9pPr algn="l">
              <a:defRPr sz="3225" b="1">
                <a:solidFill>
                  <a:srgbClr val="123247"/>
                </a:solidFill>
                <a:latin typeface="DejaVu Sans"/>
                <a:ea typeface="DejaVu Sans"/>
                <a:cs typeface="DejaVu Sans"/>
              </a:defRPr>
            </a:lvl9pPr>
          </a:lstStyle>
          <a:p>
            <a:pPr algn="l">
              <a:defRPr sz="3225" b="1">
                <a:solidFill>
                  <a:srgbClr val="123247"/>
                </a:solidFill>
                <a:latin typeface="DejaVu Sans"/>
                <a:ea typeface="DejaVu Sans"/>
                <a:cs typeface="DejaVu Sans"/>
              </a:defRPr>
            </a:pPr>
            <a:r>
              <a:rPr sz="3225" b="1">
                <a:solidFill>
                  <a:srgbClr val="123247"/>
                </a:solidFill>
                <a:latin typeface="DejaVu Sans"/>
                <a:ea typeface="DejaVu Sans"/>
                <a:cs typeface="DejaVu Sans"/>
              </a:rPr>
              <a:t>Preparação da base regional</a:t>
            </a:r>
          </a:p>
        </p:txBody>
      </p:sp>
      <p:sp>
        <p:nvSpPr>
          <p:cNvPr id="3" name="Straight Connector 2">
            <a:extLst>
              <a:ext uri="{FF2B5EF4-FFF2-40B4-BE49-F238E27FC236}">
                <a16:creationId xmlns:a16="http://schemas.microsoft.com/office/drawing/2014/main" id="{0BC97959-9902-4D07-A6A9-435233B5793F}"/>
              </a:ext>
            </a:extLst>
          </p:cNvPr>
          <p:cNvSpPr>
            <a:spLocks noGrp="1"/>
          </p:cNvSpPr>
          <p:nvPr/>
        </p:nvSpPr>
        <p:spPr>
          <a:xfrm>
            <a:off x="609600" y="6438900"/>
            <a:ext cx="10972800" cy="0"/>
          </a:xfrm>
          <a:prstGeom prst="line">
            <a:avLst/>
          </a:prstGeom>
          <a:noFill/>
          <a:ln w="9525">
            <a:solidFill>
              <a:srgbClr val="DCE3E3"/>
            </a:solidFill>
            <a:prstDash val="solid"/>
          </a:ln>
        </p:spPr>
        <p:txBody>
          <a:bodyPr/>
          <a:lstStyle/>
          <a:p>
            <a:endParaRPr lang="en-GB"/>
          </a:p>
        </p:txBody>
      </p:sp>
      <p:sp>
        <p:nvSpPr>
          <p:cNvPr id="4" name="texto">
            <a:extLst>
              <a:ext uri="{FF2B5EF4-FFF2-40B4-BE49-F238E27FC236}">
                <a16:creationId xmlns:a16="http://schemas.microsoft.com/office/drawing/2014/main" id="{6A610DFD-1F11-46D7-86E1-62718BAFEFFD}"/>
              </a:ext>
            </a:extLst>
          </p:cNvPr>
          <p:cNvSpPr>
            <a:spLocks noGrp="1"/>
          </p:cNvSpPr>
          <p:nvPr/>
        </p:nvSpPr>
        <p:spPr>
          <a:xfrm>
            <a:off x="609600" y="6543675"/>
            <a:ext cx="8572500" cy="190500"/>
          </a:xfrm>
          <a:prstGeom prst="rect">
            <a:avLst/>
          </a:prstGeom>
          <a:noFill/>
          <a:ln w="0">
            <a:noFill/>
            <a:prstDash val="solid"/>
          </a:ln>
        </p:spPr>
        <p:txBody>
          <a:bodyPr wrap="square" lIns="0" tIns="0" rIns="0" bIns="0" anchor="t">
            <a:noAutofit/>
          </a:bodyPr>
          <a:lstStyle>
            <a:defPPr algn="l">
              <a:defRPr sz="975" b="0">
                <a:solidFill>
                  <a:srgbClr val="526873"/>
                </a:solidFill>
                <a:latin typeface="DejaVu Sans"/>
                <a:ea typeface="DejaVu Sans"/>
                <a:cs typeface="DejaVu Sans"/>
              </a:defRPr>
            </a:defPPr>
            <a:lvl1pPr algn="l">
              <a:defRPr sz="975" b="0">
                <a:solidFill>
                  <a:srgbClr val="526873"/>
                </a:solidFill>
                <a:latin typeface="DejaVu Sans"/>
                <a:ea typeface="DejaVu Sans"/>
                <a:cs typeface="DejaVu Sans"/>
              </a:defRPr>
            </a:lvl1pPr>
            <a:lvl2pPr algn="l">
              <a:defRPr sz="975" b="0">
                <a:solidFill>
                  <a:srgbClr val="526873"/>
                </a:solidFill>
                <a:latin typeface="DejaVu Sans"/>
                <a:ea typeface="DejaVu Sans"/>
                <a:cs typeface="DejaVu Sans"/>
              </a:defRPr>
            </a:lvl2pPr>
            <a:lvl3pPr algn="l">
              <a:defRPr sz="975" b="0">
                <a:solidFill>
                  <a:srgbClr val="526873"/>
                </a:solidFill>
                <a:latin typeface="DejaVu Sans"/>
                <a:ea typeface="DejaVu Sans"/>
                <a:cs typeface="DejaVu Sans"/>
              </a:defRPr>
            </a:lvl3pPr>
            <a:lvl4pPr algn="l">
              <a:defRPr sz="975" b="0">
                <a:solidFill>
                  <a:srgbClr val="526873"/>
                </a:solidFill>
                <a:latin typeface="DejaVu Sans"/>
                <a:ea typeface="DejaVu Sans"/>
                <a:cs typeface="DejaVu Sans"/>
              </a:defRPr>
            </a:lvl4pPr>
            <a:lvl5pPr algn="l">
              <a:defRPr sz="975" b="0">
                <a:solidFill>
                  <a:srgbClr val="526873"/>
                </a:solidFill>
                <a:latin typeface="DejaVu Sans"/>
                <a:ea typeface="DejaVu Sans"/>
                <a:cs typeface="DejaVu Sans"/>
              </a:defRPr>
            </a:lvl5pPr>
            <a:lvl6pPr algn="l">
              <a:defRPr sz="975" b="0">
                <a:solidFill>
                  <a:srgbClr val="526873"/>
                </a:solidFill>
                <a:latin typeface="DejaVu Sans"/>
                <a:ea typeface="DejaVu Sans"/>
                <a:cs typeface="DejaVu Sans"/>
              </a:defRPr>
            </a:lvl6pPr>
            <a:lvl7pPr algn="l">
              <a:defRPr sz="975" b="0">
                <a:solidFill>
                  <a:srgbClr val="526873"/>
                </a:solidFill>
                <a:latin typeface="DejaVu Sans"/>
                <a:ea typeface="DejaVu Sans"/>
                <a:cs typeface="DejaVu Sans"/>
              </a:defRPr>
            </a:lvl7pPr>
            <a:lvl8pPr algn="l">
              <a:defRPr sz="975" b="0">
                <a:solidFill>
                  <a:srgbClr val="526873"/>
                </a:solidFill>
                <a:latin typeface="DejaVu Sans"/>
                <a:ea typeface="DejaVu Sans"/>
                <a:cs typeface="DejaVu Sans"/>
              </a:defRPr>
            </a:lvl8pPr>
            <a:lvl9pPr algn="l">
              <a:defRPr sz="975" b="0">
                <a:solidFill>
                  <a:srgbClr val="526873"/>
                </a:solidFill>
                <a:latin typeface="DejaVu Sans"/>
                <a:ea typeface="DejaVu Sans"/>
                <a:cs typeface="DejaVu Sans"/>
              </a:defRPr>
            </a:lvl9pPr>
          </a:lstStyle>
          <a:p>
            <a:pPr algn="l">
              <a:defRPr sz="975" b="0">
                <a:solidFill>
                  <a:srgbClr val="526873"/>
                </a:solidFill>
                <a:latin typeface="DejaVu Sans"/>
                <a:ea typeface="DejaVu Sans"/>
                <a:cs typeface="DejaVu Sans"/>
              </a:defRPr>
            </a:pPr>
            <a:r>
              <a:rPr sz="975" b="0">
                <a:solidFill>
                  <a:srgbClr val="526873"/>
                </a:solidFill>
                <a:latin typeface="DejaVu Sans"/>
                <a:ea typeface="DejaVu Sans"/>
                <a:cs typeface="DejaVu Sans"/>
              </a:rPr>
              <a:t>REGIONALIZAÇÃO DE VAZÕES</a:t>
            </a:r>
          </a:p>
        </p:txBody>
      </p:sp>
      <p:sp>
        <p:nvSpPr>
          <p:cNvPr id="5" name="texto">
            <a:extLst>
              <a:ext uri="{FF2B5EF4-FFF2-40B4-BE49-F238E27FC236}">
                <a16:creationId xmlns:a16="http://schemas.microsoft.com/office/drawing/2014/main" id="{4842834A-7827-470E-80AF-2DBE4260F340}"/>
              </a:ext>
            </a:extLst>
          </p:cNvPr>
          <p:cNvSpPr>
            <a:spLocks noGrp="1"/>
          </p:cNvSpPr>
          <p:nvPr/>
        </p:nvSpPr>
        <p:spPr>
          <a:xfrm>
            <a:off x="10620375" y="6534150"/>
            <a:ext cx="962025" cy="209550"/>
          </a:xfrm>
          <a:prstGeom prst="rect">
            <a:avLst/>
          </a:prstGeom>
          <a:noFill/>
          <a:ln w="0">
            <a:noFill/>
            <a:prstDash val="solid"/>
          </a:ln>
        </p:spPr>
        <p:txBody>
          <a:bodyPr wrap="square" lIns="0" tIns="0" rIns="0" bIns="0" anchor="t">
            <a:noAutofit/>
          </a:bodyPr>
          <a:lstStyle>
            <a:defPPr algn="r">
              <a:defRPr sz="1050" b="0">
                <a:solidFill>
                  <a:srgbClr val="526873"/>
                </a:solidFill>
                <a:latin typeface="DejaVu Sans"/>
                <a:ea typeface="DejaVu Sans"/>
                <a:cs typeface="DejaVu Sans"/>
              </a:defRPr>
            </a:defPPr>
            <a:lvl1pPr algn="r">
              <a:defRPr sz="1050" b="0">
                <a:solidFill>
                  <a:srgbClr val="526873"/>
                </a:solidFill>
                <a:latin typeface="DejaVu Sans"/>
                <a:ea typeface="DejaVu Sans"/>
                <a:cs typeface="DejaVu Sans"/>
              </a:defRPr>
            </a:lvl1pPr>
            <a:lvl2pPr algn="r">
              <a:defRPr sz="1050" b="0">
                <a:solidFill>
                  <a:srgbClr val="526873"/>
                </a:solidFill>
                <a:latin typeface="DejaVu Sans"/>
                <a:ea typeface="DejaVu Sans"/>
                <a:cs typeface="DejaVu Sans"/>
              </a:defRPr>
            </a:lvl2pPr>
            <a:lvl3pPr algn="r">
              <a:defRPr sz="1050" b="0">
                <a:solidFill>
                  <a:srgbClr val="526873"/>
                </a:solidFill>
                <a:latin typeface="DejaVu Sans"/>
                <a:ea typeface="DejaVu Sans"/>
                <a:cs typeface="DejaVu Sans"/>
              </a:defRPr>
            </a:lvl3pPr>
            <a:lvl4pPr algn="r">
              <a:defRPr sz="1050" b="0">
                <a:solidFill>
                  <a:srgbClr val="526873"/>
                </a:solidFill>
                <a:latin typeface="DejaVu Sans"/>
                <a:ea typeface="DejaVu Sans"/>
                <a:cs typeface="DejaVu Sans"/>
              </a:defRPr>
            </a:lvl4pPr>
            <a:lvl5pPr algn="r">
              <a:defRPr sz="1050" b="0">
                <a:solidFill>
                  <a:srgbClr val="526873"/>
                </a:solidFill>
                <a:latin typeface="DejaVu Sans"/>
                <a:ea typeface="DejaVu Sans"/>
                <a:cs typeface="DejaVu Sans"/>
              </a:defRPr>
            </a:lvl5pPr>
            <a:lvl6pPr algn="r">
              <a:defRPr sz="1050" b="0">
                <a:solidFill>
                  <a:srgbClr val="526873"/>
                </a:solidFill>
                <a:latin typeface="DejaVu Sans"/>
                <a:ea typeface="DejaVu Sans"/>
                <a:cs typeface="DejaVu Sans"/>
              </a:defRPr>
            </a:lvl6pPr>
            <a:lvl7pPr algn="r">
              <a:defRPr sz="1050" b="0">
                <a:solidFill>
                  <a:srgbClr val="526873"/>
                </a:solidFill>
                <a:latin typeface="DejaVu Sans"/>
                <a:ea typeface="DejaVu Sans"/>
                <a:cs typeface="DejaVu Sans"/>
              </a:defRPr>
            </a:lvl7pPr>
            <a:lvl8pPr algn="r">
              <a:defRPr sz="1050" b="0">
                <a:solidFill>
                  <a:srgbClr val="526873"/>
                </a:solidFill>
                <a:latin typeface="DejaVu Sans"/>
                <a:ea typeface="DejaVu Sans"/>
                <a:cs typeface="DejaVu Sans"/>
              </a:defRPr>
            </a:lvl8pPr>
            <a:lvl9pPr algn="r">
              <a:defRPr sz="1050" b="0">
                <a:solidFill>
                  <a:srgbClr val="526873"/>
                </a:solidFill>
                <a:latin typeface="DejaVu Sans"/>
                <a:ea typeface="DejaVu Sans"/>
                <a:cs typeface="DejaVu Sans"/>
              </a:defRPr>
            </a:lvl9pPr>
          </a:lstStyle>
          <a:p>
            <a:pPr algn="r">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07 / 38</a:t>
            </a:r>
          </a:p>
        </p:txBody>
      </p:sp>
      <p:sp>
        <p:nvSpPr>
          <p:cNvPr id="6" name="texto">
            <a:extLst>
              <a:ext uri="{FF2B5EF4-FFF2-40B4-BE49-F238E27FC236}">
                <a16:creationId xmlns:a16="http://schemas.microsoft.com/office/drawing/2014/main" id="{BA42152D-BB86-4690-B835-731FF0E67DED}"/>
              </a:ext>
            </a:extLst>
          </p:cNvPr>
          <p:cNvSpPr>
            <a:spLocks noGrp="1"/>
          </p:cNvSpPr>
          <p:nvPr/>
        </p:nvSpPr>
        <p:spPr>
          <a:xfrm>
            <a:off x="609600" y="1952625"/>
            <a:ext cx="5048250" cy="400050"/>
          </a:xfrm>
          <a:prstGeom prst="rect">
            <a:avLst/>
          </a:prstGeom>
          <a:noFill/>
          <a:ln w="0">
            <a:noFill/>
            <a:prstDash val="solid"/>
          </a:ln>
        </p:spPr>
        <p:txBody>
          <a:bodyPr wrap="square" lIns="0" tIns="0" rIns="0" bIns="0" anchor="t">
            <a:noAutofit/>
          </a:bodyPr>
          <a:lstStyle>
            <a:defPPr algn="l">
              <a:defRPr sz="2250" b="1">
                <a:solidFill>
                  <a:srgbClr val="087F88"/>
                </a:solidFill>
                <a:latin typeface="DejaVu Sans"/>
                <a:ea typeface="DejaVu Sans"/>
                <a:cs typeface="DejaVu Sans"/>
              </a:defRPr>
            </a:defPPr>
            <a:lvl1pPr algn="l">
              <a:defRPr sz="2250" b="1">
                <a:solidFill>
                  <a:srgbClr val="087F88"/>
                </a:solidFill>
                <a:latin typeface="DejaVu Sans"/>
                <a:ea typeface="DejaVu Sans"/>
                <a:cs typeface="DejaVu Sans"/>
              </a:defRPr>
            </a:lvl1pPr>
            <a:lvl2pPr algn="l">
              <a:defRPr sz="2250" b="1">
                <a:solidFill>
                  <a:srgbClr val="087F88"/>
                </a:solidFill>
                <a:latin typeface="DejaVu Sans"/>
                <a:ea typeface="DejaVu Sans"/>
                <a:cs typeface="DejaVu Sans"/>
              </a:defRPr>
            </a:lvl2pPr>
            <a:lvl3pPr algn="l">
              <a:defRPr sz="2250" b="1">
                <a:solidFill>
                  <a:srgbClr val="087F88"/>
                </a:solidFill>
                <a:latin typeface="DejaVu Sans"/>
                <a:ea typeface="DejaVu Sans"/>
                <a:cs typeface="DejaVu Sans"/>
              </a:defRPr>
            </a:lvl3pPr>
            <a:lvl4pPr algn="l">
              <a:defRPr sz="2250" b="1">
                <a:solidFill>
                  <a:srgbClr val="087F88"/>
                </a:solidFill>
                <a:latin typeface="DejaVu Sans"/>
                <a:ea typeface="DejaVu Sans"/>
                <a:cs typeface="DejaVu Sans"/>
              </a:defRPr>
            </a:lvl4pPr>
            <a:lvl5pPr algn="l">
              <a:defRPr sz="2250" b="1">
                <a:solidFill>
                  <a:srgbClr val="087F88"/>
                </a:solidFill>
                <a:latin typeface="DejaVu Sans"/>
                <a:ea typeface="DejaVu Sans"/>
                <a:cs typeface="DejaVu Sans"/>
              </a:defRPr>
            </a:lvl5pPr>
            <a:lvl6pPr algn="l">
              <a:defRPr sz="2250" b="1">
                <a:solidFill>
                  <a:srgbClr val="087F88"/>
                </a:solidFill>
                <a:latin typeface="DejaVu Sans"/>
                <a:ea typeface="DejaVu Sans"/>
                <a:cs typeface="DejaVu Sans"/>
              </a:defRPr>
            </a:lvl6pPr>
            <a:lvl7pPr algn="l">
              <a:defRPr sz="2250" b="1">
                <a:solidFill>
                  <a:srgbClr val="087F88"/>
                </a:solidFill>
                <a:latin typeface="DejaVu Sans"/>
                <a:ea typeface="DejaVu Sans"/>
                <a:cs typeface="DejaVu Sans"/>
              </a:defRPr>
            </a:lvl7pPr>
            <a:lvl8pPr algn="l">
              <a:defRPr sz="2250" b="1">
                <a:solidFill>
                  <a:srgbClr val="087F88"/>
                </a:solidFill>
                <a:latin typeface="DejaVu Sans"/>
                <a:ea typeface="DejaVu Sans"/>
                <a:cs typeface="DejaVu Sans"/>
              </a:defRPr>
            </a:lvl8pPr>
            <a:lvl9pPr algn="l">
              <a:defRPr sz="2250" b="1">
                <a:solidFill>
                  <a:srgbClr val="087F88"/>
                </a:solidFill>
                <a:latin typeface="DejaVu Sans"/>
                <a:ea typeface="DejaVu Sans"/>
                <a:cs typeface="DejaVu Sans"/>
              </a:defRPr>
            </a:lvl9pPr>
          </a:lstStyle>
          <a:p>
            <a:pPr algn="l">
              <a:defRPr sz="2250" b="1">
                <a:solidFill>
                  <a:srgbClr val="087F88"/>
                </a:solidFill>
                <a:latin typeface="DejaVu Sans"/>
                <a:ea typeface="DejaVu Sans"/>
                <a:cs typeface="DejaVu Sans"/>
              </a:defRPr>
            </a:pPr>
            <a:r>
              <a:rPr sz="2250" b="1">
                <a:solidFill>
                  <a:srgbClr val="087F88"/>
                </a:solidFill>
                <a:latin typeface="DejaVu Sans"/>
                <a:ea typeface="DejaVu Sans"/>
                <a:cs typeface="DejaVu Sans"/>
              </a:rPr>
              <a:t>Séries de vazão</a:t>
            </a:r>
          </a:p>
        </p:txBody>
      </p:sp>
      <p:sp>
        <p:nvSpPr>
          <p:cNvPr id="7" name="texto">
            <a:extLst>
              <a:ext uri="{FF2B5EF4-FFF2-40B4-BE49-F238E27FC236}">
                <a16:creationId xmlns:a16="http://schemas.microsoft.com/office/drawing/2014/main" id="{6C3896AD-53BA-4C9F-9FBF-D9AF65E93FBA}"/>
              </a:ext>
            </a:extLst>
          </p:cNvPr>
          <p:cNvSpPr>
            <a:spLocks noGrp="1"/>
          </p:cNvSpPr>
          <p:nvPr/>
        </p:nvSpPr>
        <p:spPr>
          <a:xfrm>
            <a:off x="609600" y="2447925"/>
            <a:ext cx="5048250" cy="1428750"/>
          </a:xfrm>
          <a:prstGeom prst="rect">
            <a:avLst/>
          </a:prstGeom>
          <a:noFill/>
          <a:ln w="0">
            <a:noFill/>
            <a:prstDash val="solid"/>
          </a:ln>
        </p:spPr>
        <p:txBody>
          <a:bodyPr wrap="square" lIns="0" tIns="0" rIns="0" bIns="0" anchor="t">
            <a:noAutofit/>
          </a:bodyPr>
          <a:lstStyle>
            <a:defPPr algn="l">
              <a:defRPr sz="2100" b="0">
                <a:solidFill>
                  <a:srgbClr val="193647"/>
                </a:solidFill>
                <a:latin typeface="DejaVu Sans"/>
                <a:ea typeface="DejaVu Sans"/>
                <a:cs typeface="DejaVu Sans"/>
              </a:defRPr>
            </a:defPPr>
            <a:lvl1pPr algn="l">
              <a:defRPr sz="2100" b="0">
                <a:solidFill>
                  <a:srgbClr val="193647"/>
                </a:solidFill>
                <a:latin typeface="DejaVu Sans"/>
                <a:ea typeface="DejaVu Sans"/>
                <a:cs typeface="DejaVu Sans"/>
              </a:defRPr>
            </a:lvl1pPr>
            <a:lvl2pPr algn="l">
              <a:defRPr sz="2100" b="0">
                <a:solidFill>
                  <a:srgbClr val="193647"/>
                </a:solidFill>
                <a:latin typeface="DejaVu Sans"/>
                <a:ea typeface="DejaVu Sans"/>
                <a:cs typeface="DejaVu Sans"/>
              </a:defRPr>
            </a:lvl2pPr>
            <a:lvl3pPr algn="l">
              <a:defRPr sz="2100" b="0">
                <a:solidFill>
                  <a:srgbClr val="193647"/>
                </a:solidFill>
                <a:latin typeface="DejaVu Sans"/>
                <a:ea typeface="DejaVu Sans"/>
                <a:cs typeface="DejaVu Sans"/>
              </a:defRPr>
            </a:lvl3pPr>
            <a:lvl4pPr algn="l">
              <a:defRPr sz="2100" b="0">
                <a:solidFill>
                  <a:srgbClr val="193647"/>
                </a:solidFill>
                <a:latin typeface="DejaVu Sans"/>
                <a:ea typeface="DejaVu Sans"/>
                <a:cs typeface="DejaVu Sans"/>
              </a:defRPr>
            </a:lvl4pPr>
            <a:lvl5pPr algn="l">
              <a:defRPr sz="2100" b="0">
                <a:solidFill>
                  <a:srgbClr val="193647"/>
                </a:solidFill>
                <a:latin typeface="DejaVu Sans"/>
                <a:ea typeface="DejaVu Sans"/>
                <a:cs typeface="DejaVu Sans"/>
              </a:defRPr>
            </a:lvl5pPr>
            <a:lvl6pPr algn="l">
              <a:defRPr sz="2100" b="0">
                <a:solidFill>
                  <a:srgbClr val="193647"/>
                </a:solidFill>
                <a:latin typeface="DejaVu Sans"/>
                <a:ea typeface="DejaVu Sans"/>
                <a:cs typeface="DejaVu Sans"/>
              </a:defRPr>
            </a:lvl6pPr>
            <a:lvl7pPr algn="l">
              <a:defRPr sz="2100" b="0">
                <a:solidFill>
                  <a:srgbClr val="193647"/>
                </a:solidFill>
                <a:latin typeface="DejaVu Sans"/>
                <a:ea typeface="DejaVu Sans"/>
                <a:cs typeface="DejaVu Sans"/>
              </a:defRPr>
            </a:lvl7pPr>
            <a:lvl8pPr algn="l">
              <a:defRPr sz="2100" b="0">
                <a:solidFill>
                  <a:srgbClr val="193647"/>
                </a:solidFill>
                <a:latin typeface="DejaVu Sans"/>
                <a:ea typeface="DejaVu Sans"/>
                <a:cs typeface="DejaVu Sans"/>
              </a:defRPr>
            </a:lvl8pPr>
            <a:lvl9pPr algn="l">
              <a:defRPr sz="2100" b="0">
                <a:solidFill>
                  <a:srgbClr val="193647"/>
                </a:solidFill>
                <a:latin typeface="DejaVu Sans"/>
                <a:ea typeface="DejaVu Sans"/>
                <a:cs typeface="DejaVu Sans"/>
              </a:defRPr>
            </a:lvl9pPr>
          </a:lstStyle>
          <a:p>
            <a:pPr algn="l">
              <a:defRPr sz="2100" b="0">
                <a:solidFill>
                  <a:srgbClr val="193647"/>
                </a:solidFill>
                <a:latin typeface="DejaVu Sans"/>
                <a:ea typeface="DejaVu Sans"/>
                <a:cs typeface="DejaVu Sans"/>
              </a:defRPr>
            </a:pPr>
            <a:r>
              <a:rPr sz="2100" b="0">
                <a:solidFill>
                  <a:srgbClr val="193647"/>
                </a:solidFill>
                <a:latin typeface="DejaVu Sans"/>
                <a:ea typeface="DejaVu Sans"/>
                <a:cs typeface="DejaVu Sans"/>
              </a:rPr>
              <a:t>Extensão e falhas</a:t>
            </a:r>
          </a:p>
          <a:p>
            <a:pPr algn="l">
              <a:defRPr sz="2100" b="0">
                <a:solidFill>
                  <a:srgbClr val="193647"/>
                </a:solidFill>
                <a:latin typeface="DejaVu Sans"/>
                <a:ea typeface="DejaVu Sans"/>
                <a:cs typeface="DejaVu Sans"/>
              </a:defRPr>
            </a:pPr>
            <a:r>
              <a:rPr sz="2100" b="0">
                <a:solidFill>
                  <a:srgbClr val="193647"/>
                </a:solidFill>
                <a:latin typeface="DejaVu Sans"/>
                <a:ea typeface="DejaVu Sans"/>
                <a:cs typeface="DejaVu Sans"/>
              </a:rPr>
              <a:t>Consistência das medições</a:t>
            </a:r>
          </a:p>
          <a:p>
            <a:pPr algn="l">
              <a:defRPr sz="2100" b="0">
                <a:solidFill>
                  <a:srgbClr val="193647"/>
                </a:solidFill>
                <a:latin typeface="DejaVu Sans"/>
                <a:ea typeface="DejaVu Sans"/>
                <a:cs typeface="DejaVu Sans"/>
              </a:defRPr>
            </a:pPr>
            <a:r>
              <a:rPr sz="2100" b="0">
                <a:solidFill>
                  <a:srgbClr val="193647"/>
                </a:solidFill>
                <a:latin typeface="DejaVu Sans"/>
                <a:ea typeface="DejaVu Sans"/>
                <a:cs typeface="DejaVu Sans"/>
              </a:rPr>
              <a:t>Reservatórios e derivações</a:t>
            </a:r>
          </a:p>
          <a:p>
            <a:pPr algn="l">
              <a:defRPr sz="2100" b="0">
                <a:solidFill>
                  <a:srgbClr val="193647"/>
                </a:solidFill>
                <a:latin typeface="DejaVu Sans"/>
                <a:ea typeface="DejaVu Sans"/>
                <a:cs typeface="DejaVu Sans"/>
              </a:defRPr>
            </a:pPr>
            <a:r>
              <a:rPr sz="2100" b="0">
                <a:solidFill>
                  <a:srgbClr val="193647"/>
                </a:solidFill>
                <a:latin typeface="DejaVu Sans"/>
                <a:ea typeface="DejaVu Sans"/>
                <a:cs typeface="DejaVu Sans"/>
              </a:rPr>
              <a:t>Mudanças de regime</a:t>
            </a:r>
          </a:p>
        </p:txBody>
      </p:sp>
      <p:sp>
        <p:nvSpPr>
          <p:cNvPr id="8" name="texto">
            <a:extLst>
              <a:ext uri="{FF2B5EF4-FFF2-40B4-BE49-F238E27FC236}">
                <a16:creationId xmlns:a16="http://schemas.microsoft.com/office/drawing/2014/main" id="{D3BC6402-6A01-4D47-9BBB-6F3522509BCB}"/>
              </a:ext>
            </a:extLst>
          </p:cNvPr>
          <p:cNvSpPr>
            <a:spLocks noGrp="1"/>
          </p:cNvSpPr>
          <p:nvPr/>
        </p:nvSpPr>
        <p:spPr>
          <a:xfrm>
            <a:off x="6438900" y="1952625"/>
            <a:ext cx="5143500" cy="400050"/>
          </a:xfrm>
          <a:prstGeom prst="rect">
            <a:avLst/>
          </a:prstGeom>
          <a:noFill/>
          <a:ln w="0">
            <a:noFill/>
            <a:prstDash val="solid"/>
          </a:ln>
        </p:spPr>
        <p:txBody>
          <a:bodyPr wrap="square" lIns="0" tIns="0" rIns="0" bIns="0" anchor="t">
            <a:noAutofit/>
          </a:bodyPr>
          <a:lstStyle>
            <a:defPPr algn="l">
              <a:defRPr sz="2250" b="1">
                <a:solidFill>
                  <a:srgbClr val="C47B23"/>
                </a:solidFill>
                <a:latin typeface="DejaVu Sans"/>
                <a:ea typeface="DejaVu Sans"/>
                <a:cs typeface="DejaVu Sans"/>
              </a:defRPr>
            </a:defPPr>
            <a:lvl1pPr algn="l">
              <a:defRPr sz="2250" b="1">
                <a:solidFill>
                  <a:srgbClr val="C47B23"/>
                </a:solidFill>
                <a:latin typeface="DejaVu Sans"/>
                <a:ea typeface="DejaVu Sans"/>
                <a:cs typeface="DejaVu Sans"/>
              </a:defRPr>
            </a:lvl1pPr>
            <a:lvl2pPr algn="l">
              <a:defRPr sz="2250" b="1">
                <a:solidFill>
                  <a:srgbClr val="C47B23"/>
                </a:solidFill>
                <a:latin typeface="DejaVu Sans"/>
                <a:ea typeface="DejaVu Sans"/>
                <a:cs typeface="DejaVu Sans"/>
              </a:defRPr>
            </a:lvl2pPr>
            <a:lvl3pPr algn="l">
              <a:defRPr sz="2250" b="1">
                <a:solidFill>
                  <a:srgbClr val="C47B23"/>
                </a:solidFill>
                <a:latin typeface="DejaVu Sans"/>
                <a:ea typeface="DejaVu Sans"/>
                <a:cs typeface="DejaVu Sans"/>
              </a:defRPr>
            </a:lvl3pPr>
            <a:lvl4pPr algn="l">
              <a:defRPr sz="2250" b="1">
                <a:solidFill>
                  <a:srgbClr val="C47B23"/>
                </a:solidFill>
                <a:latin typeface="DejaVu Sans"/>
                <a:ea typeface="DejaVu Sans"/>
                <a:cs typeface="DejaVu Sans"/>
              </a:defRPr>
            </a:lvl4pPr>
            <a:lvl5pPr algn="l">
              <a:defRPr sz="2250" b="1">
                <a:solidFill>
                  <a:srgbClr val="C47B23"/>
                </a:solidFill>
                <a:latin typeface="DejaVu Sans"/>
                <a:ea typeface="DejaVu Sans"/>
                <a:cs typeface="DejaVu Sans"/>
              </a:defRPr>
            </a:lvl5pPr>
            <a:lvl6pPr algn="l">
              <a:defRPr sz="2250" b="1">
                <a:solidFill>
                  <a:srgbClr val="C47B23"/>
                </a:solidFill>
                <a:latin typeface="DejaVu Sans"/>
                <a:ea typeface="DejaVu Sans"/>
                <a:cs typeface="DejaVu Sans"/>
              </a:defRPr>
            </a:lvl6pPr>
            <a:lvl7pPr algn="l">
              <a:defRPr sz="2250" b="1">
                <a:solidFill>
                  <a:srgbClr val="C47B23"/>
                </a:solidFill>
                <a:latin typeface="DejaVu Sans"/>
                <a:ea typeface="DejaVu Sans"/>
                <a:cs typeface="DejaVu Sans"/>
              </a:defRPr>
            </a:lvl7pPr>
            <a:lvl8pPr algn="l">
              <a:defRPr sz="2250" b="1">
                <a:solidFill>
                  <a:srgbClr val="C47B23"/>
                </a:solidFill>
                <a:latin typeface="DejaVu Sans"/>
                <a:ea typeface="DejaVu Sans"/>
                <a:cs typeface="DejaVu Sans"/>
              </a:defRPr>
            </a:lvl8pPr>
            <a:lvl9pPr algn="l">
              <a:defRPr sz="2250" b="1">
                <a:solidFill>
                  <a:srgbClr val="C47B23"/>
                </a:solidFill>
                <a:latin typeface="DejaVu Sans"/>
                <a:ea typeface="DejaVu Sans"/>
                <a:cs typeface="DejaVu Sans"/>
              </a:defRPr>
            </a:lvl9pPr>
          </a:lstStyle>
          <a:p>
            <a:pPr algn="l">
              <a:defRPr sz="2250" b="1">
                <a:solidFill>
                  <a:srgbClr val="C47B23"/>
                </a:solidFill>
                <a:latin typeface="DejaVu Sans"/>
                <a:ea typeface="DejaVu Sans"/>
                <a:cs typeface="DejaVu Sans"/>
              </a:defRPr>
            </a:pPr>
            <a:r>
              <a:rPr sz="2250" b="1">
                <a:solidFill>
                  <a:srgbClr val="C47B23"/>
                </a:solidFill>
                <a:latin typeface="DejaVu Sans"/>
                <a:ea typeface="DejaVu Sans"/>
                <a:cs typeface="DejaVu Sans"/>
              </a:rPr>
              <a:t>Características das bacias</a:t>
            </a:r>
          </a:p>
        </p:txBody>
      </p:sp>
      <p:sp>
        <p:nvSpPr>
          <p:cNvPr id="9" name="texto">
            <a:extLst>
              <a:ext uri="{FF2B5EF4-FFF2-40B4-BE49-F238E27FC236}">
                <a16:creationId xmlns:a16="http://schemas.microsoft.com/office/drawing/2014/main" id="{C6FF0526-27D0-4EE6-A6CC-8A2C75BDE5C2}"/>
              </a:ext>
            </a:extLst>
          </p:cNvPr>
          <p:cNvSpPr>
            <a:spLocks noGrp="1"/>
          </p:cNvSpPr>
          <p:nvPr/>
        </p:nvSpPr>
        <p:spPr>
          <a:xfrm>
            <a:off x="6438900" y="2447925"/>
            <a:ext cx="5143500" cy="1428750"/>
          </a:xfrm>
          <a:prstGeom prst="rect">
            <a:avLst/>
          </a:prstGeom>
          <a:noFill/>
          <a:ln w="0">
            <a:noFill/>
            <a:prstDash val="solid"/>
          </a:ln>
        </p:spPr>
        <p:txBody>
          <a:bodyPr wrap="square" lIns="0" tIns="0" rIns="0" bIns="0" anchor="t">
            <a:noAutofit/>
          </a:bodyPr>
          <a:lstStyle>
            <a:defPPr algn="l">
              <a:defRPr sz="2100" b="0">
                <a:solidFill>
                  <a:srgbClr val="193647"/>
                </a:solidFill>
                <a:latin typeface="DejaVu Sans"/>
                <a:ea typeface="DejaVu Sans"/>
                <a:cs typeface="DejaVu Sans"/>
              </a:defRPr>
            </a:defPPr>
            <a:lvl1pPr algn="l">
              <a:defRPr sz="2100" b="0">
                <a:solidFill>
                  <a:srgbClr val="193647"/>
                </a:solidFill>
                <a:latin typeface="DejaVu Sans"/>
                <a:ea typeface="DejaVu Sans"/>
                <a:cs typeface="DejaVu Sans"/>
              </a:defRPr>
            </a:lvl1pPr>
            <a:lvl2pPr algn="l">
              <a:defRPr sz="2100" b="0">
                <a:solidFill>
                  <a:srgbClr val="193647"/>
                </a:solidFill>
                <a:latin typeface="DejaVu Sans"/>
                <a:ea typeface="DejaVu Sans"/>
                <a:cs typeface="DejaVu Sans"/>
              </a:defRPr>
            </a:lvl2pPr>
            <a:lvl3pPr algn="l">
              <a:defRPr sz="2100" b="0">
                <a:solidFill>
                  <a:srgbClr val="193647"/>
                </a:solidFill>
                <a:latin typeface="DejaVu Sans"/>
                <a:ea typeface="DejaVu Sans"/>
                <a:cs typeface="DejaVu Sans"/>
              </a:defRPr>
            </a:lvl3pPr>
            <a:lvl4pPr algn="l">
              <a:defRPr sz="2100" b="0">
                <a:solidFill>
                  <a:srgbClr val="193647"/>
                </a:solidFill>
                <a:latin typeface="DejaVu Sans"/>
                <a:ea typeface="DejaVu Sans"/>
                <a:cs typeface="DejaVu Sans"/>
              </a:defRPr>
            </a:lvl4pPr>
            <a:lvl5pPr algn="l">
              <a:defRPr sz="2100" b="0">
                <a:solidFill>
                  <a:srgbClr val="193647"/>
                </a:solidFill>
                <a:latin typeface="DejaVu Sans"/>
                <a:ea typeface="DejaVu Sans"/>
                <a:cs typeface="DejaVu Sans"/>
              </a:defRPr>
            </a:lvl5pPr>
            <a:lvl6pPr algn="l">
              <a:defRPr sz="2100" b="0">
                <a:solidFill>
                  <a:srgbClr val="193647"/>
                </a:solidFill>
                <a:latin typeface="DejaVu Sans"/>
                <a:ea typeface="DejaVu Sans"/>
                <a:cs typeface="DejaVu Sans"/>
              </a:defRPr>
            </a:lvl6pPr>
            <a:lvl7pPr algn="l">
              <a:defRPr sz="2100" b="0">
                <a:solidFill>
                  <a:srgbClr val="193647"/>
                </a:solidFill>
                <a:latin typeface="DejaVu Sans"/>
                <a:ea typeface="DejaVu Sans"/>
                <a:cs typeface="DejaVu Sans"/>
              </a:defRPr>
            </a:lvl7pPr>
            <a:lvl8pPr algn="l">
              <a:defRPr sz="2100" b="0">
                <a:solidFill>
                  <a:srgbClr val="193647"/>
                </a:solidFill>
                <a:latin typeface="DejaVu Sans"/>
                <a:ea typeface="DejaVu Sans"/>
                <a:cs typeface="DejaVu Sans"/>
              </a:defRPr>
            </a:lvl8pPr>
            <a:lvl9pPr algn="l">
              <a:defRPr sz="2100" b="0">
                <a:solidFill>
                  <a:srgbClr val="193647"/>
                </a:solidFill>
                <a:latin typeface="DejaVu Sans"/>
                <a:ea typeface="DejaVu Sans"/>
                <a:cs typeface="DejaVu Sans"/>
              </a:defRPr>
            </a:lvl9pPr>
          </a:lstStyle>
          <a:p>
            <a:pPr algn="l">
              <a:defRPr sz="2100" b="0">
                <a:solidFill>
                  <a:srgbClr val="193647"/>
                </a:solidFill>
                <a:latin typeface="DejaVu Sans"/>
                <a:ea typeface="DejaVu Sans"/>
                <a:cs typeface="DejaVu Sans"/>
              </a:defRPr>
            </a:pPr>
            <a:r>
              <a:rPr sz="2100" b="0">
                <a:solidFill>
                  <a:srgbClr val="193647"/>
                </a:solidFill>
                <a:latin typeface="DejaVu Sans"/>
                <a:ea typeface="DejaVu Sans"/>
                <a:cs typeface="DejaVu Sans"/>
              </a:rPr>
              <a:t>Área de drenagem e relevo</a:t>
            </a:r>
          </a:p>
          <a:p>
            <a:pPr algn="l">
              <a:defRPr sz="2100" b="0">
                <a:solidFill>
                  <a:srgbClr val="193647"/>
                </a:solidFill>
                <a:latin typeface="DejaVu Sans"/>
                <a:ea typeface="DejaVu Sans"/>
                <a:cs typeface="DejaVu Sans"/>
              </a:defRPr>
            </a:pPr>
            <a:r>
              <a:rPr sz="2100" b="0">
                <a:solidFill>
                  <a:srgbClr val="193647"/>
                </a:solidFill>
                <a:latin typeface="DejaVu Sans"/>
                <a:ea typeface="DejaVu Sans"/>
                <a:cs typeface="DejaVu Sans"/>
              </a:rPr>
              <a:t>Precipitação e sazonalidade</a:t>
            </a:r>
          </a:p>
          <a:p>
            <a:pPr algn="l">
              <a:defRPr sz="2100" b="0">
                <a:solidFill>
                  <a:srgbClr val="193647"/>
                </a:solidFill>
                <a:latin typeface="DejaVu Sans"/>
                <a:ea typeface="DejaVu Sans"/>
                <a:cs typeface="DejaVu Sans"/>
              </a:defRPr>
            </a:pPr>
            <a:r>
              <a:rPr sz="2100" b="0">
                <a:solidFill>
                  <a:srgbClr val="193647"/>
                </a:solidFill>
                <a:latin typeface="DejaVu Sans"/>
                <a:ea typeface="DejaVu Sans"/>
                <a:cs typeface="DejaVu Sans"/>
              </a:rPr>
              <a:t>Solos, geologia e recarga</a:t>
            </a:r>
          </a:p>
          <a:p>
            <a:pPr algn="l">
              <a:defRPr sz="2100" b="0">
                <a:solidFill>
                  <a:srgbClr val="193647"/>
                </a:solidFill>
                <a:latin typeface="DejaVu Sans"/>
                <a:ea typeface="DejaVu Sans"/>
                <a:cs typeface="DejaVu Sans"/>
              </a:defRPr>
            </a:pPr>
            <a:r>
              <a:rPr sz="2100" b="0">
                <a:solidFill>
                  <a:srgbClr val="193647"/>
                </a:solidFill>
                <a:latin typeface="DejaVu Sans"/>
                <a:ea typeface="DejaVu Sans"/>
                <a:cs typeface="DejaVu Sans"/>
              </a:rPr>
              <a:t>Uso e cobertura da terra</a:t>
            </a:r>
          </a:p>
        </p:txBody>
      </p:sp>
      <p:sp>
        <p:nvSpPr>
          <p:cNvPr id="10" name="Straight Connector 9">
            <a:extLst>
              <a:ext uri="{FF2B5EF4-FFF2-40B4-BE49-F238E27FC236}">
                <a16:creationId xmlns:a16="http://schemas.microsoft.com/office/drawing/2014/main" id="{ED17E9B2-862D-4EED-B3BA-5435AD7EAFD4}"/>
              </a:ext>
            </a:extLst>
          </p:cNvPr>
          <p:cNvSpPr>
            <a:spLocks noGrp="1"/>
          </p:cNvSpPr>
          <p:nvPr/>
        </p:nvSpPr>
        <p:spPr>
          <a:xfrm>
            <a:off x="609600" y="4581525"/>
            <a:ext cx="10972800" cy="0"/>
          </a:xfrm>
          <a:prstGeom prst="line">
            <a:avLst/>
          </a:prstGeom>
          <a:noFill/>
          <a:ln w="9525">
            <a:solidFill>
              <a:srgbClr val="DCE3E3"/>
            </a:solidFill>
            <a:prstDash val="solid"/>
          </a:ln>
        </p:spPr>
        <p:txBody>
          <a:bodyPr/>
          <a:lstStyle/>
          <a:p>
            <a:endParaRPr lang="en-GB"/>
          </a:p>
        </p:txBody>
      </p:sp>
      <p:sp>
        <p:nvSpPr>
          <p:cNvPr id="11" name="texto">
            <a:extLst>
              <a:ext uri="{FF2B5EF4-FFF2-40B4-BE49-F238E27FC236}">
                <a16:creationId xmlns:a16="http://schemas.microsoft.com/office/drawing/2014/main" id="{A24BE461-F0D9-43E4-9F05-02A59FD95380}"/>
              </a:ext>
            </a:extLst>
          </p:cNvPr>
          <p:cNvSpPr>
            <a:spLocks noGrp="1"/>
          </p:cNvSpPr>
          <p:nvPr/>
        </p:nvSpPr>
        <p:spPr>
          <a:xfrm>
            <a:off x="609600" y="4943475"/>
            <a:ext cx="10810875" cy="828675"/>
          </a:xfrm>
          <a:prstGeom prst="rect">
            <a:avLst/>
          </a:prstGeom>
          <a:noFill/>
          <a:ln w="0">
            <a:noFill/>
            <a:prstDash val="solid"/>
          </a:ln>
        </p:spPr>
        <p:txBody>
          <a:bodyPr wrap="square" lIns="0" tIns="0" rIns="0" bIns="0" anchor="t">
            <a:noAutofit/>
          </a:bodyPr>
          <a:lstStyle>
            <a:defPPr algn="l">
              <a:defRPr sz="2400" b="1">
                <a:solidFill>
                  <a:srgbClr val="123247"/>
                </a:solidFill>
                <a:latin typeface="DejaVu Sans"/>
                <a:ea typeface="DejaVu Sans"/>
                <a:cs typeface="DejaVu Sans"/>
              </a:defRPr>
            </a:defPPr>
            <a:lvl1pPr algn="l">
              <a:defRPr sz="2400" b="1">
                <a:solidFill>
                  <a:srgbClr val="123247"/>
                </a:solidFill>
                <a:latin typeface="DejaVu Sans"/>
                <a:ea typeface="DejaVu Sans"/>
                <a:cs typeface="DejaVu Sans"/>
              </a:defRPr>
            </a:lvl1pPr>
            <a:lvl2pPr algn="l">
              <a:defRPr sz="2400" b="1">
                <a:solidFill>
                  <a:srgbClr val="123247"/>
                </a:solidFill>
                <a:latin typeface="DejaVu Sans"/>
                <a:ea typeface="DejaVu Sans"/>
                <a:cs typeface="DejaVu Sans"/>
              </a:defRPr>
            </a:lvl2pPr>
            <a:lvl3pPr algn="l">
              <a:defRPr sz="2400" b="1">
                <a:solidFill>
                  <a:srgbClr val="123247"/>
                </a:solidFill>
                <a:latin typeface="DejaVu Sans"/>
                <a:ea typeface="DejaVu Sans"/>
                <a:cs typeface="DejaVu Sans"/>
              </a:defRPr>
            </a:lvl3pPr>
            <a:lvl4pPr algn="l">
              <a:defRPr sz="2400" b="1">
                <a:solidFill>
                  <a:srgbClr val="123247"/>
                </a:solidFill>
                <a:latin typeface="DejaVu Sans"/>
                <a:ea typeface="DejaVu Sans"/>
                <a:cs typeface="DejaVu Sans"/>
              </a:defRPr>
            </a:lvl4pPr>
            <a:lvl5pPr algn="l">
              <a:defRPr sz="2400" b="1">
                <a:solidFill>
                  <a:srgbClr val="123247"/>
                </a:solidFill>
                <a:latin typeface="DejaVu Sans"/>
                <a:ea typeface="DejaVu Sans"/>
                <a:cs typeface="DejaVu Sans"/>
              </a:defRPr>
            </a:lvl5pPr>
            <a:lvl6pPr algn="l">
              <a:defRPr sz="2400" b="1">
                <a:solidFill>
                  <a:srgbClr val="123247"/>
                </a:solidFill>
                <a:latin typeface="DejaVu Sans"/>
                <a:ea typeface="DejaVu Sans"/>
                <a:cs typeface="DejaVu Sans"/>
              </a:defRPr>
            </a:lvl6pPr>
            <a:lvl7pPr algn="l">
              <a:defRPr sz="2400" b="1">
                <a:solidFill>
                  <a:srgbClr val="123247"/>
                </a:solidFill>
                <a:latin typeface="DejaVu Sans"/>
                <a:ea typeface="DejaVu Sans"/>
                <a:cs typeface="DejaVu Sans"/>
              </a:defRPr>
            </a:lvl7pPr>
            <a:lvl8pPr algn="l">
              <a:defRPr sz="2400" b="1">
                <a:solidFill>
                  <a:srgbClr val="123247"/>
                </a:solidFill>
                <a:latin typeface="DejaVu Sans"/>
                <a:ea typeface="DejaVu Sans"/>
                <a:cs typeface="DejaVu Sans"/>
              </a:defRPr>
            </a:lvl8pPr>
            <a:lvl9pPr algn="l">
              <a:defRPr sz="2400" b="1">
                <a:solidFill>
                  <a:srgbClr val="123247"/>
                </a:solidFill>
                <a:latin typeface="DejaVu Sans"/>
                <a:ea typeface="DejaVu Sans"/>
                <a:cs typeface="DejaVu Sans"/>
              </a:defRPr>
            </a:lvl9pPr>
          </a:lstStyle>
          <a:p>
            <a:pPr algn="l">
              <a:defRPr sz="2400" b="1">
                <a:solidFill>
                  <a:srgbClr val="123247"/>
                </a:solidFill>
                <a:latin typeface="DejaVu Sans"/>
                <a:ea typeface="DejaVu Sans"/>
                <a:cs typeface="DejaVu Sans"/>
              </a:defRPr>
            </a:pPr>
            <a:r>
              <a:rPr sz="2400" b="1">
                <a:solidFill>
                  <a:srgbClr val="123247"/>
                </a:solidFill>
                <a:latin typeface="DejaVu Sans"/>
                <a:ea typeface="DejaVu Sans"/>
                <a:cs typeface="DejaVu Sans"/>
              </a:rPr>
              <a:t>Mesma definição do alvo, das unidades e do período de referência.</a:t>
            </a:r>
          </a:p>
        </p:txBody>
      </p:sp>
    </p:spTree>
    <p:extLst>
      <p:ext uri="{BB962C8B-B14F-4D97-AF65-F5344CB8AC3E}">
        <p14:creationId xmlns:p14="http://schemas.microsoft.com/office/powerpoint/2010/main" val="1324211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51" name="section">
            <a:extLst>
              <a:ext uri="{FF2B5EF4-FFF2-40B4-BE49-F238E27FC236}">
                <a16:creationId xmlns:a16="http://schemas.microsoft.com/office/drawing/2014/main" id="{26D31428-EEA5-4F1E-8422-F8381711A803}"/>
              </a:ext>
            </a:extLst>
          </p:cNvPr>
          <p:cNvSpPr>
            <a:spLocks noGrp="1"/>
          </p:cNvSpPr>
          <p:nvPr/>
        </p:nvSpPr>
        <p:spPr>
          <a:xfrm>
            <a:off x="609600" y="285750"/>
            <a:ext cx="10668000" cy="247650"/>
          </a:xfrm>
          <a:prstGeom prst="rect">
            <a:avLst/>
          </a:prstGeom>
          <a:noFill/>
          <a:ln w="0">
            <a:noFill/>
            <a:prstDash val="solid"/>
          </a:ln>
        </p:spPr>
        <p:txBody>
          <a:bodyPr wrap="square" lIns="0" tIns="0" rIns="0" bIns="0" anchor="t">
            <a:noAutofit/>
          </a:bodyPr>
          <a:lstStyle>
            <a:defPPr algn="l">
              <a:defRPr sz="1275" b="1">
                <a:solidFill>
                  <a:srgbClr val="087F88"/>
                </a:solidFill>
                <a:latin typeface="DejaVu Sans"/>
                <a:ea typeface="DejaVu Sans"/>
                <a:cs typeface="DejaVu Sans"/>
              </a:defRPr>
            </a:defPPr>
            <a:lvl1pPr algn="l">
              <a:defRPr sz="1275" b="1">
                <a:solidFill>
                  <a:srgbClr val="087F88"/>
                </a:solidFill>
                <a:latin typeface="DejaVu Sans"/>
                <a:ea typeface="DejaVu Sans"/>
                <a:cs typeface="DejaVu Sans"/>
              </a:defRPr>
            </a:lvl1pPr>
            <a:lvl2pPr algn="l">
              <a:defRPr sz="1275" b="1">
                <a:solidFill>
                  <a:srgbClr val="087F88"/>
                </a:solidFill>
                <a:latin typeface="DejaVu Sans"/>
                <a:ea typeface="DejaVu Sans"/>
                <a:cs typeface="DejaVu Sans"/>
              </a:defRPr>
            </a:lvl2pPr>
            <a:lvl3pPr algn="l">
              <a:defRPr sz="1275" b="1">
                <a:solidFill>
                  <a:srgbClr val="087F88"/>
                </a:solidFill>
                <a:latin typeface="DejaVu Sans"/>
                <a:ea typeface="DejaVu Sans"/>
                <a:cs typeface="DejaVu Sans"/>
              </a:defRPr>
            </a:lvl3pPr>
            <a:lvl4pPr algn="l">
              <a:defRPr sz="1275" b="1">
                <a:solidFill>
                  <a:srgbClr val="087F88"/>
                </a:solidFill>
                <a:latin typeface="DejaVu Sans"/>
                <a:ea typeface="DejaVu Sans"/>
                <a:cs typeface="DejaVu Sans"/>
              </a:defRPr>
            </a:lvl4pPr>
            <a:lvl5pPr algn="l">
              <a:defRPr sz="1275" b="1">
                <a:solidFill>
                  <a:srgbClr val="087F88"/>
                </a:solidFill>
                <a:latin typeface="DejaVu Sans"/>
                <a:ea typeface="DejaVu Sans"/>
                <a:cs typeface="DejaVu Sans"/>
              </a:defRPr>
            </a:lvl5pPr>
            <a:lvl6pPr algn="l">
              <a:defRPr sz="1275" b="1">
                <a:solidFill>
                  <a:srgbClr val="087F88"/>
                </a:solidFill>
                <a:latin typeface="DejaVu Sans"/>
                <a:ea typeface="DejaVu Sans"/>
                <a:cs typeface="DejaVu Sans"/>
              </a:defRPr>
            </a:lvl6pPr>
            <a:lvl7pPr algn="l">
              <a:defRPr sz="1275" b="1">
                <a:solidFill>
                  <a:srgbClr val="087F88"/>
                </a:solidFill>
                <a:latin typeface="DejaVu Sans"/>
                <a:ea typeface="DejaVu Sans"/>
                <a:cs typeface="DejaVu Sans"/>
              </a:defRPr>
            </a:lvl7pPr>
            <a:lvl8pPr algn="l">
              <a:defRPr sz="1275" b="1">
                <a:solidFill>
                  <a:srgbClr val="087F88"/>
                </a:solidFill>
                <a:latin typeface="DejaVu Sans"/>
                <a:ea typeface="DejaVu Sans"/>
                <a:cs typeface="DejaVu Sans"/>
              </a:defRPr>
            </a:lvl8pPr>
            <a:lvl9pPr algn="l">
              <a:defRPr sz="1275" b="1">
                <a:solidFill>
                  <a:srgbClr val="087F88"/>
                </a:solidFill>
                <a:latin typeface="DejaVu Sans"/>
                <a:ea typeface="DejaVu Sans"/>
                <a:cs typeface="DejaVu Sans"/>
              </a:defRPr>
            </a:lvl9pPr>
          </a:lstStyle>
          <a:p>
            <a:pPr algn="l">
              <a:defRPr sz="1275" b="1">
                <a:solidFill>
                  <a:srgbClr val="087F88"/>
                </a:solidFill>
                <a:latin typeface="DejaVu Sans"/>
                <a:ea typeface="DejaVu Sans"/>
                <a:cs typeface="DejaVu Sans"/>
              </a:defRPr>
            </a:pPr>
            <a:r>
              <a:rPr sz="1275" b="1">
                <a:solidFill>
                  <a:srgbClr val="087F88"/>
                </a:solidFill>
                <a:latin typeface="DejaVu Sans"/>
                <a:ea typeface="DejaVu Sans"/>
                <a:cs typeface="DejaVu Sans"/>
              </a:rPr>
              <a:t>FORMAÇÃO DAS REGIÕES</a:t>
            </a:r>
          </a:p>
        </p:txBody>
      </p:sp>
      <p:sp>
        <p:nvSpPr>
          <p:cNvPr id="2" name="title">
            <a:extLst>
              <a:ext uri="{FF2B5EF4-FFF2-40B4-BE49-F238E27FC236}">
                <a16:creationId xmlns:a16="http://schemas.microsoft.com/office/drawing/2014/main" id="{23D80C2C-1F21-488D-B62E-BEA471D5F450}"/>
              </a:ext>
            </a:extLst>
          </p:cNvPr>
          <p:cNvSpPr>
            <a:spLocks noGrp="1"/>
          </p:cNvSpPr>
          <p:nvPr/>
        </p:nvSpPr>
        <p:spPr>
          <a:xfrm>
            <a:off x="609600" y="685800"/>
            <a:ext cx="10972800" cy="714375"/>
          </a:xfrm>
          <a:prstGeom prst="rect">
            <a:avLst/>
          </a:prstGeom>
          <a:noFill/>
          <a:ln w="0">
            <a:noFill/>
            <a:prstDash val="solid"/>
          </a:ln>
        </p:spPr>
        <p:txBody>
          <a:bodyPr wrap="square" lIns="0" tIns="0" rIns="0" bIns="0" anchor="t">
            <a:noAutofit/>
          </a:bodyPr>
          <a:lstStyle>
            <a:defPPr algn="l">
              <a:defRPr sz="3225" b="1">
                <a:solidFill>
                  <a:srgbClr val="123247"/>
                </a:solidFill>
                <a:latin typeface="DejaVu Sans"/>
                <a:ea typeface="DejaVu Sans"/>
                <a:cs typeface="DejaVu Sans"/>
              </a:defRPr>
            </a:defPPr>
            <a:lvl1pPr algn="l">
              <a:defRPr sz="3225" b="1">
                <a:solidFill>
                  <a:srgbClr val="123247"/>
                </a:solidFill>
                <a:latin typeface="DejaVu Sans"/>
                <a:ea typeface="DejaVu Sans"/>
                <a:cs typeface="DejaVu Sans"/>
              </a:defRPr>
            </a:lvl1pPr>
            <a:lvl2pPr algn="l">
              <a:defRPr sz="3225" b="1">
                <a:solidFill>
                  <a:srgbClr val="123247"/>
                </a:solidFill>
                <a:latin typeface="DejaVu Sans"/>
                <a:ea typeface="DejaVu Sans"/>
                <a:cs typeface="DejaVu Sans"/>
              </a:defRPr>
            </a:lvl2pPr>
            <a:lvl3pPr algn="l">
              <a:defRPr sz="3225" b="1">
                <a:solidFill>
                  <a:srgbClr val="123247"/>
                </a:solidFill>
                <a:latin typeface="DejaVu Sans"/>
                <a:ea typeface="DejaVu Sans"/>
                <a:cs typeface="DejaVu Sans"/>
              </a:defRPr>
            </a:lvl3pPr>
            <a:lvl4pPr algn="l">
              <a:defRPr sz="3225" b="1">
                <a:solidFill>
                  <a:srgbClr val="123247"/>
                </a:solidFill>
                <a:latin typeface="DejaVu Sans"/>
                <a:ea typeface="DejaVu Sans"/>
                <a:cs typeface="DejaVu Sans"/>
              </a:defRPr>
            </a:lvl4pPr>
            <a:lvl5pPr algn="l">
              <a:defRPr sz="3225" b="1">
                <a:solidFill>
                  <a:srgbClr val="123247"/>
                </a:solidFill>
                <a:latin typeface="DejaVu Sans"/>
                <a:ea typeface="DejaVu Sans"/>
                <a:cs typeface="DejaVu Sans"/>
              </a:defRPr>
            </a:lvl5pPr>
            <a:lvl6pPr algn="l">
              <a:defRPr sz="3225" b="1">
                <a:solidFill>
                  <a:srgbClr val="123247"/>
                </a:solidFill>
                <a:latin typeface="DejaVu Sans"/>
                <a:ea typeface="DejaVu Sans"/>
                <a:cs typeface="DejaVu Sans"/>
              </a:defRPr>
            </a:lvl6pPr>
            <a:lvl7pPr algn="l">
              <a:defRPr sz="3225" b="1">
                <a:solidFill>
                  <a:srgbClr val="123247"/>
                </a:solidFill>
                <a:latin typeface="DejaVu Sans"/>
                <a:ea typeface="DejaVu Sans"/>
                <a:cs typeface="DejaVu Sans"/>
              </a:defRPr>
            </a:lvl7pPr>
            <a:lvl8pPr algn="l">
              <a:defRPr sz="3225" b="1">
                <a:solidFill>
                  <a:srgbClr val="123247"/>
                </a:solidFill>
                <a:latin typeface="DejaVu Sans"/>
                <a:ea typeface="DejaVu Sans"/>
                <a:cs typeface="DejaVu Sans"/>
              </a:defRPr>
            </a:lvl8pPr>
            <a:lvl9pPr algn="l">
              <a:defRPr sz="3225" b="1">
                <a:solidFill>
                  <a:srgbClr val="123247"/>
                </a:solidFill>
                <a:latin typeface="DejaVu Sans"/>
                <a:ea typeface="DejaVu Sans"/>
                <a:cs typeface="DejaVu Sans"/>
              </a:defRPr>
            </a:lvl9pPr>
          </a:lstStyle>
          <a:p>
            <a:pPr algn="l">
              <a:defRPr sz="3225" b="1">
                <a:solidFill>
                  <a:srgbClr val="123247"/>
                </a:solidFill>
                <a:latin typeface="DejaVu Sans"/>
                <a:ea typeface="DejaVu Sans"/>
                <a:cs typeface="DejaVu Sans"/>
              </a:defRPr>
            </a:pPr>
            <a:r>
              <a:rPr sz="3225" b="1">
                <a:solidFill>
                  <a:srgbClr val="123247"/>
                </a:solidFill>
                <a:latin typeface="DejaVu Sans"/>
                <a:ea typeface="DejaVu Sans"/>
                <a:cs typeface="DejaVu Sans"/>
              </a:rPr>
              <a:t>Regiões hidrologicamente homogêneas</a:t>
            </a:r>
          </a:p>
        </p:txBody>
      </p:sp>
      <p:sp>
        <p:nvSpPr>
          <p:cNvPr id="3" name="definition">
            <a:extLst>
              <a:ext uri="{FF2B5EF4-FFF2-40B4-BE49-F238E27FC236}">
                <a16:creationId xmlns:a16="http://schemas.microsoft.com/office/drawing/2014/main" id="{96B94CAF-6011-4C1D-8124-415EA89914A7}"/>
              </a:ext>
            </a:extLst>
          </p:cNvPr>
          <p:cNvSpPr>
            <a:spLocks noGrp="1"/>
          </p:cNvSpPr>
          <p:nvPr/>
        </p:nvSpPr>
        <p:spPr>
          <a:xfrm>
            <a:off x="609600" y="1504950"/>
            <a:ext cx="10972800" cy="419100"/>
          </a:xfrm>
          <a:prstGeom prst="rect">
            <a:avLst/>
          </a:prstGeom>
          <a:noFill/>
          <a:ln w="0">
            <a:noFill/>
            <a:prstDash val="solid"/>
          </a:ln>
        </p:spPr>
        <p:txBody>
          <a:bodyPr wrap="square" lIns="0" tIns="0" rIns="0" bIns="0" anchor="t">
            <a:noAutofit/>
          </a:bodyPr>
          <a:lstStyle>
            <a:defPPr algn="l">
              <a:defRPr sz="2100" b="1">
                <a:solidFill>
                  <a:srgbClr val="123247"/>
                </a:solidFill>
                <a:latin typeface="DejaVu Sans"/>
                <a:ea typeface="DejaVu Sans"/>
                <a:cs typeface="DejaVu Sans"/>
              </a:defRPr>
            </a:defPPr>
            <a:lvl1pPr algn="l">
              <a:defRPr sz="2100" b="1">
                <a:solidFill>
                  <a:srgbClr val="123247"/>
                </a:solidFill>
                <a:latin typeface="DejaVu Sans"/>
                <a:ea typeface="DejaVu Sans"/>
                <a:cs typeface="DejaVu Sans"/>
              </a:defRPr>
            </a:lvl1pPr>
            <a:lvl2pPr algn="l">
              <a:defRPr sz="2100" b="1">
                <a:solidFill>
                  <a:srgbClr val="123247"/>
                </a:solidFill>
                <a:latin typeface="DejaVu Sans"/>
                <a:ea typeface="DejaVu Sans"/>
                <a:cs typeface="DejaVu Sans"/>
              </a:defRPr>
            </a:lvl2pPr>
            <a:lvl3pPr algn="l">
              <a:defRPr sz="2100" b="1">
                <a:solidFill>
                  <a:srgbClr val="123247"/>
                </a:solidFill>
                <a:latin typeface="DejaVu Sans"/>
                <a:ea typeface="DejaVu Sans"/>
                <a:cs typeface="DejaVu Sans"/>
              </a:defRPr>
            </a:lvl3pPr>
            <a:lvl4pPr algn="l">
              <a:defRPr sz="2100" b="1">
                <a:solidFill>
                  <a:srgbClr val="123247"/>
                </a:solidFill>
                <a:latin typeface="DejaVu Sans"/>
                <a:ea typeface="DejaVu Sans"/>
                <a:cs typeface="DejaVu Sans"/>
              </a:defRPr>
            </a:lvl4pPr>
            <a:lvl5pPr algn="l">
              <a:defRPr sz="2100" b="1">
                <a:solidFill>
                  <a:srgbClr val="123247"/>
                </a:solidFill>
                <a:latin typeface="DejaVu Sans"/>
                <a:ea typeface="DejaVu Sans"/>
                <a:cs typeface="DejaVu Sans"/>
              </a:defRPr>
            </a:lvl5pPr>
            <a:lvl6pPr algn="l">
              <a:defRPr sz="2100" b="1">
                <a:solidFill>
                  <a:srgbClr val="123247"/>
                </a:solidFill>
                <a:latin typeface="DejaVu Sans"/>
                <a:ea typeface="DejaVu Sans"/>
                <a:cs typeface="DejaVu Sans"/>
              </a:defRPr>
            </a:lvl6pPr>
            <a:lvl7pPr algn="l">
              <a:defRPr sz="2100" b="1">
                <a:solidFill>
                  <a:srgbClr val="123247"/>
                </a:solidFill>
                <a:latin typeface="DejaVu Sans"/>
                <a:ea typeface="DejaVu Sans"/>
                <a:cs typeface="DejaVu Sans"/>
              </a:defRPr>
            </a:lvl7pPr>
            <a:lvl8pPr algn="l">
              <a:defRPr sz="2100" b="1">
                <a:solidFill>
                  <a:srgbClr val="123247"/>
                </a:solidFill>
                <a:latin typeface="DejaVu Sans"/>
                <a:ea typeface="DejaVu Sans"/>
                <a:cs typeface="DejaVu Sans"/>
              </a:defRPr>
            </a:lvl8pPr>
            <a:lvl9pPr algn="l">
              <a:defRPr sz="2100" b="1">
                <a:solidFill>
                  <a:srgbClr val="123247"/>
                </a:solidFill>
                <a:latin typeface="DejaVu Sans"/>
                <a:ea typeface="DejaVu Sans"/>
                <a:cs typeface="DejaVu Sans"/>
              </a:defRPr>
            </a:lvl9pPr>
          </a:lstStyle>
          <a:p>
            <a:pPr algn="l">
              <a:defRPr sz="2100" b="1">
                <a:solidFill>
                  <a:srgbClr val="123247"/>
                </a:solidFill>
                <a:latin typeface="DejaVu Sans"/>
                <a:ea typeface="DejaVu Sans"/>
                <a:cs typeface="DejaVu Sans"/>
              </a:defRPr>
            </a:pPr>
            <a:r>
              <a:rPr sz="2100" b="1">
                <a:solidFill>
                  <a:srgbClr val="123247"/>
                </a:solidFill>
                <a:latin typeface="DejaVu Sans"/>
                <a:ea typeface="DejaVu Sans"/>
                <a:cs typeface="DejaVu Sans"/>
              </a:rPr>
              <a:t>Bacias semelhantes podem compartilhar uma relação regional.</a:t>
            </a:r>
          </a:p>
        </p:txBody>
      </p:sp>
      <p:sp>
        <p:nvSpPr>
          <p:cNvPr id="4" name="map-panel">
            <a:extLst>
              <a:ext uri="{FF2B5EF4-FFF2-40B4-BE49-F238E27FC236}">
                <a16:creationId xmlns:a16="http://schemas.microsoft.com/office/drawing/2014/main" id="{0C2DB270-60C8-46E9-8F82-CF1C419D7DD6}"/>
              </a:ext>
            </a:extLst>
          </p:cNvPr>
          <p:cNvSpPr>
            <a:spLocks noGrp="1"/>
          </p:cNvSpPr>
          <p:nvPr/>
        </p:nvSpPr>
        <p:spPr>
          <a:xfrm>
            <a:off x="609600" y="2038350"/>
            <a:ext cx="7086600" cy="3352800"/>
          </a:xfrm>
          <a:prstGeom prst="rect">
            <a:avLst/>
          </a:prstGeom>
          <a:solidFill>
            <a:srgbClr val="FFFFFF"/>
          </a:solidFill>
          <a:ln w="0">
            <a:noFill/>
            <a:prstDash val="solid"/>
          </a:ln>
        </p:spPr>
        <p:txBody>
          <a:bodyPr/>
          <a:lstStyle/>
          <a:p>
            <a:endParaRPr lang="en-GB"/>
          </a:p>
        </p:txBody>
      </p:sp>
      <p:sp>
        <p:nvSpPr>
          <p:cNvPr id="5" name="figure-title">
            <a:extLst>
              <a:ext uri="{FF2B5EF4-FFF2-40B4-BE49-F238E27FC236}">
                <a16:creationId xmlns:a16="http://schemas.microsoft.com/office/drawing/2014/main" id="{E5EA1E01-2C3D-44C4-BE92-305FA46DE33F}"/>
              </a:ext>
            </a:extLst>
          </p:cNvPr>
          <p:cNvSpPr>
            <a:spLocks noGrp="1"/>
          </p:cNvSpPr>
          <p:nvPr/>
        </p:nvSpPr>
        <p:spPr>
          <a:xfrm>
            <a:off x="800100" y="2162175"/>
            <a:ext cx="6667500" cy="266700"/>
          </a:xfrm>
          <a:prstGeom prst="rect">
            <a:avLst/>
          </a:prstGeom>
          <a:noFill/>
          <a:ln w="0">
            <a:noFill/>
            <a:prstDash val="solid"/>
          </a:ln>
        </p:spPr>
        <p:txBody>
          <a:bodyPr wrap="square" lIns="0" tIns="0" rIns="0" bIns="0" anchor="t">
            <a:noAutofit/>
          </a:bodyPr>
          <a:lstStyle>
            <a:defPPr algn="l">
              <a:defRPr sz="1275" b="1">
                <a:solidFill>
                  <a:srgbClr val="526873"/>
                </a:solidFill>
                <a:latin typeface="DejaVu Sans"/>
                <a:ea typeface="DejaVu Sans"/>
                <a:cs typeface="DejaVu Sans"/>
              </a:defRPr>
            </a:defPPr>
            <a:lvl1pPr algn="l">
              <a:defRPr sz="1275" b="1">
                <a:solidFill>
                  <a:srgbClr val="526873"/>
                </a:solidFill>
                <a:latin typeface="DejaVu Sans"/>
                <a:ea typeface="DejaVu Sans"/>
                <a:cs typeface="DejaVu Sans"/>
              </a:defRPr>
            </a:lvl1pPr>
            <a:lvl2pPr algn="l">
              <a:defRPr sz="1275" b="1">
                <a:solidFill>
                  <a:srgbClr val="526873"/>
                </a:solidFill>
                <a:latin typeface="DejaVu Sans"/>
                <a:ea typeface="DejaVu Sans"/>
                <a:cs typeface="DejaVu Sans"/>
              </a:defRPr>
            </a:lvl2pPr>
            <a:lvl3pPr algn="l">
              <a:defRPr sz="1275" b="1">
                <a:solidFill>
                  <a:srgbClr val="526873"/>
                </a:solidFill>
                <a:latin typeface="DejaVu Sans"/>
                <a:ea typeface="DejaVu Sans"/>
                <a:cs typeface="DejaVu Sans"/>
              </a:defRPr>
            </a:lvl3pPr>
            <a:lvl4pPr algn="l">
              <a:defRPr sz="1275" b="1">
                <a:solidFill>
                  <a:srgbClr val="526873"/>
                </a:solidFill>
                <a:latin typeface="DejaVu Sans"/>
                <a:ea typeface="DejaVu Sans"/>
                <a:cs typeface="DejaVu Sans"/>
              </a:defRPr>
            </a:lvl4pPr>
            <a:lvl5pPr algn="l">
              <a:defRPr sz="1275" b="1">
                <a:solidFill>
                  <a:srgbClr val="526873"/>
                </a:solidFill>
                <a:latin typeface="DejaVu Sans"/>
                <a:ea typeface="DejaVu Sans"/>
                <a:cs typeface="DejaVu Sans"/>
              </a:defRPr>
            </a:lvl5pPr>
            <a:lvl6pPr algn="l">
              <a:defRPr sz="1275" b="1">
                <a:solidFill>
                  <a:srgbClr val="526873"/>
                </a:solidFill>
                <a:latin typeface="DejaVu Sans"/>
                <a:ea typeface="DejaVu Sans"/>
                <a:cs typeface="DejaVu Sans"/>
              </a:defRPr>
            </a:lvl6pPr>
            <a:lvl7pPr algn="l">
              <a:defRPr sz="1275" b="1">
                <a:solidFill>
                  <a:srgbClr val="526873"/>
                </a:solidFill>
                <a:latin typeface="DejaVu Sans"/>
                <a:ea typeface="DejaVu Sans"/>
                <a:cs typeface="DejaVu Sans"/>
              </a:defRPr>
            </a:lvl7pPr>
            <a:lvl8pPr algn="l">
              <a:defRPr sz="1275" b="1">
                <a:solidFill>
                  <a:srgbClr val="526873"/>
                </a:solidFill>
                <a:latin typeface="DejaVu Sans"/>
                <a:ea typeface="DejaVu Sans"/>
                <a:cs typeface="DejaVu Sans"/>
              </a:defRPr>
            </a:lvl8pPr>
            <a:lvl9pPr algn="l">
              <a:defRPr sz="1275" b="1">
                <a:solidFill>
                  <a:srgbClr val="526873"/>
                </a:solidFill>
                <a:latin typeface="DejaVu Sans"/>
                <a:ea typeface="DejaVu Sans"/>
                <a:cs typeface="DejaVu Sans"/>
              </a:defRPr>
            </a:lvl9pPr>
          </a:lstStyle>
          <a:p>
            <a:pPr algn="l">
              <a:defRPr sz="1275" b="1">
                <a:solidFill>
                  <a:srgbClr val="526873"/>
                </a:solidFill>
                <a:latin typeface="DejaVu Sans"/>
                <a:ea typeface="DejaVu Sans"/>
                <a:cs typeface="DejaVu Sans"/>
              </a:defRPr>
            </a:pPr>
            <a:r>
              <a:rPr sz="1275" b="1">
                <a:solidFill>
                  <a:srgbClr val="526873"/>
                </a:solidFill>
                <a:latin typeface="DejaVu Sans"/>
                <a:ea typeface="DejaVu Sans"/>
                <a:cs typeface="DejaVu Sans"/>
              </a:rPr>
              <a:t>SEIS BACIAS • TRÊS REGIÕES CANDIDATAS</a:t>
            </a:r>
          </a:p>
        </p:txBody>
      </p:sp>
      <p:sp>
        <p:nvSpPr>
          <p:cNvPr id="6" name="Limite da bacia B1">
            <a:extLst>
              <a:ext uri="{FF2B5EF4-FFF2-40B4-BE49-F238E27FC236}">
                <a16:creationId xmlns:a16="http://schemas.microsoft.com/office/drawing/2014/main" id="{EF9F1E49-85F4-4A6A-AC24-8E41E864DB37}"/>
              </a:ext>
            </a:extLst>
          </p:cNvPr>
          <p:cNvSpPr>
            <a:spLocks noGrp="1"/>
          </p:cNvSpPr>
          <p:nvPr/>
        </p:nvSpPr>
        <p:spPr>
          <a:xfrm>
            <a:off x="857250" y="2533650"/>
            <a:ext cx="1676400" cy="1152525"/>
          </a:xfrm>
          <a:custGeom>
            <a:avLst/>
            <a:gdLst/>
            <a:ahLst/>
            <a:cxnLst/>
            <a:rect l="0" t="0" r="0" b="0"/>
            <a:pathLst>
              <a:path w="952500" h="952500">
                <a:moveTo>
                  <a:pt x="76200" y="295275"/>
                </a:moveTo>
                <a:lnTo>
                  <a:pt x="209550" y="142875"/>
                </a:lnTo>
                <a:lnTo>
                  <a:pt x="342900" y="180975"/>
                </a:lnTo>
                <a:lnTo>
                  <a:pt x="428625" y="38100"/>
                </a:lnTo>
                <a:lnTo>
                  <a:pt x="600075" y="76200"/>
                </a:lnTo>
                <a:lnTo>
                  <a:pt x="666750" y="180975"/>
                </a:lnTo>
                <a:lnTo>
                  <a:pt x="828675" y="238125"/>
                </a:lnTo>
                <a:lnTo>
                  <a:pt x="904875" y="400050"/>
                </a:lnTo>
                <a:lnTo>
                  <a:pt x="838200" y="542925"/>
                </a:lnTo>
                <a:lnTo>
                  <a:pt x="895350" y="657225"/>
                </a:lnTo>
                <a:lnTo>
                  <a:pt x="742950" y="800100"/>
                </a:lnTo>
                <a:lnTo>
                  <a:pt x="590550" y="952500"/>
                </a:lnTo>
                <a:lnTo>
                  <a:pt x="457200" y="809625"/>
                </a:lnTo>
                <a:lnTo>
                  <a:pt x="276225" y="742950"/>
                </a:lnTo>
                <a:lnTo>
                  <a:pt x="161925" y="581025"/>
                </a:lnTo>
                <a:lnTo>
                  <a:pt x="28575" y="476250"/>
                </a:lnTo>
                <a:close/>
              </a:path>
            </a:pathLst>
          </a:custGeom>
          <a:solidFill>
            <a:srgbClr val="DCEFEA"/>
          </a:solidFill>
          <a:ln w="20955">
            <a:solidFill>
              <a:srgbClr val="087F88"/>
            </a:solidFill>
            <a:prstDash val="solid"/>
          </a:ln>
        </p:spPr>
        <p:txBody>
          <a:bodyPr/>
          <a:lstStyle/>
          <a:p>
            <a:endParaRPr lang="en-GB"/>
          </a:p>
        </p:txBody>
      </p:sp>
      <p:sp>
        <p:nvSpPr>
          <p:cNvPr id="7" name="Drenagem da bacia B1">
            <a:extLst>
              <a:ext uri="{FF2B5EF4-FFF2-40B4-BE49-F238E27FC236}">
                <a16:creationId xmlns:a16="http://schemas.microsoft.com/office/drawing/2014/main" id="{AE163509-92C8-42F7-A006-0A35F176DCFC}"/>
              </a:ext>
            </a:extLst>
          </p:cNvPr>
          <p:cNvSpPr>
            <a:spLocks noGrp="1"/>
          </p:cNvSpPr>
          <p:nvPr/>
        </p:nvSpPr>
        <p:spPr>
          <a:xfrm>
            <a:off x="857250" y="2533650"/>
            <a:ext cx="1676400" cy="1152525"/>
          </a:xfrm>
          <a:custGeom>
            <a:avLst/>
            <a:gdLst/>
            <a:ahLst/>
            <a:cxnLst/>
            <a:rect l="0" t="0" r="0" b="0"/>
            <a:pathLst>
              <a:path w="952500" h="952500">
                <a:moveTo>
                  <a:pt x="485775" y="190500"/>
                </a:moveTo>
                <a:lnTo>
                  <a:pt x="457200" y="342900"/>
                </a:lnTo>
                <a:lnTo>
                  <a:pt x="514350" y="485775"/>
                </a:lnTo>
                <a:lnTo>
                  <a:pt x="457200" y="638175"/>
                </a:lnTo>
                <a:lnTo>
                  <a:pt x="533400" y="790575"/>
                </a:lnTo>
                <a:lnTo>
                  <a:pt x="590550" y="952500"/>
                </a:lnTo>
                <a:moveTo>
                  <a:pt x="238125" y="295275"/>
                </a:moveTo>
                <a:lnTo>
                  <a:pt x="323850" y="390525"/>
                </a:lnTo>
                <a:lnTo>
                  <a:pt x="457200" y="438150"/>
                </a:lnTo>
                <a:lnTo>
                  <a:pt x="514350" y="485775"/>
                </a:lnTo>
                <a:moveTo>
                  <a:pt x="695325" y="276225"/>
                </a:moveTo>
                <a:lnTo>
                  <a:pt x="647700" y="390525"/>
                </a:lnTo>
                <a:lnTo>
                  <a:pt x="514350" y="485775"/>
                </a:lnTo>
                <a:moveTo>
                  <a:pt x="209550" y="561975"/>
                </a:moveTo>
                <a:lnTo>
                  <a:pt x="342900" y="600075"/>
                </a:lnTo>
                <a:lnTo>
                  <a:pt x="457200" y="638175"/>
                </a:lnTo>
                <a:moveTo>
                  <a:pt x="752475" y="552450"/>
                </a:moveTo>
                <a:lnTo>
                  <a:pt x="676275" y="685800"/>
                </a:lnTo>
                <a:lnTo>
                  <a:pt x="533400" y="790575"/>
                </a:lnTo>
              </a:path>
            </a:pathLst>
          </a:custGeom>
          <a:noFill/>
          <a:ln w="18098">
            <a:solidFill>
              <a:srgbClr val="477E9D"/>
            </a:solidFill>
            <a:prstDash val="solid"/>
          </a:ln>
        </p:spPr>
        <p:txBody>
          <a:bodyPr/>
          <a:lstStyle/>
          <a:p>
            <a:endParaRPr lang="en-GB"/>
          </a:p>
        </p:txBody>
      </p:sp>
      <p:sp>
        <p:nvSpPr>
          <p:cNvPr id="8" name="Exutório B1">
            <a:extLst>
              <a:ext uri="{FF2B5EF4-FFF2-40B4-BE49-F238E27FC236}">
                <a16:creationId xmlns:a16="http://schemas.microsoft.com/office/drawing/2014/main" id="{D3BD6B1B-E213-41CF-B27C-9AACE187351D}"/>
              </a:ext>
            </a:extLst>
          </p:cNvPr>
          <p:cNvSpPr>
            <a:spLocks noGrp="1"/>
          </p:cNvSpPr>
          <p:nvPr/>
        </p:nvSpPr>
        <p:spPr>
          <a:xfrm>
            <a:off x="1858518" y="3648075"/>
            <a:ext cx="76200" cy="76200"/>
          </a:xfrm>
          <a:prstGeom prst="ellipse">
            <a:avLst/>
          </a:prstGeom>
          <a:solidFill>
            <a:srgbClr val="123247"/>
          </a:solidFill>
          <a:ln w="9525">
            <a:solidFill>
              <a:srgbClr val="FFFFFF"/>
            </a:solidFill>
            <a:prstDash val="solid"/>
          </a:ln>
        </p:spPr>
        <p:txBody>
          <a:bodyPr/>
          <a:lstStyle/>
          <a:p>
            <a:endParaRPr lang="en-GB"/>
          </a:p>
        </p:txBody>
      </p:sp>
      <p:sp>
        <p:nvSpPr>
          <p:cNvPr id="9" name="Identificação B1">
            <a:extLst>
              <a:ext uri="{FF2B5EF4-FFF2-40B4-BE49-F238E27FC236}">
                <a16:creationId xmlns:a16="http://schemas.microsoft.com/office/drawing/2014/main" id="{3E589575-D410-419A-8509-A8CB8A45DECA}"/>
              </a:ext>
            </a:extLst>
          </p:cNvPr>
          <p:cNvSpPr>
            <a:spLocks noGrp="1"/>
          </p:cNvSpPr>
          <p:nvPr/>
        </p:nvSpPr>
        <p:spPr>
          <a:xfrm>
            <a:off x="991362" y="3363468"/>
            <a:ext cx="495300" cy="247650"/>
          </a:xfrm>
          <a:prstGeom prst="rect">
            <a:avLst/>
          </a:prstGeom>
          <a:noFill/>
          <a:ln w="0">
            <a:noFill/>
            <a:prstDash val="solid"/>
          </a:ln>
        </p:spPr>
        <p:txBody>
          <a:bodyPr wrap="square" lIns="0" tIns="0" rIns="0" bIns="0" anchor="t">
            <a:noAutofit/>
          </a:bodyPr>
          <a:lstStyle>
            <a:defPPr algn="l">
              <a:defRPr sz="1425" b="1">
                <a:solidFill>
                  <a:srgbClr val="087F88"/>
                </a:solidFill>
                <a:latin typeface="DejaVu Sans"/>
                <a:ea typeface="DejaVu Sans"/>
                <a:cs typeface="DejaVu Sans"/>
              </a:defRPr>
            </a:defPPr>
            <a:lvl1pPr algn="l">
              <a:defRPr sz="1425" b="1">
                <a:solidFill>
                  <a:srgbClr val="087F88"/>
                </a:solidFill>
                <a:latin typeface="DejaVu Sans"/>
                <a:ea typeface="DejaVu Sans"/>
                <a:cs typeface="DejaVu Sans"/>
              </a:defRPr>
            </a:lvl1pPr>
            <a:lvl2pPr algn="l">
              <a:defRPr sz="1425" b="1">
                <a:solidFill>
                  <a:srgbClr val="087F88"/>
                </a:solidFill>
                <a:latin typeface="DejaVu Sans"/>
                <a:ea typeface="DejaVu Sans"/>
                <a:cs typeface="DejaVu Sans"/>
              </a:defRPr>
            </a:lvl2pPr>
            <a:lvl3pPr algn="l">
              <a:defRPr sz="1425" b="1">
                <a:solidFill>
                  <a:srgbClr val="087F88"/>
                </a:solidFill>
                <a:latin typeface="DejaVu Sans"/>
                <a:ea typeface="DejaVu Sans"/>
                <a:cs typeface="DejaVu Sans"/>
              </a:defRPr>
            </a:lvl3pPr>
            <a:lvl4pPr algn="l">
              <a:defRPr sz="1425" b="1">
                <a:solidFill>
                  <a:srgbClr val="087F88"/>
                </a:solidFill>
                <a:latin typeface="DejaVu Sans"/>
                <a:ea typeface="DejaVu Sans"/>
                <a:cs typeface="DejaVu Sans"/>
              </a:defRPr>
            </a:lvl4pPr>
            <a:lvl5pPr algn="l">
              <a:defRPr sz="1425" b="1">
                <a:solidFill>
                  <a:srgbClr val="087F88"/>
                </a:solidFill>
                <a:latin typeface="DejaVu Sans"/>
                <a:ea typeface="DejaVu Sans"/>
                <a:cs typeface="DejaVu Sans"/>
              </a:defRPr>
            </a:lvl5pPr>
            <a:lvl6pPr algn="l">
              <a:defRPr sz="1425" b="1">
                <a:solidFill>
                  <a:srgbClr val="087F88"/>
                </a:solidFill>
                <a:latin typeface="DejaVu Sans"/>
                <a:ea typeface="DejaVu Sans"/>
                <a:cs typeface="DejaVu Sans"/>
              </a:defRPr>
            </a:lvl6pPr>
            <a:lvl7pPr algn="l">
              <a:defRPr sz="1425" b="1">
                <a:solidFill>
                  <a:srgbClr val="087F88"/>
                </a:solidFill>
                <a:latin typeface="DejaVu Sans"/>
                <a:ea typeface="DejaVu Sans"/>
                <a:cs typeface="DejaVu Sans"/>
              </a:defRPr>
            </a:lvl7pPr>
            <a:lvl8pPr algn="l">
              <a:defRPr sz="1425" b="1">
                <a:solidFill>
                  <a:srgbClr val="087F88"/>
                </a:solidFill>
                <a:latin typeface="DejaVu Sans"/>
                <a:ea typeface="DejaVu Sans"/>
                <a:cs typeface="DejaVu Sans"/>
              </a:defRPr>
            </a:lvl8pPr>
            <a:lvl9pPr algn="l">
              <a:defRPr sz="1425" b="1">
                <a:solidFill>
                  <a:srgbClr val="087F88"/>
                </a:solidFill>
                <a:latin typeface="DejaVu Sans"/>
                <a:ea typeface="DejaVu Sans"/>
                <a:cs typeface="DejaVu Sans"/>
              </a:defRPr>
            </a:lvl9pPr>
          </a:lstStyle>
          <a:p>
            <a:pPr algn="l">
              <a:defRPr sz="1425" b="1">
                <a:solidFill>
                  <a:srgbClr val="087F88"/>
                </a:solidFill>
                <a:latin typeface="DejaVu Sans"/>
                <a:ea typeface="DejaVu Sans"/>
                <a:cs typeface="DejaVu Sans"/>
              </a:defRPr>
            </a:pPr>
            <a:r>
              <a:rPr sz="1425" b="1">
                <a:solidFill>
                  <a:srgbClr val="087F88"/>
                </a:solidFill>
                <a:latin typeface="DejaVu Sans"/>
                <a:ea typeface="DejaVu Sans"/>
                <a:cs typeface="DejaVu Sans"/>
              </a:rPr>
              <a:t>B1</a:t>
            </a:r>
          </a:p>
        </p:txBody>
      </p:sp>
      <p:sp>
        <p:nvSpPr>
          <p:cNvPr id="10" name="Limite da bacia B2">
            <a:extLst>
              <a:ext uri="{FF2B5EF4-FFF2-40B4-BE49-F238E27FC236}">
                <a16:creationId xmlns:a16="http://schemas.microsoft.com/office/drawing/2014/main" id="{0A460920-5EFC-4474-A21B-57A180FC546A}"/>
              </a:ext>
            </a:extLst>
          </p:cNvPr>
          <p:cNvSpPr>
            <a:spLocks noGrp="1"/>
          </p:cNvSpPr>
          <p:nvPr/>
        </p:nvSpPr>
        <p:spPr>
          <a:xfrm>
            <a:off x="3209925" y="2524125"/>
            <a:ext cx="1457325" cy="1181100"/>
          </a:xfrm>
          <a:custGeom>
            <a:avLst/>
            <a:gdLst/>
            <a:ahLst/>
            <a:cxnLst/>
            <a:rect l="0" t="0" r="0" b="0"/>
            <a:pathLst>
              <a:path w="952500" h="952500">
                <a:moveTo>
                  <a:pt x="47625" y="342900"/>
                </a:moveTo>
                <a:lnTo>
                  <a:pt x="161925" y="209550"/>
                </a:lnTo>
                <a:lnTo>
                  <a:pt x="314325" y="180975"/>
                </a:lnTo>
                <a:lnTo>
                  <a:pt x="419100" y="66675"/>
                </a:lnTo>
                <a:lnTo>
                  <a:pt x="571500" y="123825"/>
                </a:lnTo>
                <a:lnTo>
                  <a:pt x="666750" y="57150"/>
                </a:lnTo>
                <a:lnTo>
                  <a:pt x="790575" y="219075"/>
                </a:lnTo>
                <a:lnTo>
                  <a:pt x="866775" y="400050"/>
                </a:lnTo>
                <a:lnTo>
                  <a:pt x="800100" y="571500"/>
                </a:lnTo>
                <a:lnTo>
                  <a:pt x="866775" y="695325"/>
                </a:lnTo>
                <a:lnTo>
                  <a:pt x="685800" y="838200"/>
                </a:lnTo>
                <a:lnTo>
                  <a:pt x="590550" y="952500"/>
                </a:lnTo>
                <a:lnTo>
                  <a:pt x="419100" y="819150"/>
                </a:lnTo>
                <a:lnTo>
                  <a:pt x="285750" y="809625"/>
                </a:lnTo>
                <a:lnTo>
                  <a:pt x="171450" y="609600"/>
                </a:lnTo>
                <a:lnTo>
                  <a:pt x="76200" y="523875"/>
                </a:lnTo>
                <a:close/>
              </a:path>
            </a:pathLst>
          </a:custGeom>
          <a:solidFill>
            <a:srgbClr val="F6E8D5"/>
          </a:solidFill>
          <a:ln w="20955">
            <a:solidFill>
              <a:srgbClr val="C47B23"/>
            </a:solidFill>
            <a:prstDash val="solid"/>
          </a:ln>
        </p:spPr>
        <p:txBody>
          <a:bodyPr/>
          <a:lstStyle/>
          <a:p>
            <a:endParaRPr lang="en-GB"/>
          </a:p>
        </p:txBody>
      </p:sp>
      <p:sp>
        <p:nvSpPr>
          <p:cNvPr id="11" name="Drenagem da bacia B2">
            <a:extLst>
              <a:ext uri="{FF2B5EF4-FFF2-40B4-BE49-F238E27FC236}">
                <a16:creationId xmlns:a16="http://schemas.microsoft.com/office/drawing/2014/main" id="{301D6CA2-67B4-41C8-93A7-1AD54AF11D40}"/>
              </a:ext>
            </a:extLst>
          </p:cNvPr>
          <p:cNvSpPr>
            <a:spLocks noGrp="1"/>
          </p:cNvSpPr>
          <p:nvPr/>
        </p:nvSpPr>
        <p:spPr>
          <a:xfrm>
            <a:off x="3209925" y="2524125"/>
            <a:ext cx="1457325" cy="1181100"/>
          </a:xfrm>
          <a:custGeom>
            <a:avLst/>
            <a:gdLst/>
            <a:ahLst/>
            <a:cxnLst/>
            <a:rect l="0" t="0" r="0" b="0"/>
            <a:pathLst>
              <a:path w="952500" h="952500">
                <a:moveTo>
                  <a:pt x="485775" y="190500"/>
                </a:moveTo>
                <a:lnTo>
                  <a:pt x="457200" y="342900"/>
                </a:lnTo>
                <a:lnTo>
                  <a:pt x="514350" y="485775"/>
                </a:lnTo>
                <a:lnTo>
                  <a:pt x="457200" y="638175"/>
                </a:lnTo>
                <a:lnTo>
                  <a:pt x="533400" y="790575"/>
                </a:lnTo>
                <a:lnTo>
                  <a:pt x="590550" y="952500"/>
                </a:lnTo>
                <a:moveTo>
                  <a:pt x="238125" y="295275"/>
                </a:moveTo>
                <a:lnTo>
                  <a:pt x="323850" y="390525"/>
                </a:lnTo>
                <a:lnTo>
                  <a:pt x="457200" y="438150"/>
                </a:lnTo>
                <a:lnTo>
                  <a:pt x="514350" y="485775"/>
                </a:lnTo>
                <a:moveTo>
                  <a:pt x="695325" y="276225"/>
                </a:moveTo>
                <a:lnTo>
                  <a:pt x="647700" y="390525"/>
                </a:lnTo>
                <a:lnTo>
                  <a:pt x="514350" y="485775"/>
                </a:lnTo>
                <a:moveTo>
                  <a:pt x="209550" y="561975"/>
                </a:moveTo>
                <a:lnTo>
                  <a:pt x="342900" y="600075"/>
                </a:lnTo>
                <a:lnTo>
                  <a:pt x="457200" y="638175"/>
                </a:lnTo>
                <a:moveTo>
                  <a:pt x="752475" y="552450"/>
                </a:moveTo>
                <a:lnTo>
                  <a:pt x="676275" y="685800"/>
                </a:lnTo>
                <a:lnTo>
                  <a:pt x="533400" y="790575"/>
                </a:lnTo>
              </a:path>
            </a:pathLst>
          </a:custGeom>
          <a:noFill/>
          <a:ln w="18098">
            <a:solidFill>
              <a:srgbClr val="477E9D"/>
            </a:solidFill>
            <a:prstDash val="solid"/>
          </a:ln>
        </p:spPr>
        <p:txBody>
          <a:bodyPr/>
          <a:lstStyle/>
          <a:p>
            <a:endParaRPr lang="en-GB"/>
          </a:p>
        </p:txBody>
      </p:sp>
      <p:sp>
        <p:nvSpPr>
          <p:cNvPr id="12" name="Exutório B2">
            <a:extLst>
              <a:ext uri="{FF2B5EF4-FFF2-40B4-BE49-F238E27FC236}">
                <a16:creationId xmlns:a16="http://schemas.microsoft.com/office/drawing/2014/main" id="{CF812198-9070-48FC-A008-0889563A0A26}"/>
              </a:ext>
            </a:extLst>
          </p:cNvPr>
          <p:cNvSpPr>
            <a:spLocks noGrp="1"/>
          </p:cNvSpPr>
          <p:nvPr/>
        </p:nvSpPr>
        <p:spPr>
          <a:xfrm>
            <a:off x="4075367" y="3667125"/>
            <a:ext cx="76200" cy="76200"/>
          </a:xfrm>
          <a:prstGeom prst="ellipse">
            <a:avLst/>
          </a:prstGeom>
          <a:solidFill>
            <a:srgbClr val="123247"/>
          </a:solidFill>
          <a:ln w="9525">
            <a:solidFill>
              <a:srgbClr val="FFFFFF"/>
            </a:solidFill>
            <a:prstDash val="solid"/>
          </a:ln>
        </p:spPr>
        <p:txBody>
          <a:bodyPr/>
          <a:lstStyle/>
          <a:p>
            <a:endParaRPr lang="en-GB"/>
          </a:p>
        </p:txBody>
      </p:sp>
      <p:sp>
        <p:nvSpPr>
          <p:cNvPr id="13" name="Identificação B2">
            <a:extLst>
              <a:ext uri="{FF2B5EF4-FFF2-40B4-BE49-F238E27FC236}">
                <a16:creationId xmlns:a16="http://schemas.microsoft.com/office/drawing/2014/main" id="{7433048A-B08D-404B-B947-7CEAA7B3AA8F}"/>
              </a:ext>
            </a:extLst>
          </p:cNvPr>
          <p:cNvSpPr>
            <a:spLocks noGrp="1"/>
          </p:cNvSpPr>
          <p:nvPr/>
        </p:nvSpPr>
        <p:spPr>
          <a:xfrm>
            <a:off x="3326511" y="3374517"/>
            <a:ext cx="495300" cy="247650"/>
          </a:xfrm>
          <a:prstGeom prst="rect">
            <a:avLst/>
          </a:prstGeom>
          <a:noFill/>
          <a:ln w="0">
            <a:noFill/>
            <a:prstDash val="solid"/>
          </a:ln>
        </p:spPr>
        <p:txBody>
          <a:bodyPr wrap="square" lIns="0" tIns="0" rIns="0" bIns="0" anchor="t">
            <a:noAutofit/>
          </a:bodyPr>
          <a:lstStyle>
            <a:defPPr algn="l">
              <a:defRPr sz="1425" b="1">
                <a:solidFill>
                  <a:srgbClr val="C47B23"/>
                </a:solidFill>
                <a:latin typeface="DejaVu Sans"/>
                <a:ea typeface="DejaVu Sans"/>
                <a:cs typeface="DejaVu Sans"/>
              </a:defRPr>
            </a:defPPr>
            <a:lvl1pPr algn="l">
              <a:defRPr sz="1425" b="1">
                <a:solidFill>
                  <a:srgbClr val="C47B23"/>
                </a:solidFill>
                <a:latin typeface="DejaVu Sans"/>
                <a:ea typeface="DejaVu Sans"/>
                <a:cs typeface="DejaVu Sans"/>
              </a:defRPr>
            </a:lvl1pPr>
            <a:lvl2pPr algn="l">
              <a:defRPr sz="1425" b="1">
                <a:solidFill>
                  <a:srgbClr val="C47B23"/>
                </a:solidFill>
                <a:latin typeface="DejaVu Sans"/>
                <a:ea typeface="DejaVu Sans"/>
                <a:cs typeface="DejaVu Sans"/>
              </a:defRPr>
            </a:lvl2pPr>
            <a:lvl3pPr algn="l">
              <a:defRPr sz="1425" b="1">
                <a:solidFill>
                  <a:srgbClr val="C47B23"/>
                </a:solidFill>
                <a:latin typeface="DejaVu Sans"/>
                <a:ea typeface="DejaVu Sans"/>
                <a:cs typeface="DejaVu Sans"/>
              </a:defRPr>
            </a:lvl3pPr>
            <a:lvl4pPr algn="l">
              <a:defRPr sz="1425" b="1">
                <a:solidFill>
                  <a:srgbClr val="C47B23"/>
                </a:solidFill>
                <a:latin typeface="DejaVu Sans"/>
                <a:ea typeface="DejaVu Sans"/>
                <a:cs typeface="DejaVu Sans"/>
              </a:defRPr>
            </a:lvl4pPr>
            <a:lvl5pPr algn="l">
              <a:defRPr sz="1425" b="1">
                <a:solidFill>
                  <a:srgbClr val="C47B23"/>
                </a:solidFill>
                <a:latin typeface="DejaVu Sans"/>
                <a:ea typeface="DejaVu Sans"/>
                <a:cs typeface="DejaVu Sans"/>
              </a:defRPr>
            </a:lvl5pPr>
            <a:lvl6pPr algn="l">
              <a:defRPr sz="1425" b="1">
                <a:solidFill>
                  <a:srgbClr val="C47B23"/>
                </a:solidFill>
                <a:latin typeface="DejaVu Sans"/>
                <a:ea typeface="DejaVu Sans"/>
                <a:cs typeface="DejaVu Sans"/>
              </a:defRPr>
            </a:lvl6pPr>
            <a:lvl7pPr algn="l">
              <a:defRPr sz="1425" b="1">
                <a:solidFill>
                  <a:srgbClr val="C47B23"/>
                </a:solidFill>
                <a:latin typeface="DejaVu Sans"/>
                <a:ea typeface="DejaVu Sans"/>
                <a:cs typeface="DejaVu Sans"/>
              </a:defRPr>
            </a:lvl7pPr>
            <a:lvl8pPr algn="l">
              <a:defRPr sz="1425" b="1">
                <a:solidFill>
                  <a:srgbClr val="C47B23"/>
                </a:solidFill>
                <a:latin typeface="DejaVu Sans"/>
                <a:ea typeface="DejaVu Sans"/>
                <a:cs typeface="DejaVu Sans"/>
              </a:defRPr>
            </a:lvl8pPr>
            <a:lvl9pPr algn="l">
              <a:defRPr sz="1425" b="1">
                <a:solidFill>
                  <a:srgbClr val="C47B23"/>
                </a:solidFill>
                <a:latin typeface="DejaVu Sans"/>
                <a:ea typeface="DejaVu Sans"/>
                <a:cs typeface="DejaVu Sans"/>
              </a:defRPr>
            </a:lvl9pPr>
          </a:lstStyle>
          <a:p>
            <a:pPr algn="l">
              <a:defRPr sz="1425" b="1">
                <a:solidFill>
                  <a:srgbClr val="C47B23"/>
                </a:solidFill>
                <a:latin typeface="DejaVu Sans"/>
                <a:ea typeface="DejaVu Sans"/>
                <a:cs typeface="DejaVu Sans"/>
              </a:defRPr>
            </a:pPr>
            <a:r>
              <a:rPr sz="1425" b="1">
                <a:solidFill>
                  <a:srgbClr val="C47B23"/>
                </a:solidFill>
                <a:latin typeface="DejaVu Sans"/>
                <a:ea typeface="DejaVu Sans"/>
                <a:cs typeface="DejaVu Sans"/>
              </a:rPr>
              <a:t>B2</a:t>
            </a:r>
          </a:p>
        </p:txBody>
      </p:sp>
      <p:sp>
        <p:nvSpPr>
          <p:cNvPr id="14" name="Limite da bacia B3">
            <a:extLst>
              <a:ext uri="{FF2B5EF4-FFF2-40B4-BE49-F238E27FC236}">
                <a16:creationId xmlns:a16="http://schemas.microsoft.com/office/drawing/2014/main" id="{F3613BD4-298B-4546-A28A-D9EF0380A51D}"/>
              </a:ext>
            </a:extLst>
          </p:cNvPr>
          <p:cNvSpPr>
            <a:spLocks noGrp="1"/>
          </p:cNvSpPr>
          <p:nvPr/>
        </p:nvSpPr>
        <p:spPr>
          <a:xfrm>
            <a:off x="5381625" y="2524125"/>
            <a:ext cx="1628775" cy="1143000"/>
          </a:xfrm>
          <a:custGeom>
            <a:avLst/>
            <a:gdLst/>
            <a:ahLst/>
            <a:cxnLst/>
            <a:rect l="0" t="0" r="0" b="0"/>
            <a:pathLst>
              <a:path w="952500" h="952500">
                <a:moveTo>
                  <a:pt x="66675" y="266700"/>
                </a:moveTo>
                <a:lnTo>
                  <a:pt x="228600" y="85725"/>
                </a:lnTo>
                <a:lnTo>
                  <a:pt x="361950" y="142875"/>
                </a:lnTo>
                <a:lnTo>
                  <a:pt x="495300" y="28575"/>
                </a:lnTo>
                <a:lnTo>
                  <a:pt x="619125" y="152400"/>
                </a:lnTo>
                <a:lnTo>
                  <a:pt x="771525" y="180975"/>
                </a:lnTo>
                <a:lnTo>
                  <a:pt x="895350" y="342900"/>
                </a:lnTo>
                <a:lnTo>
                  <a:pt x="838200" y="485775"/>
                </a:lnTo>
                <a:lnTo>
                  <a:pt x="923925" y="619125"/>
                </a:lnTo>
                <a:lnTo>
                  <a:pt x="752475" y="762000"/>
                </a:lnTo>
                <a:lnTo>
                  <a:pt x="590550" y="952500"/>
                </a:lnTo>
                <a:lnTo>
                  <a:pt x="457200" y="828675"/>
                </a:lnTo>
                <a:lnTo>
                  <a:pt x="295275" y="771525"/>
                </a:lnTo>
                <a:lnTo>
                  <a:pt x="209550" y="657225"/>
                </a:lnTo>
                <a:lnTo>
                  <a:pt x="57150" y="504825"/>
                </a:lnTo>
                <a:close/>
              </a:path>
            </a:pathLst>
          </a:custGeom>
          <a:solidFill>
            <a:srgbClr val="EDE1E9"/>
          </a:solidFill>
          <a:ln w="20955">
            <a:solidFill>
              <a:srgbClr val="995A80"/>
            </a:solidFill>
            <a:prstDash val="solid"/>
          </a:ln>
        </p:spPr>
        <p:txBody>
          <a:bodyPr/>
          <a:lstStyle/>
          <a:p>
            <a:endParaRPr lang="en-GB"/>
          </a:p>
        </p:txBody>
      </p:sp>
      <p:sp>
        <p:nvSpPr>
          <p:cNvPr id="15" name="Drenagem da bacia B3">
            <a:extLst>
              <a:ext uri="{FF2B5EF4-FFF2-40B4-BE49-F238E27FC236}">
                <a16:creationId xmlns:a16="http://schemas.microsoft.com/office/drawing/2014/main" id="{3FE6B232-A781-46B9-A3B8-6C96D4D8D96F}"/>
              </a:ext>
            </a:extLst>
          </p:cNvPr>
          <p:cNvSpPr>
            <a:spLocks noGrp="1"/>
          </p:cNvSpPr>
          <p:nvPr/>
        </p:nvSpPr>
        <p:spPr>
          <a:xfrm>
            <a:off x="5381625" y="2524125"/>
            <a:ext cx="1628775" cy="1143000"/>
          </a:xfrm>
          <a:custGeom>
            <a:avLst/>
            <a:gdLst/>
            <a:ahLst/>
            <a:cxnLst/>
            <a:rect l="0" t="0" r="0" b="0"/>
            <a:pathLst>
              <a:path w="952500" h="952500">
                <a:moveTo>
                  <a:pt x="485775" y="190500"/>
                </a:moveTo>
                <a:lnTo>
                  <a:pt x="457200" y="342900"/>
                </a:lnTo>
                <a:lnTo>
                  <a:pt x="514350" y="485775"/>
                </a:lnTo>
                <a:lnTo>
                  <a:pt x="457200" y="638175"/>
                </a:lnTo>
                <a:lnTo>
                  <a:pt x="533400" y="790575"/>
                </a:lnTo>
                <a:lnTo>
                  <a:pt x="590550" y="952500"/>
                </a:lnTo>
                <a:moveTo>
                  <a:pt x="238125" y="295275"/>
                </a:moveTo>
                <a:lnTo>
                  <a:pt x="323850" y="390525"/>
                </a:lnTo>
                <a:lnTo>
                  <a:pt x="457200" y="438150"/>
                </a:lnTo>
                <a:lnTo>
                  <a:pt x="514350" y="485775"/>
                </a:lnTo>
                <a:moveTo>
                  <a:pt x="695325" y="276225"/>
                </a:moveTo>
                <a:lnTo>
                  <a:pt x="647700" y="390525"/>
                </a:lnTo>
                <a:lnTo>
                  <a:pt x="514350" y="485775"/>
                </a:lnTo>
                <a:moveTo>
                  <a:pt x="209550" y="561975"/>
                </a:moveTo>
                <a:lnTo>
                  <a:pt x="342900" y="600075"/>
                </a:lnTo>
                <a:lnTo>
                  <a:pt x="457200" y="638175"/>
                </a:lnTo>
                <a:moveTo>
                  <a:pt x="752475" y="552450"/>
                </a:moveTo>
                <a:lnTo>
                  <a:pt x="676275" y="685800"/>
                </a:lnTo>
                <a:lnTo>
                  <a:pt x="533400" y="790575"/>
                </a:lnTo>
              </a:path>
            </a:pathLst>
          </a:custGeom>
          <a:noFill/>
          <a:ln w="18098">
            <a:solidFill>
              <a:srgbClr val="477E9D"/>
            </a:solidFill>
            <a:prstDash val="solid"/>
          </a:ln>
        </p:spPr>
        <p:txBody>
          <a:bodyPr/>
          <a:lstStyle/>
          <a:p>
            <a:endParaRPr lang="en-GB"/>
          </a:p>
        </p:txBody>
      </p:sp>
      <p:sp>
        <p:nvSpPr>
          <p:cNvPr id="16" name="Exutório B3">
            <a:extLst>
              <a:ext uri="{FF2B5EF4-FFF2-40B4-BE49-F238E27FC236}">
                <a16:creationId xmlns:a16="http://schemas.microsoft.com/office/drawing/2014/main" id="{2763A844-BF80-4B05-A822-42B2707A36D2}"/>
              </a:ext>
            </a:extLst>
          </p:cNvPr>
          <p:cNvSpPr>
            <a:spLocks noGrp="1"/>
          </p:cNvSpPr>
          <p:nvPr/>
        </p:nvSpPr>
        <p:spPr>
          <a:xfrm>
            <a:off x="6353366" y="3629025"/>
            <a:ext cx="76200" cy="76200"/>
          </a:xfrm>
          <a:prstGeom prst="ellipse">
            <a:avLst/>
          </a:prstGeom>
          <a:solidFill>
            <a:srgbClr val="123247"/>
          </a:solidFill>
          <a:ln w="9525">
            <a:solidFill>
              <a:srgbClr val="FFFFFF"/>
            </a:solidFill>
            <a:prstDash val="solid"/>
          </a:ln>
        </p:spPr>
        <p:txBody>
          <a:bodyPr/>
          <a:lstStyle/>
          <a:p>
            <a:endParaRPr lang="en-GB"/>
          </a:p>
        </p:txBody>
      </p:sp>
      <p:sp>
        <p:nvSpPr>
          <p:cNvPr id="17" name="Identificação B3">
            <a:extLst>
              <a:ext uri="{FF2B5EF4-FFF2-40B4-BE49-F238E27FC236}">
                <a16:creationId xmlns:a16="http://schemas.microsoft.com/office/drawing/2014/main" id="{FF8A3A74-D01F-446A-9200-65D5919CBEC8}"/>
              </a:ext>
            </a:extLst>
          </p:cNvPr>
          <p:cNvSpPr>
            <a:spLocks noGrp="1"/>
          </p:cNvSpPr>
          <p:nvPr/>
        </p:nvSpPr>
        <p:spPr>
          <a:xfrm>
            <a:off x="5511927" y="3347085"/>
            <a:ext cx="495300" cy="247650"/>
          </a:xfrm>
          <a:prstGeom prst="rect">
            <a:avLst/>
          </a:prstGeom>
          <a:noFill/>
          <a:ln w="0">
            <a:noFill/>
            <a:prstDash val="solid"/>
          </a:ln>
        </p:spPr>
        <p:txBody>
          <a:bodyPr wrap="square" lIns="0" tIns="0" rIns="0" bIns="0" anchor="t">
            <a:noAutofit/>
          </a:bodyPr>
          <a:lstStyle>
            <a:defPPr algn="l">
              <a:defRPr sz="1425" b="1">
                <a:solidFill>
                  <a:srgbClr val="995A80"/>
                </a:solidFill>
                <a:latin typeface="DejaVu Sans"/>
                <a:ea typeface="DejaVu Sans"/>
                <a:cs typeface="DejaVu Sans"/>
              </a:defRPr>
            </a:defPPr>
            <a:lvl1pPr algn="l">
              <a:defRPr sz="1425" b="1">
                <a:solidFill>
                  <a:srgbClr val="995A80"/>
                </a:solidFill>
                <a:latin typeface="DejaVu Sans"/>
                <a:ea typeface="DejaVu Sans"/>
                <a:cs typeface="DejaVu Sans"/>
              </a:defRPr>
            </a:lvl1pPr>
            <a:lvl2pPr algn="l">
              <a:defRPr sz="1425" b="1">
                <a:solidFill>
                  <a:srgbClr val="995A80"/>
                </a:solidFill>
                <a:latin typeface="DejaVu Sans"/>
                <a:ea typeface="DejaVu Sans"/>
                <a:cs typeface="DejaVu Sans"/>
              </a:defRPr>
            </a:lvl2pPr>
            <a:lvl3pPr algn="l">
              <a:defRPr sz="1425" b="1">
                <a:solidFill>
                  <a:srgbClr val="995A80"/>
                </a:solidFill>
                <a:latin typeface="DejaVu Sans"/>
                <a:ea typeface="DejaVu Sans"/>
                <a:cs typeface="DejaVu Sans"/>
              </a:defRPr>
            </a:lvl3pPr>
            <a:lvl4pPr algn="l">
              <a:defRPr sz="1425" b="1">
                <a:solidFill>
                  <a:srgbClr val="995A80"/>
                </a:solidFill>
                <a:latin typeface="DejaVu Sans"/>
                <a:ea typeface="DejaVu Sans"/>
                <a:cs typeface="DejaVu Sans"/>
              </a:defRPr>
            </a:lvl4pPr>
            <a:lvl5pPr algn="l">
              <a:defRPr sz="1425" b="1">
                <a:solidFill>
                  <a:srgbClr val="995A80"/>
                </a:solidFill>
                <a:latin typeface="DejaVu Sans"/>
                <a:ea typeface="DejaVu Sans"/>
                <a:cs typeface="DejaVu Sans"/>
              </a:defRPr>
            </a:lvl5pPr>
            <a:lvl6pPr algn="l">
              <a:defRPr sz="1425" b="1">
                <a:solidFill>
                  <a:srgbClr val="995A80"/>
                </a:solidFill>
                <a:latin typeface="DejaVu Sans"/>
                <a:ea typeface="DejaVu Sans"/>
                <a:cs typeface="DejaVu Sans"/>
              </a:defRPr>
            </a:lvl6pPr>
            <a:lvl7pPr algn="l">
              <a:defRPr sz="1425" b="1">
                <a:solidFill>
                  <a:srgbClr val="995A80"/>
                </a:solidFill>
                <a:latin typeface="DejaVu Sans"/>
                <a:ea typeface="DejaVu Sans"/>
                <a:cs typeface="DejaVu Sans"/>
              </a:defRPr>
            </a:lvl7pPr>
            <a:lvl8pPr algn="l">
              <a:defRPr sz="1425" b="1">
                <a:solidFill>
                  <a:srgbClr val="995A80"/>
                </a:solidFill>
                <a:latin typeface="DejaVu Sans"/>
                <a:ea typeface="DejaVu Sans"/>
                <a:cs typeface="DejaVu Sans"/>
              </a:defRPr>
            </a:lvl8pPr>
            <a:lvl9pPr algn="l">
              <a:defRPr sz="1425" b="1">
                <a:solidFill>
                  <a:srgbClr val="995A80"/>
                </a:solidFill>
                <a:latin typeface="DejaVu Sans"/>
                <a:ea typeface="DejaVu Sans"/>
                <a:cs typeface="DejaVu Sans"/>
              </a:defRPr>
            </a:lvl9pPr>
          </a:lstStyle>
          <a:p>
            <a:pPr algn="l">
              <a:defRPr sz="1425" b="1">
                <a:solidFill>
                  <a:srgbClr val="995A80"/>
                </a:solidFill>
                <a:latin typeface="DejaVu Sans"/>
                <a:ea typeface="DejaVu Sans"/>
                <a:cs typeface="DejaVu Sans"/>
              </a:defRPr>
            </a:pPr>
            <a:r>
              <a:rPr sz="1425" b="1">
                <a:solidFill>
                  <a:srgbClr val="995A80"/>
                </a:solidFill>
                <a:latin typeface="DejaVu Sans"/>
                <a:ea typeface="DejaVu Sans"/>
                <a:cs typeface="DejaVu Sans"/>
              </a:rPr>
              <a:t>B3</a:t>
            </a:r>
          </a:p>
        </p:txBody>
      </p:sp>
      <p:sp>
        <p:nvSpPr>
          <p:cNvPr id="18" name="Limite da bacia B4">
            <a:extLst>
              <a:ext uri="{FF2B5EF4-FFF2-40B4-BE49-F238E27FC236}">
                <a16:creationId xmlns:a16="http://schemas.microsoft.com/office/drawing/2014/main" id="{ADF894A6-01BD-4436-A00B-D55E54E7C217}"/>
              </a:ext>
            </a:extLst>
          </p:cNvPr>
          <p:cNvSpPr>
            <a:spLocks noGrp="1"/>
          </p:cNvSpPr>
          <p:nvPr/>
        </p:nvSpPr>
        <p:spPr>
          <a:xfrm>
            <a:off x="857250" y="3924300"/>
            <a:ext cx="1838325" cy="1162050"/>
          </a:xfrm>
          <a:custGeom>
            <a:avLst/>
            <a:gdLst/>
            <a:ahLst/>
            <a:cxnLst/>
            <a:rect l="0" t="0" r="0" b="0"/>
            <a:pathLst>
              <a:path w="952500" h="952500">
                <a:moveTo>
                  <a:pt x="28575" y="314325"/>
                </a:moveTo>
                <a:lnTo>
                  <a:pt x="161925" y="133350"/>
                </a:lnTo>
                <a:lnTo>
                  <a:pt x="295275" y="152400"/>
                </a:lnTo>
                <a:lnTo>
                  <a:pt x="428625" y="47625"/>
                </a:lnTo>
                <a:lnTo>
                  <a:pt x="590550" y="95250"/>
                </a:lnTo>
                <a:lnTo>
                  <a:pt x="742950" y="57150"/>
                </a:lnTo>
                <a:lnTo>
                  <a:pt x="895350" y="257175"/>
                </a:lnTo>
                <a:lnTo>
                  <a:pt x="847725" y="419100"/>
                </a:lnTo>
                <a:lnTo>
                  <a:pt x="933450" y="542925"/>
                </a:lnTo>
                <a:lnTo>
                  <a:pt x="809625" y="704850"/>
                </a:lnTo>
                <a:lnTo>
                  <a:pt x="657225" y="809625"/>
                </a:lnTo>
                <a:lnTo>
                  <a:pt x="590550" y="952500"/>
                </a:lnTo>
                <a:lnTo>
                  <a:pt x="438150" y="809625"/>
                </a:lnTo>
                <a:lnTo>
                  <a:pt x="257175" y="800100"/>
                </a:lnTo>
                <a:lnTo>
                  <a:pt x="123825" y="609600"/>
                </a:lnTo>
                <a:lnTo>
                  <a:pt x="47625" y="514350"/>
                </a:lnTo>
                <a:close/>
              </a:path>
            </a:pathLst>
          </a:custGeom>
          <a:solidFill>
            <a:srgbClr val="F6E8D5"/>
          </a:solidFill>
          <a:ln w="20955">
            <a:solidFill>
              <a:srgbClr val="C47B23"/>
            </a:solidFill>
            <a:prstDash val="solid"/>
          </a:ln>
        </p:spPr>
        <p:txBody>
          <a:bodyPr/>
          <a:lstStyle/>
          <a:p>
            <a:endParaRPr lang="en-GB"/>
          </a:p>
        </p:txBody>
      </p:sp>
      <p:sp>
        <p:nvSpPr>
          <p:cNvPr id="19" name="Drenagem da bacia B4">
            <a:extLst>
              <a:ext uri="{FF2B5EF4-FFF2-40B4-BE49-F238E27FC236}">
                <a16:creationId xmlns:a16="http://schemas.microsoft.com/office/drawing/2014/main" id="{88859F27-0847-45D1-828C-7242132E86FF}"/>
              </a:ext>
            </a:extLst>
          </p:cNvPr>
          <p:cNvSpPr>
            <a:spLocks noGrp="1"/>
          </p:cNvSpPr>
          <p:nvPr/>
        </p:nvSpPr>
        <p:spPr>
          <a:xfrm>
            <a:off x="857250" y="3924300"/>
            <a:ext cx="1838325" cy="1162050"/>
          </a:xfrm>
          <a:custGeom>
            <a:avLst/>
            <a:gdLst/>
            <a:ahLst/>
            <a:cxnLst/>
            <a:rect l="0" t="0" r="0" b="0"/>
            <a:pathLst>
              <a:path w="952500" h="952500">
                <a:moveTo>
                  <a:pt x="485775" y="190500"/>
                </a:moveTo>
                <a:lnTo>
                  <a:pt x="457200" y="342900"/>
                </a:lnTo>
                <a:lnTo>
                  <a:pt x="514350" y="485775"/>
                </a:lnTo>
                <a:lnTo>
                  <a:pt x="457200" y="638175"/>
                </a:lnTo>
                <a:lnTo>
                  <a:pt x="533400" y="790575"/>
                </a:lnTo>
                <a:lnTo>
                  <a:pt x="590550" y="952500"/>
                </a:lnTo>
                <a:moveTo>
                  <a:pt x="238125" y="295275"/>
                </a:moveTo>
                <a:lnTo>
                  <a:pt x="323850" y="390525"/>
                </a:lnTo>
                <a:lnTo>
                  <a:pt x="457200" y="438150"/>
                </a:lnTo>
                <a:lnTo>
                  <a:pt x="514350" y="485775"/>
                </a:lnTo>
                <a:moveTo>
                  <a:pt x="695325" y="276225"/>
                </a:moveTo>
                <a:lnTo>
                  <a:pt x="647700" y="390525"/>
                </a:lnTo>
                <a:lnTo>
                  <a:pt x="514350" y="485775"/>
                </a:lnTo>
                <a:moveTo>
                  <a:pt x="209550" y="561975"/>
                </a:moveTo>
                <a:lnTo>
                  <a:pt x="342900" y="600075"/>
                </a:lnTo>
                <a:lnTo>
                  <a:pt x="457200" y="638175"/>
                </a:lnTo>
                <a:moveTo>
                  <a:pt x="752475" y="552450"/>
                </a:moveTo>
                <a:lnTo>
                  <a:pt x="676275" y="685800"/>
                </a:lnTo>
                <a:lnTo>
                  <a:pt x="533400" y="790575"/>
                </a:lnTo>
              </a:path>
            </a:pathLst>
          </a:custGeom>
          <a:noFill/>
          <a:ln w="18098">
            <a:solidFill>
              <a:srgbClr val="477E9D"/>
            </a:solidFill>
            <a:prstDash val="solid"/>
          </a:ln>
        </p:spPr>
        <p:txBody>
          <a:bodyPr/>
          <a:lstStyle/>
          <a:p>
            <a:endParaRPr lang="en-GB"/>
          </a:p>
        </p:txBody>
      </p:sp>
      <p:sp>
        <p:nvSpPr>
          <p:cNvPr id="20" name="Exutório B4">
            <a:extLst>
              <a:ext uri="{FF2B5EF4-FFF2-40B4-BE49-F238E27FC236}">
                <a16:creationId xmlns:a16="http://schemas.microsoft.com/office/drawing/2014/main" id="{5B1DC6CC-20CA-4F8A-824B-8DA0F4A7B127}"/>
              </a:ext>
            </a:extLst>
          </p:cNvPr>
          <p:cNvSpPr>
            <a:spLocks noGrp="1"/>
          </p:cNvSpPr>
          <p:nvPr/>
        </p:nvSpPr>
        <p:spPr>
          <a:xfrm>
            <a:off x="1958912" y="5048250"/>
            <a:ext cx="76200" cy="76200"/>
          </a:xfrm>
          <a:prstGeom prst="ellipse">
            <a:avLst/>
          </a:prstGeom>
          <a:solidFill>
            <a:srgbClr val="123247"/>
          </a:solidFill>
          <a:ln w="9525">
            <a:solidFill>
              <a:srgbClr val="FFFFFF"/>
            </a:solidFill>
            <a:prstDash val="solid"/>
          </a:ln>
        </p:spPr>
        <p:txBody>
          <a:bodyPr/>
          <a:lstStyle/>
          <a:p>
            <a:endParaRPr lang="en-GB"/>
          </a:p>
        </p:txBody>
      </p:sp>
      <p:sp>
        <p:nvSpPr>
          <p:cNvPr id="21" name="Identificação B4">
            <a:extLst>
              <a:ext uri="{FF2B5EF4-FFF2-40B4-BE49-F238E27FC236}">
                <a16:creationId xmlns:a16="http://schemas.microsoft.com/office/drawing/2014/main" id="{6A5EDB42-6B4D-42EB-B76E-5D676E821FAD}"/>
              </a:ext>
            </a:extLst>
          </p:cNvPr>
          <p:cNvSpPr>
            <a:spLocks noGrp="1"/>
          </p:cNvSpPr>
          <p:nvPr/>
        </p:nvSpPr>
        <p:spPr>
          <a:xfrm>
            <a:off x="1004316" y="4760976"/>
            <a:ext cx="495300" cy="247650"/>
          </a:xfrm>
          <a:prstGeom prst="rect">
            <a:avLst/>
          </a:prstGeom>
          <a:noFill/>
          <a:ln w="0">
            <a:noFill/>
            <a:prstDash val="solid"/>
          </a:ln>
        </p:spPr>
        <p:txBody>
          <a:bodyPr wrap="square" lIns="0" tIns="0" rIns="0" bIns="0" anchor="t">
            <a:noAutofit/>
          </a:bodyPr>
          <a:lstStyle>
            <a:defPPr algn="l">
              <a:defRPr sz="1425" b="1">
                <a:solidFill>
                  <a:srgbClr val="C47B23"/>
                </a:solidFill>
                <a:latin typeface="DejaVu Sans"/>
                <a:ea typeface="DejaVu Sans"/>
                <a:cs typeface="DejaVu Sans"/>
              </a:defRPr>
            </a:defPPr>
            <a:lvl1pPr algn="l">
              <a:defRPr sz="1425" b="1">
                <a:solidFill>
                  <a:srgbClr val="C47B23"/>
                </a:solidFill>
                <a:latin typeface="DejaVu Sans"/>
                <a:ea typeface="DejaVu Sans"/>
                <a:cs typeface="DejaVu Sans"/>
              </a:defRPr>
            </a:lvl1pPr>
            <a:lvl2pPr algn="l">
              <a:defRPr sz="1425" b="1">
                <a:solidFill>
                  <a:srgbClr val="C47B23"/>
                </a:solidFill>
                <a:latin typeface="DejaVu Sans"/>
                <a:ea typeface="DejaVu Sans"/>
                <a:cs typeface="DejaVu Sans"/>
              </a:defRPr>
            </a:lvl2pPr>
            <a:lvl3pPr algn="l">
              <a:defRPr sz="1425" b="1">
                <a:solidFill>
                  <a:srgbClr val="C47B23"/>
                </a:solidFill>
                <a:latin typeface="DejaVu Sans"/>
                <a:ea typeface="DejaVu Sans"/>
                <a:cs typeface="DejaVu Sans"/>
              </a:defRPr>
            </a:lvl3pPr>
            <a:lvl4pPr algn="l">
              <a:defRPr sz="1425" b="1">
                <a:solidFill>
                  <a:srgbClr val="C47B23"/>
                </a:solidFill>
                <a:latin typeface="DejaVu Sans"/>
                <a:ea typeface="DejaVu Sans"/>
                <a:cs typeface="DejaVu Sans"/>
              </a:defRPr>
            </a:lvl4pPr>
            <a:lvl5pPr algn="l">
              <a:defRPr sz="1425" b="1">
                <a:solidFill>
                  <a:srgbClr val="C47B23"/>
                </a:solidFill>
                <a:latin typeface="DejaVu Sans"/>
                <a:ea typeface="DejaVu Sans"/>
                <a:cs typeface="DejaVu Sans"/>
              </a:defRPr>
            </a:lvl5pPr>
            <a:lvl6pPr algn="l">
              <a:defRPr sz="1425" b="1">
                <a:solidFill>
                  <a:srgbClr val="C47B23"/>
                </a:solidFill>
                <a:latin typeface="DejaVu Sans"/>
                <a:ea typeface="DejaVu Sans"/>
                <a:cs typeface="DejaVu Sans"/>
              </a:defRPr>
            </a:lvl6pPr>
            <a:lvl7pPr algn="l">
              <a:defRPr sz="1425" b="1">
                <a:solidFill>
                  <a:srgbClr val="C47B23"/>
                </a:solidFill>
                <a:latin typeface="DejaVu Sans"/>
                <a:ea typeface="DejaVu Sans"/>
                <a:cs typeface="DejaVu Sans"/>
              </a:defRPr>
            </a:lvl7pPr>
            <a:lvl8pPr algn="l">
              <a:defRPr sz="1425" b="1">
                <a:solidFill>
                  <a:srgbClr val="C47B23"/>
                </a:solidFill>
                <a:latin typeface="DejaVu Sans"/>
                <a:ea typeface="DejaVu Sans"/>
                <a:cs typeface="DejaVu Sans"/>
              </a:defRPr>
            </a:lvl8pPr>
            <a:lvl9pPr algn="l">
              <a:defRPr sz="1425" b="1">
                <a:solidFill>
                  <a:srgbClr val="C47B23"/>
                </a:solidFill>
                <a:latin typeface="DejaVu Sans"/>
                <a:ea typeface="DejaVu Sans"/>
                <a:cs typeface="DejaVu Sans"/>
              </a:defRPr>
            </a:lvl9pPr>
          </a:lstStyle>
          <a:p>
            <a:pPr algn="l">
              <a:defRPr sz="1425" b="1">
                <a:solidFill>
                  <a:srgbClr val="C47B23"/>
                </a:solidFill>
                <a:latin typeface="DejaVu Sans"/>
                <a:ea typeface="DejaVu Sans"/>
                <a:cs typeface="DejaVu Sans"/>
              </a:defRPr>
            </a:pPr>
            <a:r>
              <a:rPr sz="1425" b="1">
                <a:solidFill>
                  <a:srgbClr val="C47B23"/>
                </a:solidFill>
                <a:latin typeface="DejaVu Sans"/>
                <a:ea typeface="DejaVu Sans"/>
                <a:cs typeface="DejaVu Sans"/>
              </a:rPr>
              <a:t>B4</a:t>
            </a:r>
          </a:p>
        </p:txBody>
      </p:sp>
      <p:sp>
        <p:nvSpPr>
          <p:cNvPr id="22" name="Limite da bacia B5">
            <a:extLst>
              <a:ext uri="{FF2B5EF4-FFF2-40B4-BE49-F238E27FC236}">
                <a16:creationId xmlns:a16="http://schemas.microsoft.com/office/drawing/2014/main" id="{63D9070B-1202-4DBC-8879-326C098E7C29}"/>
              </a:ext>
            </a:extLst>
          </p:cNvPr>
          <p:cNvSpPr>
            <a:spLocks noGrp="1"/>
          </p:cNvSpPr>
          <p:nvPr/>
        </p:nvSpPr>
        <p:spPr>
          <a:xfrm>
            <a:off x="3238500" y="3952875"/>
            <a:ext cx="1428750" cy="1095375"/>
          </a:xfrm>
          <a:custGeom>
            <a:avLst/>
            <a:gdLst/>
            <a:ahLst/>
            <a:cxnLst/>
            <a:rect l="0" t="0" r="0" b="0"/>
            <a:pathLst>
              <a:path w="952500" h="952500">
                <a:moveTo>
                  <a:pt x="85725" y="304800"/>
                </a:moveTo>
                <a:lnTo>
                  <a:pt x="171450" y="180975"/>
                </a:lnTo>
                <a:lnTo>
                  <a:pt x="342900" y="95250"/>
                </a:lnTo>
                <a:lnTo>
                  <a:pt x="457200" y="142875"/>
                </a:lnTo>
                <a:lnTo>
                  <a:pt x="571500" y="47625"/>
                </a:lnTo>
                <a:lnTo>
                  <a:pt x="723900" y="161925"/>
                </a:lnTo>
                <a:lnTo>
                  <a:pt x="866775" y="276225"/>
                </a:lnTo>
                <a:lnTo>
                  <a:pt x="809625" y="447675"/>
                </a:lnTo>
                <a:lnTo>
                  <a:pt x="876300" y="600075"/>
                </a:lnTo>
                <a:lnTo>
                  <a:pt x="742950" y="771525"/>
                </a:lnTo>
                <a:lnTo>
                  <a:pt x="590550" y="952500"/>
                </a:lnTo>
                <a:lnTo>
                  <a:pt x="409575" y="809625"/>
                </a:lnTo>
                <a:lnTo>
                  <a:pt x="304800" y="723900"/>
                </a:lnTo>
                <a:lnTo>
                  <a:pt x="161925" y="647700"/>
                </a:lnTo>
                <a:lnTo>
                  <a:pt x="47625" y="466725"/>
                </a:lnTo>
                <a:close/>
              </a:path>
            </a:pathLst>
          </a:custGeom>
          <a:solidFill>
            <a:srgbClr val="EDE1E9"/>
          </a:solidFill>
          <a:ln w="20955">
            <a:solidFill>
              <a:srgbClr val="995A80"/>
            </a:solidFill>
            <a:prstDash val="solid"/>
          </a:ln>
        </p:spPr>
        <p:txBody>
          <a:bodyPr/>
          <a:lstStyle/>
          <a:p>
            <a:endParaRPr lang="en-GB"/>
          </a:p>
        </p:txBody>
      </p:sp>
      <p:sp>
        <p:nvSpPr>
          <p:cNvPr id="23" name="Drenagem da bacia B5">
            <a:extLst>
              <a:ext uri="{FF2B5EF4-FFF2-40B4-BE49-F238E27FC236}">
                <a16:creationId xmlns:a16="http://schemas.microsoft.com/office/drawing/2014/main" id="{3AE1330D-AB2A-4209-9EED-293D2097F99A}"/>
              </a:ext>
            </a:extLst>
          </p:cNvPr>
          <p:cNvSpPr>
            <a:spLocks noGrp="1"/>
          </p:cNvSpPr>
          <p:nvPr/>
        </p:nvSpPr>
        <p:spPr>
          <a:xfrm>
            <a:off x="3238500" y="3952875"/>
            <a:ext cx="1428750" cy="1095375"/>
          </a:xfrm>
          <a:custGeom>
            <a:avLst/>
            <a:gdLst/>
            <a:ahLst/>
            <a:cxnLst/>
            <a:rect l="0" t="0" r="0" b="0"/>
            <a:pathLst>
              <a:path w="952500" h="952500">
                <a:moveTo>
                  <a:pt x="485775" y="190500"/>
                </a:moveTo>
                <a:lnTo>
                  <a:pt x="457200" y="342900"/>
                </a:lnTo>
                <a:lnTo>
                  <a:pt x="514350" y="485775"/>
                </a:lnTo>
                <a:lnTo>
                  <a:pt x="457200" y="638175"/>
                </a:lnTo>
                <a:lnTo>
                  <a:pt x="533400" y="790575"/>
                </a:lnTo>
                <a:lnTo>
                  <a:pt x="590550" y="952500"/>
                </a:lnTo>
                <a:moveTo>
                  <a:pt x="238125" y="295275"/>
                </a:moveTo>
                <a:lnTo>
                  <a:pt x="323850" y="390525"/>
                </a:lnTo>
                <a:lnTo>
                  <a:pt x="457200" y="438150"/>
                </a:lnTo>
                <a:lnTo>
                  <a:pt x="514350" y="485775"/>
                </a:lnTo>
                <a:moveTo>
                  <a:pt x="695325" y="276225"/>
                </a:moveTo>
                <a:lnTo>
                  <a:pt x="647700" y="390525"/>
                </a:lnTo>
                <a:lnTo>
                  <a:pt x="514350" y="485775"/>
                </a:lnTo>
                <a:moveTo>
                  <a:pt x="209550" y="561975"/>
                </a:moveTo>
                <a:lnTo>
                  <a:pt x="342900" y="600075"/>
                </a:lnTo>
                <a:lnTo>
                  <a:pt x="457200" y="638175"/>
                </a:lnTo>
                <a:moveTo>
                  <a:pt x="752475" y="552450"/>
                </a:moveTo>
                <a:lnTo>
                  <a:pt x="676275" y="685800"/>
                </a:lnTo>
                <a:lnTo>
                  <a:pt x="533400" y="790575"/>
                </a:lnTo>
              </a:path>
            </a:pathLst>
          </a:custGeom>
          <a:noFill/>
          <a:ln w="18098">
            <a:solidFill>
              <a:srgbClr val="477E9D"/>
            </a:solidFill>
            <a:prstDash val="solid"/>
          </a:ln>
        </p:spPr>
        <p:txBody>
          <a:bodyPr/>
          <a:lstStyle/>
          <a:p>
            <a:endParaRPr lang="en-GB"/>
          </a:p>
        </p:txBody>
      </p:sp>
      <p:sp>
        <p:nvSpPr>
          <p:cNvPr id="24" name="Exutório B5">
            <a:extLst>
              <a:ext uri="{FF2B5EF4-FFF2-40B4-BE49-F238E27FC236}">
                <a16:creationId xmlns:a16="http://schemas.microsoft.com/office/drawing/2014/main" id="{49A30645-7A06-4920-95C0-79C3622B21EA}"/>
              </a:ext>
            </a:extLst>
          </p:cNvPr>
          <p:cNvSpPr>
            <a:spLocks noGrp="1"/>
          </p:cNvSpPr>
          <p:nvPr/>
        </p:nvSpPr>
        <p:spPr>
          <a:xfrm>
            <a:off x="4086225" y="5010150"/>
            <a:ext cx="76200" cy="76200"/>
          </a:xfrm>
          <a:prstGeom prst="ellipse">
            <a:avLst/>
          </a:prstGeom>
          <a:solidFill>
            <a:srgbClr val="123247"/>
          </a:solidFill>
          <a:ln w="9525">
            <a:solidFill>
              <a:srgbClr val="FFFFFF"/>
            </a:solidFill>
            <a:prstDash val="solid"/>
          </a:ln>
        </p:spPr>
        <p:txBody>
          <a:bodyPr/>
          <a:lstStyle/>
          <a:p>
            <a:endParaRPr lang="en-GB"/>
          </a:p>
        </p:txBody>
      </p:sp>
      <p:sp>
        <p:nvSpPr>
          <p:cNvPr id="25" name="Identificação B5">
            <a:extLst>
              <a:ext uri="{FF2B5EF4-FFF2-40B4-BE49-F238E27FC236}">
                <a16:creationId xmlns:a16="http://schemas.microsoft.com/office/drawing/2014/main" id="{BCF51614-1620-4459-A86A-D0CD321387EF}"/>
              </a:ext>
            </a:extLst>
          </p:cNvPr>
          <p:cNvSpPr>
            <a:spLocks noGrp="1"/>
          </p:cNvSpPr>
          <p:nvPr/>
        </p:nvSpPr>
        <p:spPr>
          <a:xfrm>
            <a:off x="3352800" y="4741545"/>
            <a:ext cx="495300" cy="247650"/>
          </a:xfrm>
          <a:prstGeom prst="rect">
            <a:avLst/>
          </a:prstGeom>
          <a:noFill/>
          <a:ln w="0">
            <a:noFill/>
            <a:prstDash val="solid"/>
          </a:ln>
        </p:spPr>
        <p:txBody>
          <a:bodyPr wrap="square" lIns="0" tIns="0" rIns="0" bIns="0" anchor="t">
            <a:noAutofit/>
          </a:bodyPr>
          <a:lstStyle>
            <a:defPPr algn="l">
              <a:defRPr sz="1425" b="1">
                <a:solidFill>
                  <a:srgbClr val="995A80"/>
                </a:solidFill>
                <a:latin typeface="DejaVu Sans"/>
                <a:ea typeface="DejaVu Sans"/>
                <a:cs typeface="DejaVu Sans"/>
              </a:defRPr>
            </a:defPPr>
            <a:lvl1pPr algn="l">
              <a:defRPr sz="1425" b="1">
                <a:solidFill>
                  <a:srgbClr val="995A80"/>
                </a:solidFill>
                <a:latin typeface="DejaVu Sans"/>
                <a:ea typeface="DejaVu Sans"/>
                <a:cs typeface="DejaVu Sans"/>
              </a:defRPr>
            </a:lvl1pPr>
            <a:lvl2pPr algn="l">
              <a:defRPr sz="1425" b="1">
                <a:solidFill>
                  <a:srgbClr val="995A80"/>
                </a:solidFill>
                <a:latin typeface="DejaVu Sans"/>
                <a:ea typeface="DejaVu Sans"/>
                <a:cs typeface="DejaVu Sans"/>
              </a:defRPr>
            </a:lvl2pPr>
            <a:lvl3pPr algn="l">
              <a:defRPr sz="1425" b="1">
                <a:solidFill>
                  <a:srgbClr val="995A80"/>
                </a:solidFill>
                <a:latin typeface="DejaVu Sans"/>
                <a:ea typeface="DejaVu Sans"/>
                <a:cs typeface="DejaVu Sans"/>
              </a:defRPr>
            </a:lvl3pPr>
            <a:lvl4pPr algn="l">
              <a:defRPr sz="1425" b="1">
                <a:solidFill>
                  <a:srgbClr val="995A80"/>
                </a:solidFill>
                <a:latin typeface="DejaVu Sans"/>
                <a:ea typeface="DejaVu Sans"/>
                <a:cs typeface="DejaVu Sans"/>
              </a:defRPr>
            </a:lvl4pPr>
            <a:lvl5pPr algn="l">
              <a:defRPr sz="1425" b="1">
                <a:solidFill>
                  <a:srgbClr val="995A80"/>
                </a:solidFill>
                <a:latin typeface="DejaVu Sans"/>
                <a:ea typeface="DejaVu Sans"/>
                <a:cs typeface="DejaVu Sans"/>
              </a:defRPr>
            </a:lvl5pPr>
            <a:lvl6pPr algn="l">
              <a:defRPr sz="1425" b="1">
                <a:solidFill>
                  <a:srgbClr val="995A80"/>
                </a:solidFill>
                <a:latin typeface="DejaVu Sans"/>
                <a:ea typeface="DejaVu Sans"/>
                <a:cs typeface="DejaVu Sans"/>
              </a:defRPr>
            </a:lvl6pPr>
            <a:lvl7pPr algn="l">
              <a:defRPr sz="1425" b="1">
                <a:solidFill>
                  <a:srgbClr val="995A80"/>
                </a:solidFill>
                <a:latin typeface="DejaVu Sans"/>
                <a:ea typeface="DejaVu Sans"/>
                <a:cs typeface="DejaVu Sans"/>
              </a:defRPr>
            </a:lvl7pPr>
            <a:lvl8pPr algn="l">
              <a:defRPr sz="1425" b="1">
                <a:solidFill>
                  <a:srgbClr val="995A80"/>
                </a:solidFill>
                <a:latin typeface="DejaVu Sans"/>
                <a:ea typeface="DejaVu Sans"/>
                <a:cs typeface="DejaVu Sans"/>
              </a:defRPr>
            </a:lvl8pPr>
            <a:lvl9pPr algn="l">
              <a:defRPr sz="1425" b="1">
                <a:solidFill>
                  <a:srgbClr val="995A80"/>
                </a:solidFill>
                <a:latin typeface="DejaVu Sans"/>
                <a:ea typeface="DejaVu Sans"/>
                <a:cs typeface="DejaVu Sans"/>
              </a:defRPr>
            </a:lvl9pPr>
          </a:lstStyle>
          <a:p>
            <a:pPr algn="l">
              <a:defRPr sz="1425" b="1">
                <a:solidFill>
                  <a:srgbClr val="995A80"/>
                </a:solidFill>
                <a:latin typeface="DejaVu Sans"/>
                <a:ea typeface="DejaVu Sans"/>
                <a:cs typeface="DejaVu Sans"/>
              </a:defRPr>
            </a:pPr>
            <a:r>
              <a:rPr sz="1425" b="1">
                <a:solidFill>
                  <a:srgbClr val="995A80"/>
                </a:solidFill>
                <a:latin typeface="DejaVu Sans"/>
                <a:ea typeface="DejaVu Sans"/>
                <a:cs typeface="DejaVu Sans"/>
              </a:rPr>
              <a:t>B5</a:t>
            </a:r>
          </a:p>
        </p:txBody>
      </p:sp>
      <p:sp>
        <p:nvSpPr>
          <p:cNvPr id="26" name="Limite da bacia B6">
            <a:extLst>
              <a:ext uri="{FF2B5EF4-FFF2-40B4-BE49-F238E27FC236}">
                <a16:creationId xmlns:a16="http://schemas.microsoft.com/office/drawing/2014/main" id="{69026235-AB1B-42AA-954E-07636D533C4D}"/>
              </a:ext>
            </a:extLst>
          </p:cNvPr>
          <p:cNvSpPr>
            <a:spLocks noGrp="1"/>
          </p:cNvSpPr>
          <p:nvPr/>
        </p:nvSpPr>
        <p:spPr>
          <a:xfrm>
            <a:off x="5314950" y="3867150"/>
            <a:ext cx="1828800" cy="1247775"/>
          </a:xfrm>
          <a:custGeom>
            <a:avLst/>
            <a:gdLst/>
            <a:ahLst/>
            <a:cxnLst/>
            <a:rect l="0" t="0" r="0" b="0"/>
            <a:pathLst>
              <a:path w="952500" h="952500">
                <a:moveTo>
                  <a:pt x="38100" y="257175"/>
                </a:moveTo>
                <a:lnTo>
                  <a:pt x="209550" y="85725"/>
                </a:lnTo>
                <a:lnTo>
                  <a:pt x="361950" y="152400"/>
                </a:lnTo>
                <a:lnTo>
                  <a:pt x="495300" y="38100"/>
                </a:lnTo>
                <a:lnTo>
                  <a:pt x="619125" y="104775"/>
                </a:lnTo>
                <a:lnTo>
                  <a:pt x="752475" y="95250"/>
                </a:lnTo>
                <a:lnTo>
                  <a:pt x="904875" y="266700"/>
                </a:lnTo>
                <a:lnTo>
                  <a:pt x="857250" y="428625"/>
                </a:lnTo>
                <a:lnTo>
                  <a:pt x="923925" y="581025"/>
                </a:lnTo>
                <a:lnTo>
                  <a:pt x="752475" y="781050"/>
                </a:lnTo>
                <a:lnTo>
                  <a:pt x="590550" y="952500"/>
                </a:lnTo>
                <a:lnTo>
                  <a:pt x="428625" y="800100"/>
                </a:lnTo>
                <a:lnTo>
                  <a:pt x="257175" y="742950"/>
                </a:lnTo>
                <a:lnTo>
                  <a:pt x="161925" y="571500"/>
                </a:lnTo>
                <a:lnTo>
                  <a:pt x="47625" y="457200"/>
                </a:lnTo>
                <a:close/>
              </a:path>
            </a:pathLst>
          </a:custGeom>
          <a:solidFill>
            <a:srgbClr val="DCEFEA"/>
          </a:solidFill>
          <a:ln w="20955">
            <a:solidFill>
              <a:srgbClr val="087F88"/>
            </a:solidFill>
            <a:prstDash val="solid"/>
          </a:ln>
        </p:spPr>
        <p:txBody>
          <a:bodyPr/>
          <a:lstStyle/>
          <a:p>
            <a:endParaRPr lang="en-GB"/>
          </a:p>
        </p:txBody>
      </p:sp>
      <p:sp>
        <p:nvSpPr>
          <p:cNvPr id="27" name="Drenagem da bacia B6">
            <a:extLst>
              <a:ext uri="{FF2B5EF4-FFF2-40B4-BE49-F238E27FC236}">
                <a16:creationId xmlns:a16="http://schemas.microsoft.com/office/drawing/2014/main" id="{BF56BAEF-C5CB-4346-9756-C1B5C4DF1F3F}"/>
              </a:ext>
            </a:extLst>
          </p:cNvPr>
          <p:cNvSpPr>
            <a:spLocks noGrp="1"/>
          </p:cNvSpPr>
          <p:nvPr/>
        </p:nvSpPr>
        <p:spPr>
          <a:xfrm>
            <a:off x="5314950" y="3867150"/>
            <a:ext cx="1828800" cy="1247775"/>
          </a:xfrm>
          <a:custGeom>
            <a:avLst/>
            <a:gdLst/>
            <a:ahLst/>
            <a:cxnLst/>
            <a:rect l="0" t="0" r="0" b="0"/>
            <a:pathLst>
              <a:path w="952500" h="952500">
                <a:moveTo>
                  <a:pt x="485775" y="190500"/>
                </a:moveTo>
                <a:lnTo>
                  <a:pt x="457200" y="342900"/>
                </a:lnTo>
                <a:lnTo>
                  <a:pt x="514350" y="485775"/>
                </a:lnTo>
                <a:lnTo>
                  <a:pt x="457200" y="638175"/>
                </a:lnTo>
                <a:lnTo>
                  <a:pt x="533400" y="790575"/>
                </a:lnTo>
                <a:lnTo>
                  <a:pt x="590550" y="952500"/>
                </a:lnTo>
                <a:moveTo>
                  <a:pt x="238125" y="295275"/>
                </a:moveTo>
                <a:lnTo>
                  <a:pt x="323850" y="390525"/>
                </a:lnTo>
                <a:lnTo>
                  <a:pt x="457200" y="438150"/>
                </a:lnTo>
                <a:lnTo>
                  <a:pt x="514350" y="485775"/>
                </a:lnTo>
                <a:moveTo>
                  <a:pt x="695325" y="276225"/>
                </a:moveTo>
                <a:lnTo>
                  <a:pt x="647700" y="390525"/>
                </a:lnTo>
                <a:lnTo>
                  <a:pt x="514350" y="485775"/>
                </a:lnTo>
                <a:moveTo>
                  <a:pt x="209550" y="561975"/>
                </a:moveTo>
                <a:lnTo>
                  <a:pt x="342900" y="600075"/>
                </a:lnTo>
                <a:lnTo>
                  <a:pt x="457200" y="638175"/>
                </a:lnTo>
                <a:moveTo>
                  <a:pt x="752475" y="552450"/>
                </a:moveTo>
                <a:lnTo>
                  <a:pt x="676275" y="685800"/>
                </a:lnTo>
                <a:lnTo>
                  <a:pt x="533400" y="790575"/>
                </a:lnTo>
              </a:path>
            </a:pathLst>
          </a:custGeom>
          <a:noFill/>
          <a:ln w="18098">
            <a:solidFill>
              <a:srgbClr val="477E9D"/>
            </a:solidFill>
            <a:prstDash val="solid"/>
          </a:ln>
        </p:spPr>
        <p:txBody>
          <a:bodyPr/>
          <a:lstStyle/>
          <a:p>
            <a:endParaRPr lang="en-GB"/>
          </a:p>
        </p:txBody>
      </p:sp>
      <p:sp>
        <p:nvSpPr>
          <p:cNvPr id="28" name="Exutório B6">
            <a:extLst>
              <a:ext uri="{FF2B5EF4-FFF2-40B4-BE49-F238E27FC236}">
                <a16:creationId xmlns:a16="http://schemas.microsoft.com/office/drawing/2014/main" id="{43949CAE-43DC-4BF6-80D4-4C33CB3E1AC2}"/>
              </a:ext>
            </a:extLst>
          </p:cNvPr>
          <p:cNvSpPr>
            <a:spLocks noGrp="1"/>
          </p:cNvSpPr>
          <p:nvPr/>
        </p:nvSpPr>
        <p:spPr>
          <a:xfrm>
            <a:off x="6410706" y="5076825"/>
            <a:ext cx="76200" cy="76200"/>
          </a:xfrm>
          <a:prstGeom prst="ellipse">
            <a:avLst/>
          </a:prstGeom>
          <a:solidFill>
            <a:srgbClr val="123247"/>
          </a:solidFill>
          <a:ln w="9525">
            <a:solidFill>
              <a:srgbClr val="FFFFFF"/>
            </a:solidFill>
            <a:prstDash val="solid"/>
          </a:ln>
        </p:spPr>
        <p:txBody>
          <a:bodyPr/>
          <a:lstStyle/>
          <a:p>
            <a:endParaRPr lang="en-GB"/>
          </a:p>
        </p:txBody>
      </p:sp>
      <p:sp>
        <p:nvSpPr>
          <p:cNvPr id="29" name="Identificação B6">
            <a:extLst>
              <a:ext uri="{FF2B5EF4-FFF2-40B4-BE49-F238E27FC236}">
                <a16:creationId xmlns:a16="http://schemas.microsoft.com/office/drawing/2014/main" id="{5759281B-37E5-45A4-83DD-00C74E07C336}"/>
              </a:ext>
            </a:extLst>
          </p:cNvPr>
          <p:cNvSpPr>
            <a:spLocks noGrp="1"/>
          </p:cNvSpPr>
          <p:nvPr/>
        </p:nvSpPr>
        <p:spPr>
          <a:xfrm>
            <a:off x="5461254" y="4765548"/>
            <a:ext cx="495300" cy="247650"/>
          </a:xfrm>
          <a:prstGeom prst="rect">
            <a:avLst/>
          </a:prstGeom>
          <a:noFill/>
          <a:ln w="0">
            <a:noFill/>
            <a:prstDash val="solid"/>
          </a:ln>
        </p:spPr>
        <p:txBody>
          <a:bodyPr wrap="square" lIns="0" tIns="0" rIns="0" bIns="0" anchor="t">
            <a:noAutofit/>
          </a:bodyPr>
          <a:lstStyle>
            <a:defPPr algn="l">
              <a:defRPr sz="1425" b="1">
                <a:solidFill>
                  <a:srgbClr val="087F88"/>
                </a:solidFill>
                <a:latin typeface="DejaVu Sans"/>
                <a:ea typeface="DejaVu Sans"/>
                <a:cs typeface="DejaVu Sans"/>
              </a:defRPr>
            </a:defPPr>
            <a:lvl1pPr algn="l">
              <a:defRPr sz="1425" b="1">
                <a:solidFill>
                  <a:srgbClr val="087F88"/>
                </a:solidFill>
                <a:latin typeface="DejaVu Sans"/>
                <a:ea typeface="DejaVu Sans"/>
                <a:cs typeface="DejaVu Sans"/>
              </a:defRPr>
            </a:lvl1pPr>
            <a:lvl2pPr algn="l">
              <a:defRPr sz="1425" b="1">
                <a:solidFill>
                  <a:srgbClr val="087F88"/>
                </a:solidFill>
                <a:latin typeface="DejaVu Sans"/>
                <a:ea typeface="DejaVu Sans"/>
                <a:cs typeface="DejaVu Sans"/>
              </a:defRPr>
            </a:lvl2pPr>
            <a:lvl3pPr algn="l">
              <a:defRPr sz="1425" b="1">
                <a:solidFill>
                  <a:srgbClr val="087F88"/>
                </a:solidFill>
                <a:latin typeface="DejaVu Sans"/>
                <a:ea typeface="DejaVu Sans"/>
                <a:cs typeface="DejaVu Sans"/>
              </a:defRPr>
            </a:lvl3pPr>
            <a:lvl4pPr algn="l">
              <a:defRPr sz="1425" b="1">
                <a:solidFill>
                  <a:srgbClr val="087F88"/>
                </a:solidFill>
                <a:latin typeface="DejaVu Sans"/>
                <a:ea typeface="DejaVu Sans"/>
                <a:cs typeface="DejaVu Sans"/>
              </a:defRPr>
            </a:lvl4pPr>
            <a:lvl5pPr algn="l">
              <a:defRPr sz="1425" b="1">
                <a:solidFill>
                  <a:srgbClr val="087F88"/>
                </a:solidFill>
                <a:latin typeface="DejaVu Sans"/>
                <a:ea typeface="DejaVu Sans"/>
                <a:cs typeface="DejaVu Sans"/>
              </a:defRPr>
            </a:lvl5pPr>
            <a:lvl6pPr algn="l">
              <a:defRPr sz="1425" b="1">
                <a:solidFill>
                  <a:srgbClr val="087F88"/>
                </a:solidFill>
                <a:latin typeface="DejaVu Sans"/>
                <a:ea typeface="DejaVu Sans"/>
                <a:cs typeface="DejaVu Sans"/>
              </a:defRPr>
            </a:lvl6pPr>
            <a:lvl7pPr algn="l">
              <a:defRPr sz="1425" b="1">
                <a:solidFill>
                  <a:srgbClr val="087F88"/>
                </a:solidFill>
                <a:latin typeface="DejaVu Sans"/>
                <a:ea typeface="DejaVu Sans"/>
                <a:cs typeface="DejaVu Sans"/>
              </a:defRPr>
            </a:lvl7pPr>
            <a:lvl8pPr algn="l">
              <a:defRPr sz="1425" b="1">
                <a:solidFill>
                  <a:srgbClr val="087F88"/>
                </a:solidFill>
                <a:latin typeface="DejaVu Sans"/>
                <a:ea typeface="DejaVu Sans"/>
                <a:cs typeface="DejaVu Sans"/>
              </a:defRPr>
            </a:lvl8pPr>
            <a:lvl9pPr algn="l">
              <a:defRPr sz="1425" b="1">
                <a:solidFill>
                  <a:srgbClr val="087F88"/>
                </a:solidFill>
                <a:latin typeface="DejaVu Sans"/>
                <a:ea typeface="DejaVu Sans"/>
                <a:cs typeface="DejaVu Sans"/>
              </a:defRPr>
            </a:lvl9pPr>
          </a:lstStyle>
          <a:p>
            <a:pPr algn="l">
              <a:defRPr sz="1425" b="1">
                <a:solidFill>
                  <a:srgbClr val="087F88"/>
                </a:solidFill>
                <a:latin typeface="DejaVu Sans"/>
                <a:ea typeface="DejaVu Sans"/>
                <a:cs typeface="DejaVu Sans"/>
              </a:defRPr>
            </a:pPr>
            <a:r>
              <a:rPr sz="1425" b="1">
                <a:solidFill>
                  <a:srgbClr val="087F88"/>
                </a:solidFill>
                <a:latin typeface="DejaVu Sans"/>
                <a:ea typeface="DejaVu Sans"/>
                <a:cs typeface="DejaVu Sans"/>
              </a:rPr>
              <a:t>B6</a:t>
            </a:r>
          </a:p>
        </p:txBody>
      </p:sp>
      <p:sp>
        <p:nvSpPr>
          <p:cNvPr id="30" name="schematic-caption">
            <a:extLst>
              <a:ext uri="{FF2B5EF4-FFF2-40B4-BE49-F238E27FC236}">
                <a16:creationId xmlns:a16="http://schemas.microsoft.com/office/drawing/2014/main" id="{35A047B9-F4F3-46DE-B64A-5C8D41FACF26}"/>
              </a:ext>
            </a:extLst>
          </p:cNvPr>
          <p:cNvSpPr>
            <a:spLocks noGrp="1"/>
          </p:cNvSpPr>
          <p:nvPr/>
        </p:nvSpPr>
        <p:spPr>
          <a:xfrm>
            <a:off x="800100" y="5172075"/>
            <a:ext cx="6705600" cy="228600"/>
          </a:xfrm>
          <a:prstGeom prst="rect">
            <a:avLst/>
          </a:prstGeom>
          <a:noFill/>
          <a:ln w="0">
            <a:noFill/>
            <a:prstDash val="solid"/>
          </a:ln>
        </p:spPr>
        <p:txBody>
          <a:bodyPr wrap="square" lIns="0" tIns="0" rIns="0" bIns="0" anchor="t">
            <a:noAutofit/>
          </a:bodyPr>
          <a:lstStyle>
            <a:defPPr algn="l">
              <a:defRPr sz="1125" b="0">
                <a:solidFill>
                  <a:srgbClr val="526873"/>
                </a:solidFill>
                <a:latin typeface="DejaVu Sans"/>
                <a:ea typeface="DejaVu Sans"/>
                <a:cs typeface="DejaVu Sans"/>
              </a:defRPr>
            </a:defPPr>
            <a:lvl1pPr algn="l">
              <a:defRPr sz="1125" b="0">
                <a:solidFill>
                  <a:srgbClr val="526873"/>
                </a:solidFill>
                <a:latin typeface="DejaVu Sans"/>
                <a:ea typeface="DejaVu Sans"/>
                <a:cs typeface="DejaVu Sans"/>
              </a:defRPr>
            </a:lvl1pPr>
            <a:lvl2pPr algn="l">
              <a:defRPr sz="1125" b="0">
                <a:solidFill>
                  <a:srgbClr val="526873"/>
                </a:solidFill>
                <a:latin typeface="DejaVu Sans"/>
                <a:ea typeface="DejaVu Sans"/>
                <a:cs typeface="DejaVu Sans"/>
              </a:defRPr>
            </a:lvl2pPr>
            <a:lvl3pPr algn="l">
              <a:defRPr sz="1125" b="0">
                <a:solidFill>
                  <a:srgbClr val="526873"/>
                </a:solidFill>
                <a:latin typeface="DejaVu Sans"/>
                <a:ea typeface="DejaVu Sans"/>
                <a:cs typeface="DejaVu Sans"/>
              </a:defRPr>
            </a:lvl3pPr>
            <a:lvl4pPr algn="l">
              <a:defRPr sz="1125" b="0">
                <a:solidFill>
                  <a:srgbClr val="526873"/>
                </a:solidFill>
                <a:latin typeface="DejaVu Sans"/>
                <a:ea typeface="DejaVu Sans"/>
                <a:cs typeface="DejaVu Sans"/>
              </a:defRPr>
            </a:lvl4pPr>
            <a:lvl5pPr algn="l">
              <a:defRPr sz="1125" b="0">
                <a:solidFill>
                  <a:srgbClr val="526873"/>
                </a:solidFill>
                <a:latin typeface="DejaVu Sans"/>
                <a:ea typeface="DejaVu Sans"/>
                <a:cs typeface="DejaVu Sans"/>
              </a:defRPr>
            </a:lvl5pPr>
            <a:lvl6pPr algn="l">
              <a:defRPr sz="1125" b="0">
                <a:solidFill>
                  <a:srgbClr val="526873"/>
                </a:solidFill>
                <a:latin typeface="DejaVu Sans"/>
                <a:ea typeface="DejaVu Sans"/>
                <a:cs typeface="DejaVu Sans"/>
              </a:defRPr>
            </a:lvl6pPr>
            <a:lvl7pPr algn="l">
              <a:defRPr sz="1125" b="0">
                <a:solidFill>
                  <a:srgbClr val="526873"/>
                </a:solidFill>
                <a:latin typeface="DejaVu Sans"/>
                <a:ea typeface="DejaVu Sans"/>
                <a:cs typeface="DejaVu Sans"/>
              </a:defRPr>
            </a:lvl7pPr>
            <a:lvl8pPr algn="l">
              <a:defRPr sz="1125" b="0">
                <a:solidFill>
                  <a:srgbClr val="526873"/>
                </a:solidFill>
                <a:latin typeface="DejaVu Sans"/>
                <a:ea typeface="DejaVu Sans"/>
                <a:cs typeface="DejaVu Sans"/>
              </a:defRPr>
            </a:lvl8pPr>
            <a:lvl9pPr algn="l">
              <a:defRPr sz="1125" b="0">
                <a:solidFill>
                  <a:srgbClr val="526873"/>
                </a:solidFill>
                <a:latin typeface="DejaVu Sans"/>
                <a:ea typeface="DejaVu Sans"/>
                <a:cs typeface="DejaVu Sans"/>
              </a:defRPr>
            </a:lvl9pPr>
          </a:lstStyle>
          <a:p>
            <a:pPr algn="l">
              <a:defRPr sz="1125" b="0">
                <a:solidFill>
                  <a:srgbClr val="526873"/>
                </a:solidFill>
                <a:latin typeface="DejaVu Sans"/>
                <a:ea typeface="DejaVu Sans"/>
                <a:cs typeface="DejaVu Sans"/>
              </a:defRPr>
            </a:pPr>
            <a:r>
              <a:rPr sz="1125" b="0">
                <a:solidFill>
                  <a:srgbClr val="526873"/>
                </a:solidFill>
                <a:latin typeface="DejaVu Sans"/>
                <a:ea typeface="DejaVu Sans"/>
                <a:cs typeface="DejaVu Sans"/>
              </a:rPr>
              <a:t>Esquema ilustrativo, sem localização geográfica real.</a:t>
            </a:r>
          </a:p>
        </p:txBody>
      </p:sp>
      <p:sp>
        <p:nvSpPr>
          <p:cNvPr id="31" name="legend-heading">
            <a:extLst>
              <a:ext uri="{FF2B5EF4-FFF2-40B4-BE49-F238E27FC236}">
                <a16:creationId xmlns:a16="http://schemas.microsoft.com/office/drawing/2014/main" id="{CD2F674E-A66E-4B9F-953C-14B60F98A66F}"/>
              </a:ext>
            </a:extLst>
          </p:cNvPr>
          <p:cNvSpPr>
            <a:spLocks noGrp="1"/>
          </p:cNvSpPr>
          <p:nvPr/>
        </p:nvSpPr>
        <p:spPr>
          <a:xfrm>
            <a:off x="7981950" y="2124075"/>
            <a:ext cx="3600450" cy="342900"/>
          </a:xfrm>
          <a:prstGeom prst="rect">
            <a:avLst/>
          </a:prstGeom>
          <a:noFill/>
          <a:ln w="0">
            <a:noFill/>
            <a:prstDash val="solid"/>
          </a:ln>
        </p:spPr>
        <p:txBody>
          <a:bodyPr wrap="square" lIns="0" tIns="0" rIns="0" bIns="0" anchor="t">
            <a:noAutofit/>
          </a:bodyPr>
          <a:lstStyle>
            <a:defPPr algn="l">
              <a:defRPr sz="1875" b="1">
                <a:solidFill>
                  <a:srgbClr val="123247"/>
                </a:solidFill>
                <a:latin typeface="DejaVu Sans"/>
                <a:ea typeface="DejaVu Sans"/>
                <a:cs typeface="DejaVu Sans"/>
              </a:defRPr>
            </a:defPPr>
            <a:lvl1pPr algn="l">
              <a:defRPr sz="1875" b="1">
                <a:solidFill>
                  <a:srgbClr val="123247"/>
                </a:solidFill>
                <a:latin typeface="DejaVu Sans"/>
                <a:ea typeface="DejaVu Sans"/>
                <a:cs typeface="DejaVu Sans"/>
              </a:defRPr>
            </a:lvl1pPr>
            <a:lvl2pPr algn="l">
              <a:defRPr sz="1875" b="1">
                <a:solidFill>
                  <a:srgbClr val="123247"/>
                </a:solidFill>
                <a:latin typeface="DejaVu Sans"/>
                <a:ea typeface="DejaVu Sans"/>
                <a:cs typeface="DejaVu Sans"/>
              </a:defRPr>
            </a:lvl2pPr>
            <a:lvl3pPr algn="l">
              <a:defRPr sz="1875" b="1">
                <a:solidFill>
                  <a:srgbClr val="123247"/>
                </a:solidFill>
                <a:latin typeface="DejaVu Sans"/>
                <a:ea typeface="DejaVu Sans"/>
                <a:cs typeface="DejaVu Sans"/>
              </a:defRPr>
            </a:lvl3pPr>
            <a:lvl4pPr algn="l">
              <a:defRPr sz="1875" b="1">
                <a:solidFill>
                  <a:srgbClr val="123247"/>
                </a:solidFill>
                <a:latin typeface="DejaVu Sans"/>
                <a:ea typeface="DejaVu Sans"/>
                <a:cs typeface="DejaVu Sans"/>
              </a:defRPr>
            </a:lvl4pPr>
            <a:lvl5pPr algn="l">
              <a:defRPr sz="1875" b="1">
                <a:solidFill>
                  <a:srgbClr val="123247"/>
                </a:solidFill>
                <a:latin typeface="DejaVu Sans"/>
                <a:ea typeface="DejaVu Sans"/>
                <a:cs typeface="DejaVu Sans"/>
              </a:defRPr>
            </a:lvl5pPr>
            <a:lvl6pPr algn="l">
              <a:defRPr sz="1875" b="1">
                <a:solidFill>
                  <a:srgbClr val="123247"/>
                </a:solidFill>
                <a:latin typeface="DejaVu Sans"/>
                <a:ea typeface="DejaVu Sans"/>
                <a:cs typeface="DejaVu Sans"/>
              </a:defRPr>
            </a:lvl6pPr>
            <a:lvl7pPr algn="l">
              <a:defRPr sz="1875" b="1">
                <a:solidFill>
                  <a:srgbClr val="123247"/>
                </a:solidFill>
                <a:latin typeface="DejaVu Sans"/>
                <a:ea typeface="DejaVu Sans"/>
                <a:cs typeface="DejaVu Sans"/>
              </a:defRPr>
            </a:lvl7pPr>
            <a:lvl8pPr algn="l">
              <a:defRPr sz="1875" b="1">
                <a:solidFill>
                  <a:srgbClr val="123247"/>
                </a:solidFill>
                <a:latin typeface="DejaVu Sans"/>
                <a:ea typeface="DejaVu Sans"/>
                <a:cs typeface="DejaVu Sans"/>
              </a:defRPr>
            </a:lvl8pPr>
            <a:lvl9pPr algn="l">
              <a:defRPr sz="1875" b="1">
                <a:solidFill>
                  <a:srgbClr val="123247"/>
                </a:solidFill>
                <a:latin typeface="DejaVu Sans"/>
                <a:ea typeface="DejaVu Sans"/>
                <a:cs typeface="DejaVu Sans"/>
              </a:defRPr>
            </a:lvl9pPr>
          </a:lstStyle>
          <a:p>
            <a:pPr algn="l">
              <a:defRPr sz="1875" b="1">
                <a:solidFill>
                  <a:srgbClr val="123247"/>
                </a:solidFill>
                <a:latin typeface="DejaVu Sans"/>
                <a:ea typeface="DejaVu Sans"/>
                <a:cs typeface="DejaVu Sans"/>
              </a:defRPr>
            </a:pPr>
            <a:r>
              <a:rPr sz="1875" b="1">
                <a:solidFill>
                  <a:srgbClr val="123247"/>
                </a:solidFill>
                <a:latin typeface="DejaVu Sans"/>
                <a:ea typeface="DejaVu Sans"/>
                <a:cs typeface="DejaVu Sans"/>
              </a:rPr>
              <a:t>A cor identifica o grupo</a:t>
            </a:r>
          </a:p>
        </p:txBody>
      </p:sp>
      <p:sp>
        <p:nvSpPr>
          <p:cNvPr id="32" name="Região candidata 1 símbolo">
            <a:extLst>
              <a:ext uri="{FF2B5EF4-FFF2-40B4-BE49-F238E27FC236}">
                <a16:creationId xmlns:a16="http://schemas.microsoft.com/office/drawing/2014/main" id="{F477D8E6-9D62-4637-BF14-9C8407106439}"/>
              </a:ext>
            </a:extLst>
          </p:cNvPr>
          <p:cNvSpPr>
            <a:spLocks noGrp="1"/>
          </p:cNvSpPr>
          <p:nvPr/>
        </p:nvSpPr>
        <p:spPr>
          <a:xfrm>
            <a:off x="7981950" y="2657475"/>
            <a:ext cx="219075" cy="219075"/>
          </a:xfrm>
          <a:prstGeom prst="rect">
            <a:avLst/>
          </a:prstGeom>
          <a:solidFill>
            <a:srgbClr val="DCEFEA"/>
          </a:solidFill>
          <a:ln w="19050">
            <a:solidFill>
              <a:srgbClr val="087F88"/>
            </a:solidFill>
            <a:prstDash val="solid"/>
          </a:ln>
        </p:spPr>
        <p:txBody>
          <a:bodyPr/>
          <a:lstStyle/>
          <a:p>
            <a:endParaRPr lang="en-GB"/>
          </a:p>
        </p:txBody>
      </p:sp>
      <p:sp>
        <p:nvSpPr>
          <p:cNvPr id="33" name="Região candidata 1">
            <a:extLst>
              <a:ext uri="{FF2B5EF4-FFF2-40B4-BE49-F238E27FC236}">
                <a16:creationId xmlns:a16="http://schemas.microsoft.com/office/drawing/2014/main" id="{94ABB409-4A45-4B58-9A09-3A9EDFB680ED}"/>
              </a:ext>
            </a:extLst>
          </p:cNvPr>
          <p:cNvSpPr>
            <a:spLocks noGrp="1"/>
          </p:cNvSpPr>
          <p:nvPr/>
        </p:nvSpPr>
        <p:spPr>
          <a:xfrm>
            <a:off x="8343900" y="2619375"/>
            <a:ext cx="3219450" cy="304800"/>
          </a:xfrm>
          <a:prstGeom prst="rect">
            <a:avLst/>
          </a:prstGeom>
          <a:noFill/>
          <a:ln w="0">
            <a:noFill/>
            <a:prstDash val="solid"/>
          </a:ln>
        </p:spPr>
        <p:txBody>
          <a:bodyPr wrap="square" lIns="0" tIns="0" rIns="0" bIns="0" anchor="t">
            <a:noAutofit/>
          </a:bodyPr>
          <a:lstStyle>
            <a:defPPr algn="l">
              <a:defRPr sz="1800" b="1">
                <a:solidFill>
                  <a:srgbClr val="087F88"/>
                </a:solidFill>
                <a:latin typeface="DejaVu Sans"/>
                <a:ea typeface="DejaVu Sans"/>
                <a:cs typeface="DejaVu Sans"/>
              </a:defRPr>
            </a:defPPr>
            <a:lvl1pPr algn="l">
              <a:defRPr sz="1800" b="1">
                <a:solidFill>
                  <a:srgbClr val="087F88"/>
                </a:solidFill>
                <a:latin typeface="DejaVu Sans"/>
                <a:ea typeface="DejaVu Sans"/>
                <a:cs typeface="DejaVu Sans"/>
              </a:defRPr>
            </a:lvl1pPr>
            <a:lvl2pPr algn="l">
              <a:defRPr sz="1800" b="1">
                <a:solidFill>
                  <a:srgbClr val="087F88"/>
                </a:solidFill>
                <a:latin typeface="DejaVu Sans"/>
                <a:ea typeface="DejaVu Sans"/>
                <a:cs typeface="DejaVu Sans"/>
              </a:defRPr>
            </a:lvl2pPr>
            <a:lvl3pPr algn="l">
              <a:defRPr sz="1800" b="1">
                <a:solidFill>
                  <a:srgbClr val="087F88"/>
                </a:solidFill>
                <a:latin typeface="DejaVu Sans"/>
                <a:ea typeface="DejaVu Sans"/>
                <a:cs typeface="DejaVu Sans"/>
              </a:defRPr>
            </a:lvl3pPr>
            <a:lvl4pPr algn="l">
              <a:defRPr sz="1800" b="1">
                <a:solidFill>
                  <a:srgbClr val="087F88"/>
                </a:solidFill>
                <a:latin typeface="DejaVu Sans"/>
                <a:ea typeface="DejaVu Sans"/>
                <a:cs typeface="DejaVu Sans"/>
              </a:defRPr>
            </a:lvl4pPr>
            <a:lvl5pPr algn="l">
              <a:defRPr sz="1800" b="1">
                <a:solidFill>
                  <a:srgbClr val="087F88"/>
                </a:solidFill>
                <a:latin typeface="DejaVu Sans"/>
                <a:ea typeface="DejaVu Sans"/>
                <a:cs typeface="DejaVu Sans"/>
              </a:defRPr>
            </a:lvl5pPr>
            <a:lvl6pPr algn="l">
              <a:defRPr sz="1800" b="1">
                <a:solidFill>
                  <a:srgbClr val="087F88"/>
                </a:solidFill>
                <a:latin typeface="DejaVu Sans"/>
                <a:ea typeface="DejaVu Sans"/>
                <a:cs typeface="DejaVu Sans"/>
              </a:defRPr>
            </a:lvl6pPr>
            <a:lvl7pPr algn="l">
              <a:defRPr sz="1800" b="1">
                <a:solidFill>
                  <a:srgbClr val="087F88"/>
                </a:solidFill>
                <a:latin typeface="DejaVu Sans"/>
                <a:ea typeface="DejaVu Sans"/>
                <a:cs typeface="DejaVu Sans"/>
              </a:defRPr>
            </a:lvl7pPr>
            <a:lvl8pPr algn="l">
              <a:defRPr sz="1800" b="1">
                <a:solidFill>
                  <a:srgbClr val="087F88"/>
                </a:solidFill>
                <a:latin typeface="DejaVu Sans"/>
                <a:ea typeface="DejaVu Sans"/>
                <a:cs typeface="DejaVu Sans"/>
              </a:defRPr>
            </a:lvl8pPr>
            <a:lvl9pPr algn="l">
              <a:defRPr sz="1800" b="1">
                <a:solidFill>
                  <a:srgbClr val="087F88"/>
                </a:solidFill>
                <a:latin typeface="DejaVu Sans"/>
                <a:ea typeface="DejaVu Sans"/>
                <a:cs typeface="DejaVu Sans"/>
              </a:defRPr>
            </a:lvl9pPr>
          </a:lstStyle>
          <a:p>
            <a:pPr algn="l">
              <a:defRPr sz="1800" b="1">
                <a:solidFill>
                  <a:srgbClr val="087F88"/>
                </a:solidFill>
                <a:latin typeface="DejaVu Sans"/>
                <a:ea typeface="DejaVu Sans"/>
                <a:cs typeface="DejaVu Sans"/>
              </a:defRPr>
            </a:pPr>
            <a:r>
              <a:rPr sz="1800" b="1">
                <a:solidFill>
                  <a:srgbClr val="087F88"/>
                </a:solidFill>
                <a:latin typeface="DejaVu Sans"/>
                <a:ea typeface="DejaVu Sans"/>
                <a:cs typeface="DejaVu Sans"/>
              </a:rPr>
              <a:t>Região candidata 1</a:t>
            </a:r>
          </a:p>
        </p:txBody>
      </p:sp>
      <p:sp>
        <p:nvSpPr>
          <p:cNvPr id="34" name="Região candidata 1 bacias">
            <a:extLst>
              <a:ext uri="{FF2B5EF4-FFF2-40B4-BE49-F238E27FC236}">
                <a16:creationId xmlns:a16="http://schemas.microsoft.com/office/drawing/2014/main" id="{E69A98AE-E0AA-48BD-A531-766FE926ADEE}"/>
              </a:ext>
            </a:extLst>
          </p:cNvPr>
          <p:cNvSpPr>
            <a:spLocks noGrp="1"/>
          </p:cNvSpPr>
          <p:nvPr/>
        </p:nvSpPr>
        <p:spPr>
          <a:xfrm>
            <a:off x="8343900" y="2905125"/>
            <a:ext cx="3219450" cy="266700"/>
          </a:xfrm>
          <a:prstGeom prst="rect">
            <a:avLst/>
          </a:prstGeom>
          <a:noFill/>
          <a:ln w="0">
            <a:noFill/>
            <a:prstDash val="solid"/>
          </a:ln>
        </p:spPr>
        <p:txBody>
          <a:bodyPr wrap="square" lIns="0" tIns="0" rIns="0" bIns="0" anchor="t">
            <a:noAutofit/>
          </a:bodyPr>
          <a:lstStyle>
            <a:defPPr algn="l">
              <a:defRPr sz="1500" b="0">
                <a:solidFill>
                  <a:srgbClr val="526873"/>
                </a:solidFill>
                <a:latin typeface="DejaVu Sans"/>
                <a:ea typeface="DejaVu Sans"/>
                <a:cs typeface="DejaVu Sans"/>
              </a:defRPr>
            </a:defPPr>
            <a:lvl1pPr algn="l">
              <a:defRPr sz="1500" b="0">
                <a:solidFill>
                  <a:srgbClr val="526873"/>
                </a:solidFill>
                <a:latin typeface="DejaVu Sans"/>
                <a:ea typeface="DejaVu Sans"/>
                <a:cs typeface="DejaVu Sans"/>
              </a:defRPr>
            </a:lvl1pPr>
            <a:lvl2pPr algn="l">
              <a:defRPr sz="1500" b="0">
                <a:solidFill>
                  <a:srgbClr val="526873"/>
                </a:solidFill>
                <a:latin typeface="DejaVu Sans"/>
                <a:ea typeface="DejaVu Sans"/>
                <a:cs typeface="DejaVu Sans"/>
              </a:defRPr>
            </a:lvl2pPr>
            <a:lvl3pPr algn="l">
              <a:defRPr sz="1500" b="0">
                <a:solidFill>
                  <a:srgbClr val="526873"/>
                </a:solidFill>
                <a:latin typeface="DejaVu Sans"/>
                <a:ea typeface="DejaVu Sans"/>
                <a:cs typeface="DejaVu Sans"/>
              </a:defRPr>
            </a:lvl3pPr>
            <a:lvl4pPr algn="l">
              <a:defRPr sz="1500" b="0">
                <a:solidFill>
                  <a:srgbClr val="526873"/>
                </a:solidFill>
                <a:latin typeface="DejaVu Sans"/>
                <a:ea typeface="DejaVu Sans"/>
                <a:cs typeface="DejaVu Sans"/>
              </a:defRPr>
            </a:lvl4pPr>
            <a:lvl5pPr algn="l">
              <a:defRPr sz="1500" b="0">
                <a:solidFill>
                  <a:srgbClr val="526873"/>
                </a:solidFill>
                <a:latin typeface="DejaVu Sans"/>
                <a:ea typeface="DejaVu Sans"/>
                <a:cs typeface="DejaVu Sans"/>
              </a:defRPr>
            </a:lvl5pPr>
            <a:lvl6pPr algn="l">
              <a:defRPr sz="1500" b="0">
                <a:solidFill>
                  <a:srgbClr val="526873"/>
                </a:solidFill>
                <a:latin typeface="DejaVu Sans"/>
                <a:ea typeface="DejaVu Sans"/>
                <a:cs typeface="DejaVu Sans"/>
              </a:defRPr>
            </a:lvl6pPr>
            <a:lvl7pPr algn="l">
              <a:defRPr sz="1500" b="0">
                <a:solidFill>
                  <a:srgbClr val="526873"/>
                </a:solidFill>
                <a:latin typeface="DejaVu Sans"/>
                <a:ea typeface="DejaVu Sans"/>
                <a:cs typeface="DejaVu Sans"/>
              </a:defRPr>
            </a:lvl7pPr>
            <a:lvl8pPr algn="l">
              <a:defRPr sz="1500" b="0">
                <a:solidFill>
                  <a:srgbClr val="526873"/>
                </a:solidFill>
                <a:latin typeface="DejaVu Sans"/>
                <a:ea typeface="DejaVu Sans"/>
                <a:cs typeface="DejaVu Sans"/>
              </a:defRPr>
            </a:lvl8pPr>
            <a:lvl9pPr algn="l">
              <a:defRPr sz="1500" b="0">
                <a:solidFill>
                  <a:srgbClr val="526873"/>
                </a:solidFill>
                <a:latin typeface="DejaVu Sans"/>
                <a:ea typeface="DejaVu Sans"/>
                <a:cs typeface="DejaVu Sans"/>
              </a:defRPr>
            </a:lvl9pPr>
          </a:lstStyle>
          <a:p>
            <a:pPr algn="l">
              <a:defRPr sz="1500" b="0">
                <a:solidFill>
                  <a:srgbClr val="526873"/>
                </a:solidFill>
                <a:latin typeface="DejaVu Sans"/>
                <a:ea typeface="DejaVu Sans"/>
                <a:cs typeface="DejaVu Sans"/>
              </a:defRPr>
            </a:pPr>
            <a:r>
              <a:rPr sz="1500" b="0">
                <a:solidFill>
                  <a:srgbClr val="526873"/>
                </a:solidFill>
                <a:latin typeface="DejaVu Sans"/>
                <a:ea typeface="DejaVu Sans"/>
                <a:cs typeface="DejaVu Sans"/>
              </a:rPr>
              <a:t>B1 e B6</a:t>
            </a:r>
          </a:p>
        </p:txBody>
      </p:sp>
      <p:sp>
        <p:nvSpPr>
          <p:cNvPr id="35" name="Região candidata 2 símbolo">
            <a:extLst>
              <a:ext uri="{FF2B5EF4-FFF2-40B4-BE49-F238E27FC236}">
                <a16:creationId xmlns:a16="http://schemas.microsoft.com/office/drawing/2014/main" id="{16F3D397-D711-48BD-9C4D-B1897E62A1BB}"/>
              </a:ext>
            </a:extLst>
          </p:cNvPr>
          <p:cNvSpPr>
            <a:spLocks noGrp="1"/>
          </p:cNvSpPr>
          <p:nvPr/>
        </p:nvSpPr>
        <p:spPr>
          <a:xfrm>
            <a:off x="7981950" y="3248025"/>
            <a:ext cx="219075" cy="219075"/>
          </a:xfrm>
          <a:prstGeom prst="rect">
            <a:avLst/>
          </a:prstGeom>
          <a:solidFill>
            <a:srgbClr val="F6E8D5"/>
          </a:solidFill>
          <a:ln w="19050">
            <a:solidFill>
              <a:srgbClr val="C47B23"/>
            </a:solidFill>
            <a:prstDash val="solid"/>
          </a:ln>
        </p:spPr>
        <p:txBody>
          <a:bodyPr/>
          <a:lstStyle/>
          <a:p>
            <a:endParaRPr lang="en-GB"/>
          </a:p>
        </p:txBody>
      </p:sp>
      <p:sp>
        <p:nvSpPr>
          <p:cNvPr id="36" name="Região candidata 2">
            <a:extLst>
              <a:ext uri="{FF2B5EF4-FFF2-40B4-BE49-F238E27FC236}">
                <a16:creationId xmlns:a16="http://schemas.microsoft.com/office/drawing/2014/main" id="{A9C098E7-830E-4FEC-A4AA-E496BE922C64}"/>
              </a:ext>
            </a:extLst>
          </p:cNvPr>
          <p:cNvSpPr>
            <a:spLocks noGrp="1"/>
          </p:cNvSpPr>
          <p:nvPr/>
        </p:nvSpPr>
        <p:spPr>
          <a:xfrm>
            <a:off x="8343900" y="3209925"/>
            <a:ext cx="3219450" cy="304800"/>
          </a:xfrm>
          <a:prstGeom prst="rect">
            <a:avLst/>
          </a:prstGeom>
          <a:noFill/>
          <a:ln w="0">
            <a:noFill/>
            <a:prstDash val="solid"/>
          </a:ln>
        </p:spPr>
        <p:txBody>
          <a:bodyPr wrap="square" lIns="0" tIns="0" rIns="0" bIns="0" anchor="t">
            <a:noAutofit/>
          </a:bodyPr>
          <a:lstStyle>
            <a:defPPr algn="l">
              <a:defRPr sz="1800" b="1">
                <a:solidFill>
                  <a:srgbClr val="C47B23"/>
                </a:solidFill>
                <a:latin typeface="DejaVu Sans"/>
                <a:ea typeface="DejaVu Sans"/>
                <a:cs typeface="DejaVu Sans"/>
              </a:defRPr>
            </a:defPPr>
            <a:lvl1pPr algn="l">
              <a:defRPr sz="1800" b="1">
                <a:solidFill>
                  <a:srgbClr val="C47B23"/>
                </a:solidFill>
                <a:latin typeface="DejaVu Sans"/>
                <a:ea typeface="DejaVu Sans"/>
                <a:cs typeface="DejaVu Sans"/>
              </a:defRPr>
            </a:lvl1pPr>
            <a:lvl2pPr algn="l">
              <a:defRPr sz="1800" b="1">
                <a:solidFill>
                  <a:srgbClr val="C47B23"/>
                </a:solidFill>
                <a:latin typeface="DejaVu Sans"/>
                <a:ea typeface="DejaVu Sans"/>
                <a:cs typeface="DejaVu Sans"/>
              </a:defRPr>
            </a:lvl2pPr>
            <a:lvl3pPr algn="l">
              <a:defRPr sz="1800" b="1">
                <a:solidFill>
                  <a:srgbClr val="C47B23"/>
                </a:solidFill>
                <a:latin typeface="DejaVu Sans"/>
                <a:ea typeface="DejaVu Sans"/>
                <a:cs typeface="DejaVu Sans"/>
              </a:defRPr>
            </a:lvl3pPr>
            <a:lvl4pPr algn="l">
              <a:defRPr sz="1800" b="1">
                <a:solidFill>
                  <a:srgbClr val="C47B23"/>
                </a:solidFill>
                <a:latin typeface="DejaVu Sans"/>
                <a:ea typeface="DejaVu Sans"/>
                <a:cs typeface="DejaVu Sans"/>
              </a:defRPr>
            </a:lvl4pPr>
            <a:lvl5pPr algn="l">
              <a:defRPr sz="1800" b="1">
                <a:solidFill>
                  <a:srgbClr val="C47B23"/>
                </a:solidFill>
                <a:latin typeface="DejaVu Sans"/>
                <a:ea typeface="DejaVu Sans"/>
                <a:cs typeface="DejaVu Sans"/>
              </a:defRPr>
            </a:lvl5pPr>
            <a:lvl6pPr algn="l">
              <a:defRPr sz="1800" b="1">
                <a:solidFill>
                  <a:srgbClr val="C47B23"/>
                </a:solidFill>
                <a:latin typeface="DejaVu Sans"/>
                <a:ea typeface="DejaVu Sans"/>
                <a:cs typeface="DejaVu Sans"/>
              </a:defRPr>
            </a:lvl6pPr>
            <a:lvl7pPr algn="l">
              <a:defRPr sz="1800" b="1">
                <a:solidFill>
                  <a:srgbClr val="C47B23"/>
                </a:solidFill>
                <a:latin typeface="DejaVu Sans"/>
                <a:ea typeface="DejaVu Sans"/>
                <a:cs typeface="DejaVu Sans"/>
              </a:defRPr>
            </a:lvl7pPr>
            <a:lvl8pPr algn="l">
              <a:defRPr sz="1800" b="1">
                <a:solidFill>
                  <a:srgbClr val="C47B23"/>
                </a:solidFill>
                <a:latin typeface="DejaVu Sans"/>
                <a:ea typeface="DejaVu Sans"/>
                <a:cs typeface="DejaVu Sans"/>
              </a:defRPr>
            </a:lvl8pPr>
            <a:lvl9pPr algn="l">
              <a:defRPr sz="1800" b="1">
                <a:solidFill>
                  <a:srgbClr val="C47B23"/>
                </a:solidFill>
                <a:latin typeface="DejaVu Sans"/>
                <a:ea typeface="DejaVu Sans"/>
                <a:cs typeface="DejaVu Sans"/>
              </a:defRPr>
            </a:lvl9pPr>
          </a:lstStyle>
          <a:p>
            <a:pPr algn="l">
              <a:defRPr sz="1800" b="1">
                <a:solidFill>
                  <a:srgbClr val="C47B23"/>
                </a:solidFill>
                <a:latin typeface="DejaVu Sans"/>
                <a:ea typeface="DejaVu Sans"/>
                <a:cs typeface="DejaVu Sans"/>
              </a:defRPr>
            </a:pPr>
            <a:r>
              <a:rPr sz="1800" b="1">
                <a:solidFill>
                  <a:srgbClr val="C47B23"/>
                </a:solidFill>
                <a:latin typeface="DejaVu Sans"/>
                <a:ea typeface="DejaVu Sans"/>
                <a:cs typeface="DejaVu Sans"/>
              </a:rPr>
              <a:t>Região candidata 2</a:t>
            </a:r>
          </a:p>
        </p:txBody>
      </p:sp>
      <p:sp>
        <p:nvSpPr>
          <p:cNvPr id="37" name="Região candidata 2 bacias">
            <a:extLst>
              <a:ext uri="{FF2B5EF4-FFF2-40B4-BE49-F238E27FC236}">
                <a16:creationId xmlns:a16="http://schemas.microsoft.com/office/drawing/2014/main" id="{E275FC20-E9E2-41C4-91D5-11625E608F21}"/>
              </a:ext>
            </a:extLst>
          </p:cNvPr>
          <p:cNvSpPr>
            <a:spLocks noGrp="1"/>
          </p:cNvSpPr>
          <p:nvPr/>
        </p:nvSpPr>
        <p:spPr>
          <a:xfrm>
            <a:off x="8343900" y="3495675"/>
            <a:ext cx="3219450" cy="266700"/>
          </a:xfrm>
          <a:prstGeom prst="rect">
            <a:avLst/>
          </a:prstGeom>
          <a:noFill/>
          <a:ln w="0">
            <a:noFill/>
            <a:prstDash val="solid"/>
          </a:ln>
        </p:spPr>
        <p:txBody>
          <a:bodyPr wrap="square" lIns="0" tIns="0" rIns="0" bIns="0" anchor="t">
            <a:noAutofit/>
          </a:bodyPr>
          <a:lstStyle>
            <a:defPPr algn="l">
              <a:defRPr sz="1500" b="0">
                <a:solidFill>
                  <a:srgbClr val="526873"/>
                </a:solidFill>
                <a:latin typeface="DejaVu Sans"/>
                <a:ea typeface="DejaVu Sans"/>
                <a:cs typeface="DejaVu Sans"/>
              </a:defRPr>
            </a:defPPr>
            <a:lvl1pPr algn="l">
              <a:defRPr sz="1500" b="0">
                <a:solidFill>
                  <a:srgbClr val="526873"/>
                </a:solidFill>
                <a:latin typeface="DejaVu Sans"/>
                <a:ea typeface="DejaVu Sans"/>
                <a:cs typeface="DejaVu Sans"/>
              </a:defRPr>
            </a:lvl1pPr>
            <a:lvl2pPr algn="l">
              <a:defRPr sz="1500" b="0">
                <a:solidFill>
                  <a:srgbClr val="526873"/>
                </a:solidFill>
                <a:latin typeface="DejaVu Sans"/>
                <a:ea typeface="DejaVu Sans"/>
                <a:cs typeface="DejaVu Sans"/>
              </a:defRPr>
            </a:lvl2pPr>
            <a:lvl3pPr algn="l">
              <a:defRPr sz="1500" b="0">
                <a:solidFill>
                  <a:srgbClr val="526873"/>
                </a:solidFill>
                <a:latin typeface="DejaVu Sans"/>
                <a:ea typeface="DejaVu Sans"/>
                <a:cs typeface="DejaVu Sans"/>
              </a:defRPr>
            </a:lvl3pPr>
            <a:lvl4pPr algn="l">
              <a:defRPr sz="1500" b="0">
                <a:solidFill>
                  <a:srgbClr val="526873"/>
                </a:solidFill>
                <a:latin typeface="DejaVu Sans"/>
                <a:ea typeface="DejaVu Sans"/>
                <a:cs typeface="DejaVu Sans"/>
              </a:defRPr>
            </a:lvl4pPr>
            <a:lvl5pPr algn="l">
              <a:defRPr sz="1500" b="0">
                <a:solidFill>
                  <a:srgbClr val="526873"/>
                </a:solidFill>
                <a:latin typeface="DejaVu Sans"/>
                <a:ea typeface="DejaVu Sans"/>
                <a:cs typeface="DejaVu Sans"/>
              </a:defRPr>
            </a:lvl5pPr>
            <a:lvl6pPr algn="l">
              <a:defRPr sz="1500" b="0">
                <a:solidFill>
                  <a:srgbClr val="526873"/>
                </a:solidFill>
                <a:latin typeface="DejaVu Sans"/>
                <a:ea typeface="DejaVu Sans"/>
                <a:cs typeface="DejaVu Sans"/>
              </a:defRPr>
            </a:lvl6pPr>
            <a:lvl7pPr algn="l">
              <a:defRPr sz="1500" b="0">
                <a:solidFill>
                  <a:srgbClr val="526873"/>
                </a:solidFill>
                <a:latin typeface="DejaVu Sans"/>
                <a:ea typeface="DejaVu Sans"/>
                <a:cs typeface="DejaVu Sans"/>
              </a:defRPr>
            </a:lvl7pPr>
            <a:lvl8pPr algn="l">
              <a:defRPr sz="1500" b="0">
                <a:solidFill>
                  <a:srgbClr val="526873"/>
                </a:solidFill>
                <a:latin typeface="DejaVu Sans"/>
                <a:ea typeface="DejaVu Sans"/>
                <a:cs typeface="DejaVu Sans"/>
              </a:defRPr>
            </a:lvl8pPr>
            <a:lvl9pPr algn="l">
              <a:defRPr sz="1500" b="0">
                <a:solidFill>
                  <a:srgbClr val="526873"/>
                </a:solidFill>
                <a:latin typeface="DejaVu Sans"/>
                <a:ea typeface="DejaVu Sans"/>
                <a:cs typeface="DejaVu Sans"/>
              </a:defRPr>
            </a:lvl9pPr>
          </a:lstStyle>
          <a:p>
            <a:pPr algn="l">
              <a:defRPr sz="1500" b="0">
                <a:solidFill>
                  <a:srgbClr val="526873"/>
                </a:solidFill>
                <a:latin typeface="DejaVu Sans"/>
                <a:ea typeface="DejaVu Sans"/>
                <a:cs typeface="DejaVu Sans"/>
              </a:defRPr>
            </a:pPr>
            <a:r>
              <a:rPr sz="1500" b="0">
                <a:solidFill>
                  <a:srgbClr val="526873"/>
                </a:solidFill>
                <a:latin typeface="DejaVu Sans"/>
                <a:ea typeface="DejaVu Sans"/>
                <a:cs typeface="DejaVu Sans"/>
              </a:rPr>
              <a:t>B2 e B4</a:t>
            </a:r>
          </a:p>
        </p:txBody>
      </p:sp>
      <p:sp>
        <p:nvSpPr>
          <p:cNvPr id="38" name="Região candidata 3 símbolo">
            <a:extLst>
              <a:ext uri="{FF2B5EF4-FFF2-40B4-BE49-F238E27FC236}">
                <a16:creationId xmlns:a16="http://schemas.microsoft.com/office/drawing/2014/main" id="{091848EE-8031-4077-81A9-EC4FD21A10C5}"/>
              </a:ext>
            </a:extLst>
          </p:cNvPr>
          <p:cNvSpPr>
            <a:spLocks noGrp="1"/>
          </p:cNvSpPr>
          <p:nvPr/>
        </p:nvSpPr>
        <p:spPr>
          <a:xfrm>
            <a:off x="7981950" y="3838575"/>
            <a:ext cx="219075" cy="219075"/>
          </a:xfrm>
          <a:prstGeom prst="rect">
            <a:avLst/>
          </a:prstGeom>
          <a:solidFill>
            <a:srgbClr val="EDE1E9"/>
          </a:solidFill>
          <a:ln w="19050">
            <a:solidFill>
              <a:srgbClr val="995A80"/>
            </a:solidFill>
            <a:prstDash val="solid"/>
          </a:ln>
        </p:spPr>
        <p:txBody>
          <a:bodyPr/>
          <a:lstStyle/>
          <a:p>
            <a:endParaRPr lang="en-GB"/>
          </a:p>
        </p:txBody>
      </p:sp>
      <p:sp>
        <p:nvSpPr>
          <p:cNvPr id="39" name="Região candidata 3">
            <a:extLst>
              <a:ext uri="{FF2B5EF4-FFF2-40B4-BE49-F238E27FC236}">
                <a16:creationId xmlns:a16="http://schemas.microsoft.com/office/drawing/2014/main" id="{D3821542-CCB2-4562-9AD6-D317BBCFD82D}"/>
              </a:ext>
            </a:extLst>
          </p:cNvPr>
          <p:cNvSpPr>
            <a:spLocks noGrp="1"/>
          </p:cNvSpPr>
          <p:nvPr/>
        </p:nvSpPr>
        <p:spPr>
          <a:xfrm>
            <a:off x="8343900" y="3800475"/>
            <a:ext cx="3219450" cy="304800"/>
          </a:xfrm>
          <a:prstGeom prst="rect">
            <a:avLst/>
          </a:prstGeom>
          <a:noFill/>
          <a:ln w="0">
            <a:noFill/>
            <a:prstDash val="solid"/>
          </a:ln>
        </p:spPr>
        <p:txBody>
          <a:bodyPr wrap="square" lIns="0" tIns="0" rIns="0" bIns="0" anchor="t">
            <a:noAutofit/>
          </a:bodyPr>
          <a:lstStyle>
            <a:defPPr algn="l">
              <a:defRPr sz="1800" b="1">
                <a:solidFill>
                  <a:srgbClr val="995A80"/>
                </a:solidFill>
                <a:latin typeface="DejaVu Sans"/>
                <a:ea typeface="DejaVu Sans"/>
                <a:cs typeface="DejaVu Sans"/>
              </a:defRPr>
            </a:defPPr>
            <a:lvl1pPr algn="l">
              <a:defRPr sz="1800" b="1">
                <a:solidFill>
                  <a:srgbClr val="995A80"/>
                </a:solidFill>
                <a:latin typeface="DejaVu Sans"/>
                <a:ea typeface="DejaVu Sans"/>
                <a:cs typeface="DejaVu Sans"/>
              </a:defRPr>
            </a:lvl1pPr>
            <a:lvl2pPr algn="l">
              <a:defRPr sz="1800" b="1">
                <a:solidFill>
                  <a:srgbClr val="995A80"/>
                </a:solidFill>
                <a:latin typeface="DejaVu Sans"/>
                <a:ea typeface="DejaVu Sans"/>
                <a:cs typeface="DejaVu Sans"/>
              </a:defRPr>
            </a:lvl2pPr>
            <a:lvl3pPr algn="l">
              <a:defRPr sz="1800" b="1">
                <a:solidFill>
                  <a:srgbClr val="995A80"/>
                </a:solidFill>
                <a:latin typeface="DejaVu Sans"/>
                <a:ea typeface="DejaVu Sans"/>
                <a:cs typeface="DejaVu Sans"/>
              </a:defRPr>
            </a:lvl3pPr>
            <a:lvl4pPr algn="l">
              <a:defRPr sz="1800" b="1">
                <a:solidFill>
                  <a:srgbClr val="995A80"/>
                </a:solidFill>
                <a:latin typeface="DejaVu Sans"/>
                <a:ea typeface="DejaVu Sans"/>
                <a:cs typeface="DejaVu Sans"/>
              </a:defRPr>
            </a:lvl4pPr>
            <a:lvl5pPr algn="l">
              <a:defRPr sz="1800" b="1">
                <a:solidFill>
                  <a:srgbClr val="995A80"/>
                </a:solidFill>
                <a:latin typeface="DejaVu Sans"/>
                <a:ea typeface="DejaVu Sans"/>
                <a:cs typeface="DejaVu Sans"/>
              </a:defRPr>
            </a:lvl5pPr>
            <a:lvl6pPr algn="l">
              <a:defRPr sz="1800" b="1">
                <a:solidFill>
                  <a:srgbClr val="995A80"/>
                </a:solidFill>
                <a:latin typeface="DejaVu Sans"/>
                <a:ea typeface="DejaVu Sans"/>
                <a:cs typeface="DejaVu Sans"/>
              </a:defRPr>
            </a:lvl6pPr>
            <a:lvl7pPr algn="l">
              <a:defRPr sz="1800" b="1">
                <a:solidFill>
                  <a:srgbClr val="995A80"/>
                </a:solidFill>
                <a:latin typeface="DejaVu Sans"/>
                <a:ea typeface="DejaVu Sans"/>
                <a:cs typeface="DejaVu Sans"/>
              </a:defRPr>
            </a:lvl7pPr>
            <a:lvl8pPr algn="l">
              <a:defRPr sz="1800" b="1">
                <a:solidFill>
                  <a:srgbClr val="995A80"/>
                </a:solidFill>
                <a:latin typeface="DejaVu Sans"/>
                <a:ea typeface="DejaVu Sans"/>
                <a:cs typeface="DejaVu Sans"/>
              </a:defRPr>
            </a:lvl8pPr>
            <a:lvl9pPr algn="l">
              <a:defRPr sz="1800" b="1">
                <a:solidFill>
                  <a:srgbClr val="995A80"/>
                </a:solidFill>
                <a:latin typeface="DejaVu Sans"/>
                <a:ea typeface="DejaVu Sans"/>
                <a:cs typeface="DejaVu Sans"/>
              </a:defRPr>
            </a:lvl9pPr>
          </a:lstStyle>
          <a:p>
            <a:pPr algn="l">
              <a:defRPr sz="1800" b="1">
                <a:solidFill>
                  <a:srgbClr val="995A80"/>
                </a:solidFill>
                <a:latin typeface="DejaVu Sans"/>
                <a:ea typeface="DejaVu Sans"/>
                <a:cs typeface="DejaVu Sans"/>
              </a:defRPr>
            </a:pPr>
            <a:r>
              <a:rPr sz="1800" b="1">
                <a:solidFill>
                  <a:srgbClr val="995A80"/>
                </a:solidFill>
                <a:latin typeface="DejaVu Sans"/>
                <a:ea typeface="DejaVu Sans"/>
                <a:cs typeface="DejaVu Sans"/>
              </a:rPr>
              <a:t>Região candidata 3</a:t>
            </a:r>
          </a:p>
        </p:txBody>
      </p:sp>
      <p:sp>
        <p:nvSpPr>
          <p:cNvPr id="40" name="Região candidata 3 bacias">
            <a:extLst>
              <a:ext uri="{FF2B5EF4-FFF2-40B4-BE49-F238E27FC236}">
                <a16:creationId xmlns:a16="http://schemas.microsoft.com/office/drawing/2014/main" id="{A5DF1D3C-A6E2-49F5-8111-D062E65770CE}"/>
              </a:ext>
            </a:extLst>
          </p:cNvPr>
          <p:cNvSpPr>
            <a:spLocks noGrp="1"/>
          </p:cNvSpPr>
          <p:nvPr/>
        </p:nvSpPr>
        <p:spPr>
          <a:xfrm>
            <a:off x="8343900" y="4086225"/>
            <a:ext cx="3219450" cy="266700"/>
          </a:xfrm>
          <a:prstGeom prst="rect">
            <a:avLst/>
          </a:prstGeom>
          <a:noFill/>
          <a:ln w="0">
            <a:noFill/>
            <a:prstDash val="solid"/>
          </a:ln>
        </p:spPr>
        <p:txBody>
          <a:bodyPr wrap="square" lIns="0" tIns="0" rIns="0" bIns="0" anchor="t">
            <a:noAutofit/>
          </a:bodyPr>
          <a:lstStyle>
            <a:defPPr algn="l">
              <a:defRPr sz="1500" b="0">
                <a:solidFill>
                  <a:srgbClr val="526873"/>
                </a:solidFill>
                <a:latin typeface="DejaVu Sans"/>
                <a:ea typeface="DejaVu Sans"/>
                <a:cs typeface="DejaVu Sans"/>
              </a:defRPr>
            </a:defPPr>
            <a:lvl1pPr algn="l">
              <a:defRPr sz="1500" b="0">
                <a:solidFill>
                  <a:srgbClr val="526873"/>
                </a:solidFill>
                <a:latin typeface="DejaVu Sans"/>
                <a:ea typeface="DejaVu Sans"/>
                <a:cs typeface="DejaVu Sans"/>
              </a:defRPr>
            </a:lvl1pPr>
            <a:lvl2pPr algn="l">
              <a:defRPr sz="1500" b="0">
                <a:solidFill>
                  <a:srgbClr val="526873"/>
                </a:solidFill>
                <a:latin typeface="DejaVu Sans"/>
                <a:ea typeface="DejaVu Sans"/>
                <a:cs typeface="DejaVu Sans"/>
              </a:defRPr>
            </a:lvl2pPr>
            <a:lvl3pPr algn="l">
              <a:defRPr sz="1500" b="0">
                <a:solidFill>
                  <a:srgbClr val="526873"/>
                </a:solidFill>
                <a:latin typeface="DejaVu Sans"/>
                <a:ea typeface="DejaVu Sans"/>
                <a:cs typeface="DejaVu Sans"/>
              </a:defRPr>
            </a:lvl3pPr>
            <a:lvl4pPr algn="l">
              <a:defRPr sz="1500" b="0">
                <a:solidFill>
                  <a:srgbClr val="526873"/>
                </a:solidFill>
                <a:latin typeface="DejaVu Sans"/>
                <a:ea typeface="DejaVu Sans"/>
                <a:cs typeface="DejaVu Sans"/>
              </a:defRPr>
            </a:lvl4pPr>
            <a:lvl5pPr algn="l">
              <a:defRPr sz="1500" b="0">
                <a:solidFill>
                  <a:srgbClr val="526873"/>
                </a:solidFill>
                <a:latin typeface="DejaVu Sans"/>
                <a:ea typeface="DejaVu Sans"/>
                <a:cs typeface="DejaVu Sans"/>
              </a:defRPr>
            </a:lvl5pPr>
            <a:lvl6pPr algn="l">
              <a:defRPr sz="1500" b="0">
                <a:solidFill>
                  <a:srgbClr val="526873"/>
                </a:solidFill>
                <a:latin typeface="DejaVu Sans"/>
                <a:ea typeface="DejaVu Sans"/>
                <a:cs typeface="DejaVu Sans"/>
              </a:defRPr>
            </a:lvl6pPr>
            <a:lvl7pPr algn="l">
              <a:defRPr sz="1500" b="0">
                <a:solidFill>
                  <a:srgbClr val="526873"/>
                </a:solidFill>
                <a:latin typeface="DejaVu Sans"/>
                <a:ea typeface="DejaVu Sans"/>
                <a:cs typeface="DejaVu Sans"/>
              </a:defRPr>
            </a:lvl7pPr>
            <a:lvl8pPr algn="l">
              <a:defRPr sz="1500" b="0">
                <a:solidFill>
                  <a:srgbClr val="526873"/>
                </a:solidFill>
                <a:latin typeface="DejaVu Sans"/>
                <a:ea typeface="DejaVu Sans"/>
                <a:cs typeface="DejaVu Sans"/>
              </a:defRPr>
            </a:lvl8pPr>
            <a:lvl9pPr algn="l">
              <a:defRPr sz="1500" b="0">
                <a:solidFill>
                  <a:srgbClr val="526873"/>
                </a:solidFill>
                <a:latin typeface="DejaVu Sans"/>
                <a:ea typeface="DejaVu Sans"/>
                <a:cs typeface="DejaVu Sans"/>
              </a:defRPr>
            </a:lvl9pPr>
          </a:lstStyle>
          <a:p>
            <a:pPr algn="l">
              <a:defRPr sz="1500" b="0">
                <a:solidFill>
                  <a:srgbClr val="526873"/>
                </a:solidFill>
                <a:latin typeface="DejaVu Sans"/>
                <a:ea typeface="DejaVu Sans"/>
                <a:cs typeface="DejaVu Sans"/>
              </a:defRPr>
            </a:pPr>
            <a:r>
              <a:rPr sz="1500" b="0">
                <a:solidFill>
                  <a:srgbClr val="526873"/>
                </a:solidFill>
                <a:latin typeface="DejaVu Sans"/>
                <a:ea typeface="DejaVu Sans"/>
                <a:cs typeface="DejaVu Sans"/>
              </a:rPr>
              <a:t>B3 e B5</a:t>
            </a:r>
          </a:p>
        </p:txBody>
      </p:sp>
      <p:sp>
        <p:nvSpPr>
          <p:cNvPr id="41" name="interpretation">
            <a:extLst>
              <a:ext uri="{FF2B5EF4-FFF2-40B4-BE49-F238E27FC236}">
                <a16:creationId xmlns:a16="http://schemas.microsoft.com/office/drawing/2014/main" id="{52F52E42-E0F6-4D63-9D00-6EB6FC686237}"/>
              </a:ext>
            </a:extLst>
          </p:cNvPr>
          <p:cNvSpPr>
            <a:spLocks noGrp="1"/>
          </p:cNvSpPr>
          <p:nvPr/>
        </p:nvSpPr>
        <p:spPr>
          <a:xfrm>
            <a:off x="7981950" y="4552950"/>
            <a:ext cx="3600450" cy="866775"/>
          </a:xfrm>
          <a:prstGeom prst="rect">
            <a:avLst/>
          </a:prstGeom>
          <a:noFill/>
          <a:ln w="0">
            <a:noFill/>
            <a:prstDash val="solid"/>
          </a:ln>
        </p:spPr>
        <p:txBody>
          <a:bodyPr wrap="square" lIns="0" tIns="0" rIns="0" bIns="0" anchor="t">
            <a:noAutofit/>
          </a:bodyPr>
          <a:lstStyle>
            <a:defPPr algn="l">
              <a:defRPr sz="1725" b="0">
                <a:solidFill>
                  <a:srgbClr val="193647"/>
                </a:solidFill>
                <a:latin typeface="DejaVu Sans"/>
                <a:ea typeface="DejaVu Sans"/>
                <a:cs typeface="DejaVu Sans"/>
              </a:defRPr>
            </a:defPPr>
            <a:lvl1pPr algn="l">
              <a:defRPr sz="1725" b="0">
                <a:solidFill>
                  <a:srgbClr val="193647"/>
                </a:solidFill>
                <a:latin typeface="DejaVu Sans"/>
                <a:ea typeface="DejaVu Sans"/>
                <a:cs typeface="DejaVu Sans"/>
              </a:defRPr>
            </a:lvl1pPr>
            <a:lvl2pPr algn="l">
              <a:defRPr sz="1725" b="0">
                <a:solidFill>
                  <a:srgbClr val="193647"/>
                </a:solidFill>
                <a:latin typeface="DejaVu Sans"/>
                <a:ea typeface="DejaVu Sans"/>
                <a:cs typeface="DejaVu Sans"/>
              </a:defRPr>
            </a:lvl2pPr>
            <a:lvl3pPr algn="l">
              <a:defRPr sz="1725" b="0">
                <a:solidFill>
                  <a:srgbClr val="193647"/>
                </a:solidFill>
                <a:latin typeface="DejaVu Sans"/>
                <a:ea typeface="DejaVu Sans"/>
                <a:cs typeface="DejaVu Sans"/>
              </a:defRPr>
            </a:lvl3pPr>
            <a:lvl4pPr algn="l">
              <a:defRPr sz="1725" b="0">
                <a:solidFill>
                  <a:srgbClr val="193647"/>
                </a:solidFill>
                <a:latin typeface="DejaVu Sans"/>
                <a:ea typeface="DejaVu Sans"/>
                <a:cs typeface="DejaVu Sans"/>
              </a:defRPr>
            </a:lvl4pPr>
            <a:lvl5pPr algn="l">
              <a:defRPr sz="1725" b="0">
                <a:solidFill>
                  <a:srgbClr val="193647"/>
                </a:solidFill>
                <a:latin typeface="DejaVu Sans"/>
                <a:ea typeface="DejaVu Sans"/>
                <a:cs typeface="DejaVu Sans"/>
              </a:defRPr>
            </a:lvl5pPr>
            <a:lvl6pPr algn="l">
              <a:defRPr sz="1725" b="0">
                <a:solidFill>
                  <a:srgbClr val="193647"/>
                </a:solidFill>
                <a:latin typeface="DejaVu Sans"/>
                <a:ea typeface="DejaVu Sans"/>
                <a:cs typeface="DejaVu Sans"/>
              </a:defRPr>
            </a:lvl6pPr>
            <a:lvl7pPr algn="l">
              <a:defRPr sz="1725" b="0">
                <a:solidFill>
                  <a:srgbClr val="193647"/>
                </a:solidFill>
                <a:latin typeface="DejaVu Sans"/>
                <a:ea typeface="DejaVu Sans"/>
                <a:cs typeface="DejaVu Sans"/>
              </a:defRPr>
            </a:lvl7pPr>
            <a:lvl8pPr algn="l">
              <a:defRPr sz="1725" b="0">
                <a:solidFill>
                  <a:srgbClr val="193647"/>
                </a:solidFill>
                <a:latin typeface="DejaVu Sans"/>
                <a:ea typeface="DejaVu Sans"/>
                <a:cs typeface="DejaVu Sans"/>
              </a:defRPr>
            </a:lvl8pPr>
            <a:lvl9pPr algn="l">
              <a:defRPr sz="1725" b="0">
                <a:solidFill>
                  <a:srgbClr val="193647"/>
                </a:solidFill>
                <a:latin typeface="DejaVu Sans"/>
                <a:ea typeface="DejaVu Sans"/>
                <a:cs typeface="DejaVu Sans"/>
              </a:defRPr>
            </a:lvl9pPr>
          </a:lstStyle>
          <a:p>
            <a:pPr algn="l">
              <a:defRPr sz="1725" b="0">
                <a:solidFill>
                  <a:srgbClr val="193647"/>
                </a:solidFill>
                <a:latin typeface="DejaVu Sans"/>
                <a:ea typeface="DejaVu Sans"/>
                <a:cs typeface="DejaVu Sans"/>
              </a:defRPr>
            </a:pPr>
            <a:r>
              <a:rPr sz="1725" b="0">
                <a:solidFill>
                  <a:srgbClr val="193647"/>
                </a:solidFill>
                <a:latin typeface="DejaVu Sans"/>
                <a:ea typeface="DejaVu Sans"/>
                <a:cs typeface="DejaVu Sans"/>
              </a:rPr>
              <a:t>Áreas e vazões podem diferir.</a:t>
            </a:r>
          </a:p>
          <a:p>
            <a:pPr algn="l">
              <a:defRPr sz="1725" b="0">
                <a:solidFill>
                  <a:srgbClr val="193647"/>
                </a:solidFill>
                <a:latin typeface="DejaVu Sans"/>
                <a:ea typeface="DejaVu Sans"/>
                <a:cs typeface="DejaVu Sans"/>
              </a:defRPr>
            </a:pPr>
            <a:r>
              <a:rPr sz="1725" b="0">
                <a:solidFill>
                  <a:srgbClr val="193647"/>
                </a:solidFill>
                <a:latin typeface="DejaVu Sans"/>
                <a:ea typeface="DejaVu Sans"/>
                <a:cs typeface="DejaVu Sans"/>
              </a:rPr>
              <a:t>As bacias do grupo podem</a:t>
            </a:r>
          </a:p>
          <a:p>
            <a:pPr algn="l">
              <a:defRPr sz="1725" b="0">
                <a:solidFill>
                  <a:srgbClr val="193647"/>
                </a:solidFill>
                <a:latin typeface="DejaVu Sans"/>
                <a:ea typeface="DejaVu Sans"/>
                <a:cs typeface="DejaVu Sans"/>
              </a:defRPr>
            </a:pPr>
            <a:r>
              <a:rPr sz="1725" b="0">
                <a:solidFill>
                  <a:srgbClr val="193647"/>
                </a:solidFill>
                <a:latin typeface="DejaVu Sans"/>
                <a:ea typeface="DejaVu Sans"/>
                <a:cs typeface="DejaVu Sans"/>
              </a:rPr>
              <a:t>estar separadas no espaço.</a:t>
            </a:r>
          </a:p>
        </p:txBody>
      </p:sp>
      <p:sp>
        <p:nvSpPr>
          <p:cNvPr id="42" name="process-rule">
            <a:extLst>
              <a:ext uri="{FF2B5EF4-FFF2-40B4-BE49-F238E27FC236}">
                <a16:creationId xmlns:a16="http://schemas.microsoft.com/office/drawing/2014/main" id="{84EA39BF-704B-4C8E-8C57-08ECBE51E317}"/>
              </a:ext>
            </a:extLst>
          </p:cNvPr>
          <p:cNvSpPr>
            <a:spLocks noGrp="1"/>
          </p:cNvSpPr>
          <p:nvPr/>
        </p:nvSpPr>
        <p:spPr>
          <a:xfrm>
            <a:off x="609600" y="5534025"/>
            <a:ext cx="10972800" cy="0"/>
          </a:xfrm>
          <a:prstGeom prst="line">
            <a:avLst/>
          </a:prstGeom>
          <a:noFill/>
          <a:ln w="9525">
            <a:solidFill>
              <a:srgbClr val="DCE3E3"/>
            </a:solidFill>
            <a:prstDash val="solid"/>
          </a:ln>
        </p:spPr>
        <p:txBody>
          <a:bodyPr/>
          <a:lstStyle/>
          <a:p>
            <a:endParaRPr lang="en-GB"/>
          </a:p>
        </p:txBody>
      </p:sp>
      <p:sp>
        <p:nvSpPr>
          <p:cNvPr id="43" name="cluster-step">
            <a:extLst>
              <a:ext uri="{FF2B5EF4-FFF2-40B4-BE49-F238E27FC236}">
                <a16:creationId xmlns:a16="http://schemas.microsoft.com/office/drawing/2014/main" id="{2F2E5EED-162E-4942-8C11-90A148586AF9}"/>
              </a:ext>
            </a:extLst>
          </p:cNvPr>
          <p:cNvSpPr>
            <a:spLocks noGrp="1"/>
          </p:cNvSpPr>
          <p:nvPr/>
        </p:nvSpPr>
        <p:spPr>
          <a:xfrm>
            <a:off x="609600" y="5657850"/>
            <a:ext cx="5353050" cy="295275"/>
          </a:xfrm>
          <a:prstGeom prst="rect">
            <a:avLst/>
          </a:prstGeom>
          <a:noFill/>
          <a:ln w="0">
            <a:noFill/>
            <a:prstDash val="solid"/>
          </a:ln>
        </p:spPr>
        <p:txBody>
          <a:bodyPr wrap="square" lIns="0" tIns="0" rIns="0" bIns="0" anchor="t">
            <a:noAutofit/>
          </a:bodyPr>
          <a:lstStyle>
            <a:defPPr algn="l">
              <a:defRPr sz="1725" b="1">
                <a:solidFill>
                  <a:srgbClr val="087F88"/>
                </a:solidFill>
                <a:latin typeface="DejaVu Sans"/>
                <a:ea typeface="DejaVu Sans"/>
                <a:cs typeface="DejaVu Sans"/>
              </a:defRPr>
            </a:defPPr>
            <a:lvl1pPr algn="l">
              <a:defRPr sz="1725" b="1">
                <a:solidFill>
                  <a:srgbClr val="087F88"/>
                </a:solidFill>
                <a:latin typeface="DejaVu Sans"/>
                <a:ea typeface="DejaVu Sans"/>
                <a:cs typeface="DejaVu Sans"/>
              </a:defRPr>
            </a:lvl1pPr>
            <a:lvl2pPr algn="l">
              <a:defRPr sz="1725" b="1">
                <a:solidFill>
                  <a:srgbClr val="087F88"/>
                </a:solidFill>
                <a:latin typeface="DejaVu Sans"/>
                <a:ea typeface="DejaVu Sans"/>
                <a:cs typeface="DejaVu Sans"/>
              </a:defRPr>
            </a:lvl2pPr>
            <a:lvl3pPr algn="l">
              <a:defRPr sz="1725" b="1">
                <a:solidFill>
                  <a:srgbClr val="087F88"/>
                </a:solidFill>
                <a:latin typeface="DejaVu Sans"/>
                <a:ea typeface="DejaVu Sans"/>
                <a:cs typeface="DejaVu Sans"/>
              </a:defRPr>
            </a:lvl3pPr>
            <a:lvl4pPr algn="l">
              <a:defRPr sz="1725" b="1">
                <a:solidFill>
                  <a:srgbClr val="087F88"/>
                </a:solidFill>
                <a:latin typeface="DejaVu Sans"/>
                <a:ea typeface="DejaVu Sans"/>
                <a:cs typeface="DejaVu Sans"/>
              </a:defRPr>
            </a:lvl4pPr>
            <a:lvl5pPr algn="l">
              <a:defRPr sz="1725" b="1">
                <a:solidFill>
                  <a:srgbClr val="087F88"/>
                </a:solidFill>
                <a:latin typeface="DejaVu Sans"/>
                <a:ea typeface="DejaVu Sans"/>
                <a:cs typeface="DejaVu Sans"/>
              </a:defRPr>
            </a:lvl5pPr>
            <a:lvl6pPr algn="l">
              <a:defRPr sz="1725" b="1">
                <a:solidFill>
                  <a:srgbClr val="087F88"/>
                </a:solidFill>
                <a:latin typeface="DejaVu Sans"/>
                <a:ea typeface="DejaVu Sans"/>
                <a:cs typeface="DejaVu Sans"/>
              </a:defRPr>
            </a:lvl6pPr>
            <a:lvl7pPr algn="l">
              <a:defRPr sz="1725" b="1">
                <a:solidFill>
                  <a:srgbClr val="087F88"/>
                </a:solidFill>
                <a:latin typeface="DejaVu Sans"/>
                <a:ea typeface="DejaVu Sans"/>
                <a:cs typeface="DejaVu Sans"/>
              </a:defRPr>
            </a:lvl7pPr>
            <a:lvl8pPr algn="l">
              <a:defRPr sz="1725" b="1">
                <a:solidFill>
                  <a:srgbClr val="087F88"/>
                </a:solidFill>
                <a:latin typeface="DejaVu Sans"/>
                <a:ea typeface="DejaVu Sans"/>
                <a:cs typeface="DejaVu Sans"/>
              </a:defRPr>
            </a:lvl8pPr>
            <a:lvl9pPr algn="l">
              <a:defRPr sz="1725" b="1">
                <a:solidFill>
                  <a:srgbClr val="087F88"/>
                </a:solidFill>
                <a:latin typeface="DejaVu Sans"/>
                <a:ea typeface="DejaVu Sans"/>
                <a:cs typeface="DejaVu Sans"/>
              </a:defRPr>
            </a:lvl9pPr>
          </a:lstStyle>
          <a:p>
            <a:pPr algn="l">
              <a:defRPr sz="1725" b="1">
                <a:solidFill>
                  <a:srgbClr val="087F88"/>
                </a:solidFill>
                <a:latin typeface="DejaVu Sans"/>
                <a:ea typeface="DejaVu Sans"/>
                <a:cs typeface="DejaVu Sans"/>
              </a:defRPr>
            </a:pPr>
            <a:r>
              <a:rPr sz="1725" b="1">
                <a:solidFill>
                  <a:srgbClr val="087F88"/>
                </a:solidFill>
                <a:latin typeface="DejaVu Sans"/>
                <a:ea typeface="DejaVu Sans"/>
                <a:cs typeface="DejaVu Sans"/>
              </a:rPr>
              <a:t>1  Agrupar: k-means ou Ward</a:t>
            </a:r>
          </a:p>
        </p:txBody>
      </p:sp>
      <p:sp>
        <p:nvSpPr>
          <p:cNvPr id="44" name="cluster-input">
            <a:extLst>
              <a:ext uri="{FF2B5EF4-FFF2-40B4-BE49-F238E27FC236}">
                <a16:creationId xmlns:a16="http://schemas.microsoft.com/office/drawing/2014/main" id="{41BF754B-E1D4-4F37-834F-92D51E397713}"/>
              </a:ext>
            </a:extLst>
          </p:cNvPr>
          <p:cNvSpPr>
            <a:spLocks noGrp="1"/>
          </p:cNvSpPr>
          <p:nvPr/>
        </p:nvSpPr>
        <p:spPr>
          <a:xfrm>
            <a:off x="609600" y="5943600"/>
            <a:ext cx="5353050" cy="247650"/>
          </a:xfrm>
          <a:prstGeom prst="rect">
            <a:avLst/>
          </a:prstGeom>
          <a:noFill/>
          <a:ln w="0">
            <a:noFill/>
            <a:prstDash val="solid"/>
          </a:ln>
        </p:spPr>
        <p:txBody>
          <a:bodyPr wrap="square" lIns="0" tIns="0" rIns="0" bIns="0" anchor="t">
            <a:noAutofit/>
          </a:bodyPr>
          <a:lstStyle>
            <a:defPPr algn="l">
              <a:defRPr sz="1425" b="0">
                <a:solidFill>
                  <a:srgbClr val="193647"/>
                </a:solidFill>
                <a:latin typeface="DejaVu Sans"/>
                <a:ea typeface="DejaVu Sans"/>
                <a:cs typeface="DejaVu Sans"/>
              </a:defRPr>
            </a:defPPr>
            <a:lvl1pPr algn="l">
              <a:defRPr sz="1425" b="0">
                <a:solidFill>
                  <a:srgbClr val="193647"/>
                </a:solidFill>
                <a:latin typeface="DejaVu Sans"/>
                <a:ea typeface="DejaVu Sans"/>
                <a:cs typeface="DejaVu Sans"/>
              </a:defRPr>
            </a:lvl1pPr>
            <a:lvl2pPr algn="l">
              <a:defRPr sz="1425" b="0">
                <a:solidFill>
                  <a:srgbClr val="193647"/>
                </a:solidFill>
                <a:latin typeface="DejaVu Sans"/>
                <a:ea typeface="DejaVu Sans"/>
                <a:cs typeface="DejaVu Sans"/>
              </a:defRPr>
            </a:lvl2pPr>
            <a:lvl3pPr algn="l">
              <a:defRPr sz="1425" b="0">
                <a:solidFill>
                  <a:srgbClr val="193647"/>
                </a:solidFill>
                <a:latin typeface="DejaVu Sans"/>
                <a:ea typeface="DejaVu Sans"/>
                <a:cs typeface="DejaVu Sans"/>
              </a:defRPr>
            </a:lvl3pPr>
            <a:lvl4pPr algn="l">
              <a:defRPr sz="1425" b="0">
                <a:solidFill>
                  <a:srgbClr val="193647"/>
                </a:solidFill>
                <a:latin typeface="DejaVu Sans"/>
                <a:ea typeface="DejaVu Sans"/>
                <a:cs typeface="DejaVu Sans"/>
              </a:defRPr>
            </a:lvl4pPr>
            <a:lvl5pPr algn="l">
              <a:defRPr sz="1425" b="0">
                <a:solidFill>
                  <a:srgbClr val="193647"/>
                </a:solidFill>
                <a:latin typeface="DejaVu Sans"/>
                <a:ea typeface="DejaVu Sans"/>
                <a:cs typeface="DejaVu Sans"/>
              </a:defRPr>
            </a:lvl5pPr>
            <a:lvl6pPr algn="l">
              <a:defRPr sz="1425" b="0">
                <a:solidFill>
                  <a:srgbClr val="193647"/>
                </a:solidFill>
                <a:latin typeface="DejaVu Sans"/>
                <a:ea typeface="DejaVu Sans"/>
                <a:cs typeface="DejaVu Sans"/>
              </a:defRPr>
            </a:lvl6pPr>
            <a:lvl7pPr algn="l">
              <a:defRPr sz="1425" b="0">
                <a:solidFill>
                  <a:srgbClr val="193647"/>
                </a:solidFill>
                <a:latin typeface="DejaVu Sans"/>
                <a:ea typeface="DejaVu Sans"/>
                <a:cs typeface="DejaVu Sans"/>
              </a:defRPr>
            </a:lvl7pPr>
            <a:lvl8pPr algn="l">
              <a:defRPr sz="1425" b="0">
                <a:solidFill>
                  <a:srgbClr val="193647"/>
                </a:solidFill>
                <a:latin typeface="DejaVu Sans"/>
                <a:ea typeface="DejaVu Sans"/>
                <a:cs typeface="DejaVu Sans"/>
              </a:defRPr>
            </a:lvl8pPr>
            <a:lvl9pPr algn="l">
              <a:defRPr sz="1425" b="0">
                <a:solidFill>
                  <a:srgbClr val="193647"/>
                </a:solidFill>
                <a:latin typeface="DejaVu Sans"/>
                <a:ea typeface="DejaVu Sans"/>
                <a:cs typeface="DejaVu Sans"/>
              </a:defRPr>
            </a:lvl9pPr>
          </a:lstStyle>
          <a:p>
            <a:pPr algn="l">
              <a:defRPr sz="1425" b="0">
                <a:solidFill>
                  <a:srgbClr val="193647"/>
                </a:solidFill>
                <a:latin typeface="DejaVu Sans"/>
                <a:ea typeface="DejaVu Sans"/>
                <a:cs typeface="DejaVu Sans"/>
              </a:defRPr>
            </a:pPr>
            <a:r>
              <a:rPr sz="1425" b="0">
                <a:solidFill>
                  <a:srgbClr val="193647"/>
                </a:solidFill>
                <a:latin typeface="DejaVu Sans"/>
                <a:ea typeface="DejaVu Sans"/>
                <a:cs typeface="DejaVu Sans"/>
              </a:rPr>
              <a:t>Atributos físicos e climáticos</a:t>
            </a:r>
          </a:p>
        </p:txBody>
      </p:sp>
      <p:sp>
        <p:nvSpPr>
          <p:cNvPr id="45" name="homogeneity-step">
            <a:extLst>
              <a:ext uri="{FF2B5EF4-FFF2-40B4-BE49-F238E27FC236}">
                <a16:creationId xmlns:a16="http://schemas.microsoft.com/office/drawing/2014/main" id="{BD0C0CFF-81F5-4830-90A7-59B0F9316E61}"/>
              </a:ext>
            </a:extLst>
          </p:cNvPr>
          <p:cNvSpPr>
            <a:spLocks noGrp="1"/>
          </p:cNvSpPr>
          <p:nvPr/>
        </p:nvSpPr>
        <p:spPr>
          <a:xfrm>
            <a:off x="6429375" y="5657850"/>
            <a:ext cx="5153025" cy="295275"/>
          </a:xfrm>
          <a:prstGeom prst="rect">
            <a:avLst/>
          </a:prstGeom>
          <a:noFill/>
          <a:ln w="0">
            <a:noFill/>
            <a:prstDash val="solid"/>
          </a:ln>
        </p:spPr>
        <p:txBody>
          <a:bodyPr wrap="square" lIns="0" tIns="0" rIns="0" bIns="0" anchor="t">
            <a:noAutofit/>
          </a:bodyPr>
          <a:lstStyle>
            <a:defPPr algn="l">
              <a:defRPr sz="1725" b="1">
                <a:solidFill>
                  <a:srgbClr val="C47B23"/>
                </a:solidFill>
                <a:latin typeface="DejaVu Sans"/>
                <a:ea typeface="DejaVu Sans"/>
                <a:cs typeface="DejaVu Sans"/>
              </a:defRPr>
            </a:defPPr>
            <a:lvl1pPr algn="l">
              <a:defRPr sz="1725" b="1">
                <a:solidFill>
                  <a:srgbClr val="C47B23"/>
                </a:solidFill>
                <a:latin typeface="DejaVu Sans"/>
                <a:ea typeface="DejaVu Sans"/>
                <a:cs typeface="DejaVu Sans"/>
              </a:defRPr>
            </a:lvl1pPr>
            <a:lvl2pPr algn="l">
              <a:defRPr sz="1725" b="1">
                <a:solidFill>
                  <a:srgbClr val="C47B23"/>
                </a:solidFill>
                <a:latin typeface="DejaVu Sans"/>
                <a:ea typeface="DejaVu Sans"/>
                <a:cs typeface="DejaVu Sans"/>
              </a:defRPr>
            </a:lvl2pPr>
            <a:lvl3pPr algn="l">
              <a:defRPr sz="1725" b="1">
                <a:solidFill>
                  <a:srgbClr val="C47B23"/>
                </a:solidFill>
                <a:latin typeface="DejaVu Sans"/>
                <a:ea typeface="DejaVu Sans"/>
                <a:cs typeface="DejaVu Sans"/>
              </a:defRPr>
            </a:lvl3pPr>
            <a:lvl4pPr algn="l">
              <a:defRPr sz="1725" b="1">
                <a:solidFill>
                  <a:srgbClr val="C47B23"/>
                </a:solidFill>
                <a:latin typeface="DejaVu Sans"/>
                <a:ea typeface="DejaVu Sans"/>
                <a:cs typeface="DejaVu Sans"/>
              </a:defRPr>
            </a:lvl4pPr>
            <a:lvl5pPr algn="l">
              <a:defRPr sz="1725" b="1">
                <a:solidFill>
                  <a:srgbClr val="C47B23"/>
                </a:solidFill>
                <a:latin typeface="DejaVu Sans"/>
                <a:ea typeface="DejaVu Sans"/>
                <a:cs typeface="DejaVu Sans"/>
              </a:defRPr>
            </a:lvl5pPr>
            <a:lvl6pPr algn="l">
              <a:defRPr sz="1725" b="1">
                <a:solidFill>
                  <a:srgbClr val="C47B23"/>
                </a:solidFill>
                <a:latin typeface="DejaVu Sans"/>
                <a:ea typeface="DejaVu Sans"/>
                <a:cs typeface="DejaVu Sans"/>
              </a:defRPr>
            </a:lvl6pPr>
            <a:lvl7pPr algn="l">
              <a:defRPr sz="1725" b="1">
                <a:solidFill>
                  <a:srgbClr val="C47B23"/>
                </a:solidFill>
                <a:latin typeface="DejaVu Sans"/>
                <a:ea typeface="DejaVu Sans"/>
                <a:cs typeface="DejaVu Sans"/>
              </a:defRPr>
            </a:lvl7pPr>
            <a:lvl8pPr algn="l">
              <a:defRPr sz="1725" b="1">
                <a:solidFill>
                  <a:srgbClr val="C47B23"/>
                </a:solidFill>
                <a:latin typeface="DejaVu Sans"/>
                <a:ea typeface="DejaVu Sans"/>
                <a:cs typeface="DejaVu Sans"/>
              </a:defRPr>
            </a:lvl8pPr>
            <a:lvl9pPr algn="l">
              <a:defRPr sz="1725" b="1">
                <a:solidFill>
                  <a:srgbClr val="C47B23"/>
                </a:solidFill>
                <a:latin typeface="DejaVu Sans"/>
                <a:ea typeface="DejaVu Sans"/>
                <a:cs typeface="DejaVu Sans"/>
              </a:defRPr>
            </a:lvl9pPr>
          </a:lstStyle>
          <a:p>
            <a:pPr algn="l">
              <a:defRPr sz="1725" b="1">
                <a:solidFill>
                  <a:srgbClr val="C47B23"/>
                </a:solidFill>
                <a:latin typeface="DejaVu Sans"/>
                <a:ea typeface="DejaVu Sans"/>
                <a:cs typeface="DejaVu Sans"/>
              </a:defRPr>
            </a:pPr>
            <a:r>
              <a:rPr sz="1725" b="1">
                <a:solidFill>
                  <a:srgbClr val="C47B23"/>
                </a:solidFill>
                <a:latin typeface="DejaVu Sans"/>
                <a:ea typeface="DejaVu Sans"/>
                <a:cs typeface="DejaVu Sans"/>
              </a:rPr>
              <a:t>2  Avaliar: Hosking e Wallis</a:t>
            </a:r>
          </a:p>
        </p:txBody>
      </p:sp>
      <p:sp>
        <p:nvSpPr>
          <p:cNvPr id="46" name="homogeneity-input">
            <a:extLst>
              <a:ext uri="{FF2B5EF4-FFF2-40B4-BE49-F238E27FC236}">
                <a16:creationId xmlns:a16="http://schemas.microsoft.com/office/drawing/2014/main" id="{25F1C61C-27E7-45D9-B0C7-2BCF25CFC76E}"/>
              </a:ext>
            </a:extLst>
          </p:cNvPr>
          <p:cNvSpPr>
            <a:spLocks noGrp="1"/>
          </p:cNvSpPr>
          <p:nvPr/>
        </p:nvSpPr>
        <p:spPr>
          <a:xfrm>
            <a:off x="6429375" y="5943600"/>
            <a:ext cx="5153025" cy="247650"/>
          </a:xfrm>
          <a:prstGeom prst="rect">
            <a:avLst/>
          </a:prstGeom>
          <a:noFill/>
          <a:ln w="0">
            <a:noFill/>
            <a:prstDash val="solid"/>
          </a:ln>
        </p:spPr>
        <p:txBody>
          <a:bodyPr wrap="square" lIns="0" tIns="0" rIns="0" bIns="0" anchor="t">
            <a:noAutofit/>
          </a:bodyPr>
          <a:lstStyle>
            <a:defPPr algn="l">
              <a:defRPr sz="1425" b="0">
                <a:solidFill>
                  <a:srgbClr val="193647"/>
                </a:solidFill>
                <a:latin typeface="DejaVu Sans"/>
                <a:ea typeface="DejaVu Sans"/>
                <a:cs typeface="DejaVu Sans"/>
              </a:defRPr>
            </a:defPPr>
            <a:lvl1pPr algn="l">
              <a:defRPr sz="1425" b="0">
                <a:solidFill>
                  <a:srgbClr val="193647"/>
                </a:solidFill>
                <a:latin typeface="DejaVu Sans"/>
                <a:ea typeface="DejaVu Sans"/>
                <a:cs typeface="DejaVu Sans"/>
              </a:defRPr>
            </a:lvl1pPr>
            <a:lvl2pPr algn="l">
              <a:defRPr sz="1425" b="0">
                <a:solidFill>
                  <a:srgbClr val="193647"/>
                </a:solidFill>
                <a:latin typeface="DejaVu Sans"/>
                <a:ea typeface="DejaVu Sans"/>
                <a:cs typeface="DejaVu Sans"/>
              </a:defRPr>
            </a:lvl2pPr>
            <a:lvl3pPr algn="l">
              <a:defRPr sz="1425" b="0">
                <a:solidFill>
                  <a:srgbClr val="193647"/>
                </a:solidFill>
                <a:latin typeface="DejaVu Sans"/>
                <a:ea typeface="DejaVu Sans"/>
                <a:cs typeface="DejaVu Sans"/>
              </a:defRPr>
            </a:lvl3pPr>
            <a:lvl4pPr algn="l">
              <a:defRPr sz="1425" b="0">
                <a:solidFill>
                  <a:srgbClr val="193647"/>
                </a:solidFill>
                <a:latin typeface="DejaVu Sans"/>
                <a:ea typeface="DejaVu Sans"/>
                <a:cs typeface="DejaVu Sans"/>
              </a:defRPr>
            </a:lvl4pPr>
            <a:lvl5pPr algn="l">
              <a:defRPr sz="1425" b="0">
                <a:solidFill>
                  <a:srgbClr val="193647"/>
                </a:solidFill>
                <a:latin typeface="DejaVu Sans"/>
                <a:ea typeface="DejaVu Sans"/>
                <a:cs typeface="DejaVu Sans"/>
              </a:defRPr>
            </a:lvl5pPr>
            <a:lvl6pPr algn="l">
              <a:defRPr sz="1425" b="0">
                <a:solidFill>
                  <a:srgbClr val="193647"/>
                </a:solidFill>
                <a:latin typeface="DejaVu Sans"/>
                <a:ea typeface="DejaVu Sans"/>
                <a:cs typeface="DejaVu Sans"/>
              </a:defRPr>
            </a:lvl6pPr>
            <a:lvl7pPr algn="l">
              <a:defRPr sz="1425" b="0">
                <a:solidFill>
                  <a:srgbClr val="193647"/>
                </a:solidFill>
                <a:latin typeface="DejaVu Sans"/>
                <a:ea typeface="DejaVu Sans"/>
                <a:cs typeface="DejaVu Sans"/>
              </a:defRPr>
            </a:lvl7pPr>
            <a:lvl8pPr algn="l">
              <a:defRPr sz="1425" b="0">
                <a:solidFill>
                  <a:srgbClr val="193647"/>
                </a:solidFill>
                <a:latin typeface="DejaVu Sans"/>
                <a:ea typeface="DejaVu Sans"/>
                <a:cs typeface="DejaVu Sans"/>
              </a:defRPr>
            </a:lvl8pPr>
            <a:lvl9pPr algn="l">
              <a:defRPr sz="1425" b="0">
                <a:solidFill>
                  <a:srgbClr val="193647"/>
                </a:solidFill>
                <a:latin typeface="DejaVu Sans"/>
                <a:ea typeface="DejaVu Sans"/>
                <a:cs typeface="DejaVu Sans"/>
              </a:defRPr>
            </a:lvl9pPr>
          </a:lstStyle>
          <a:p>
            <a:pPr algn="l">
              <a:defRPr sz="1425" b="0">
                <a:solidFill>
                  <a:srgbClr val="193647"/>
                </a:solidFill>
                <a:latin typeface="DejaVu Sans"/>
                <a:ea typeface="DejaVu Sans"/>
                <a:cs typeface="DejaVu Sans"/>
              </a:defRPr>
            </a:pPr>
            <a:r>
              <a:rPr sz="1425" b="0">
                <a:solidFill>
                  <a:srgbClr val="193647"/>
                </a:solidFill>
                <a:latin typeface="DejaVu Sans"/>
                <a:ea typeface="DejaVu Sans"/>
                <a:cs typeface="DejaVu Sans"/>
              </a:rPr>
              <a:t>Séries de vazão — análise das máximas</a:t>
            </a:r>
          </a:p>
        </p:txBody>
      </p:sp>
      <p:sp>
        <p:nvSpPr>
          <p:cNvPr id="47" name="source">
            <a:extLst>
              <a:ext uri="{FF2B5EF4-FFF2-40B4-BE49-F238E27FC236}">
                <a16:creationId xmlns:a16="http://schemas.microsoft.com/office/drawing/2014/main" id="{82DC5A54-302A-42E9-BC19-DE0D0064E2E6}"/>
              </a:ext>
            </a:extLst>
          </p:cNvPr>
          <p:cNvSpPr>
            <a:spLocks noGrp="1"/>
          </p:cNvSpPr>
          <p:nvPr/>
        </p:nvSpPr>
        <p:spPr>
          <a:xfrm>
            <a:off x="609600" y="6248400"/>
            <a:ext cx="10972800" cy="190500"/>
          </a:xfrm>
          <a:prstGeom prst="rect">
            <a:avLst/>
          </a:prstGeom>
          <a:noFill/>
          <a:ln w="0">
            <a:noFill/>
            <a:prstDash val="solid"/>
          </a:ln>
        </p:spPr>
        <p:txBody>
          <a:bodyPr wrap="square" lIns="0" tIns="0" rIns="0" bIns="0" anchor="t">
            <a:noAutofit/>
          </a:bodyPr>
          <a:lstStyle>
            <a:defPPr algn="l">
              <a:defRPr sz="900" b="0">
                <a:solidFill>
                  <a:srgbClr val="526873"/>
                </a:solidFill>
                <a:latin typeface="DejaVu Sans"/>
                <a:ea typeface="DejaVu Sans"/>
                <a:cs typeface="DejaVu Sans"/>
              </a:defRPr>
            </a:defPPr>
            <a:lvl1pPr algn="l">
              <a:defRPr sz="900" b="0">
                <a:solidFill>
                  <a:srgbClr val="526873"/>
                </a:solidFill>
                <a:latin typeface="DejaVu Sans"/>
                <a:ea typeface="DejaVu Sans"/>
                <a:cs typeface="DejaVu Sans"/>
              </a:defRPr>
            </a:lvl1pPr>
            <a:lvl2pPr algn="l">
              <a:defRPr sz="900" b="0">
                <a:solidFill>
                  <a:srgbClr val="526873"/>
                </a:solidFill>
                <a:latin typeface="DejaVu Sans"/>
                <a:ea typeface="DejaVu Sans"/>
                <a:cs typeface="DejaVu Sans"/>
              </a:defRPr>
            </a:lvl2pPr>
            <a:lvl3pPr algn="l">
              <a:defRPr sz="900" b="0">
                <a:solidFill>
                  <a:srgbClr val="526873"/>
                </a:solidFill>
                <a:latin typeface="DejaVu Sans"/>
                <a:ea typeface="DejaVu Sans"/>
                <a:cs typeface="DejaVu Sans"/>
              </a:defRPr>
            </a:lvl3pPr>
            <a:lvl4pPr algn="l">
              <a:defRPr sz="900" b="0">
                <a:solidFill>
                  <a:srgbClr val="526873"/>
                </a:solidFill>
                <a:latin typeface="DejaVu Sans"/>
                <a:ea typeface="DejaVu Sans"/>
                <a:cs typeface="DejaVu Sans"/>
              </a:defRPr>
            </a:lvl4pPr>
            <a:lvl5pPr algn="l">
              <a:defRPr sz="900" b="0">
                <a:solidFill>
                  <a:srgbClr val="526873"/>
                </a:solidFill>
                <a:latin typeface="DejaVu Sans"/>
                <a:ea typeface="DejaVu Sans"/>
                <a:cs typeface="DejaVu Sans"/>
              </a:defRPr>
            </a:lvl5pPr>
            <a:lvl6pPr algn="l">
              <a:defRPr sz="900" b="0">
                <a:solidFill>
                  <a:srgbClr val="526873"/>
                </a:solidFill>
                <a:latin typeface="DejaVu Sans"/>
                <a:ea typeface="DejaVu Sans"/>
                <a:cs typeface="DejaVu Sans"/>
              </a:defRPr>
            </a:lvl6pPr>
            <a:lvl7pPr algn="l">
              <a:defRPr sz="900" b="0">
                <a:solidFill>
                  <a:srgbClr val="526873"/>
                </a:solidFill>
                <a:latin typeface="DejaVu Sans"/>
                <a:ea typeface="DejaVu Sans"/>
                <a:cs typeface="DejaVu Sans"/>
              </a:defRPr>
            </a:lvl7pPr>
            <a:lvl8pPr algn="l">
              <a:defRPr sz="900" b="0">
                <a:solidFill>
                  <a:srgbClr val="526873"/>
                </a:solidFill>
                <a:latin typeface="DejaVu Sans"/>
                <a:ea typeface="DejaVu Sans"/>
                <a:cs typeface="DejaVu Sans"/>
              </a:defRPr>
            </a:lvl8pPr>
            <a:lvl9pPr algn="l">
              <a:defRPr sz="900" b="0">
                <a:solidFill>
                  <a:srgbClr val="526873"/>
                </a:solidFill>
                <a:latin typeface="DejaVu Sans"/>
                <a:ea typeface="DejaVu Sans"/>
                <a:cs typeface="DejaVu Sans"/>
              </a:defRPr>
            </a:lvl9pPr>
          </a:lstStyle>
          <a:p>
            <a:pPr algn="l">
              <a:defRPr sz="900" b="0">
                <a:solidFill>
                  <a:srgbClr val="526873"/>
                </a:solidFill>
                <a:latin typeface="DejaVu Sans"/>
                <a:ea typeface="DejaVu Sans"/>
                <a:cs typeface="DejaVu Sans"/>
              </a:defRPr>
            </a:pPr>
            <a:r>
              <a:rPr sz="900" b="0">
                <a:solidFill>
                  <a:srgbClr val="526873"/>
                </a:solidFill>
                <a:latin typeface="DejaVu Sans"/>
                <a:ea typeface="DejaVu Sans"/>
                <a:cs typeface="DejaVu Sans"/>
              </a:rPr>
              <a:t>Fontes: Hosking e Wallis (1997); Cassalho et al. (2019), Hydrological Processes. Figura: elaboração didática.</a:t>
            </a:r>
          </a:p>
        </p:txBody>
      </p:sp>
      <p:sp>
        <p:nvSpPr>
          <p:cNvPr id="48" name="footer-rule">
            <a:extLst>
              <a:ext uri="{FF2B5EF4-FFF2-40B4-BE49-F238E27FC236}">
                <a16:creationId xmlns:a16="http://schemas.microsoft.com/office/drawing/2014/main" id="{59D6F674-402A-45D2-AB21-58BF477B3AA7}"/>
              </a:ext>
            </a:extLst>
          </p:cNvPr>
          <p:cNvSpPr>
            <a:spLocks noGrp="1"/>
          </p:cNvSpPr>
          <p:nvPr/>
        </p:nvSpPr>
        <p:spPr>
          <a:xfrm>
            <a:off x="609600" y="6477000"/>
            <a:ext cx="10972800" cy="0"/>
          </a:xfrm>
          <a:prstGeom prst="line">
            <a:avLst/>
          </a:prstGeom>
          <a:noFill/>
          <a:ln w="9525">
            <a:solidFill>
              <a:srgbClr val="DCE3E3"/>
            </a:solidFill>
            <a:prstDash val="solid"/>
          </a:ln>
        </p:spPr>
        <p:txBody>
          <a:bodyPr/>
          <a:lstStyle/>
          <a:p>
            <a:endParaRPr lang="en-GB"/>
          </a:p>
        </p:txBody>
      </p:sp>
      <p:sp>
        <p:nvSpPr>
          <p:cNvPr id="49" name="footer">
            <a:extLst>
              <a:ext uri="{FF2B5EF4-FFF2-40B4-BE49-F238E27FC236}">
                <a16:creationId xmlns:a16="http://schemas.microsoft.com/office/drawing/2014/main" id="{2BECB44C-100D-46F3-B488-4CD1AB847A2B}"/>
              </a:ext>
            </a:extLst>
          </p:cNvPr>
          <p:cNvSpPr>
            <a:spLocks noGrp="1"/>
          </p:cNvSpPr>
          <p:nvPr/>
        </p:nvSpPr>
        <p:spPr>
          <a:xfrm>
            <a:off x="609600" y="6562725"/>
            <a:ext cx="8572500" cy="190500"/>
          </a:xfrm>
          <a:prstGeom prst="rect">
            <a:avLst/>
          </a:prstGeom>
          <a:noFill/>
          <a:ln w="0">
            <a:noFill/>
            <a:prstDash val="solid"/>
          </a:ln>
        </p:spPr>
        <p:txBody>
          <a:bodyPr wrap="square" lIns="0" tIns="0" rIns="0" bIns="0" anchor="t">
            <a:noAutofit/>
          </a:bodyPr>
          <a:lstStyle>
            <a:defPPr algn="l">
              <a:defRPr sz="975" b="0">
                <a:solidFill>
                  <a:srgbClr val="526873"/>
                </a:solidFill>
                <a:latin typeface="DejaVu Sans"/>
                <a:ea typeface="DejaVu Sans"/>
                <a:cs typeface="DejaVu Sans"/>
              </a:defRPr>
            </a:defPPr>
            <a:lvl1pPr algn="l">
              <a:defRPr sz="975" b="0">
                <a:solidFill>
                  <a:srgbClr val="526873"/>
                </a:solidFill>
                <a:latin typeface="DejaVu Sans"/>
                <a:ea typeface="DejaVu Sans"/>
                <a:cs typeface="DejaVu Sans"/>
              </a:defRPr>
            </a:lvl1pPr>
            <a:lvl2pPr algn="l">
              <a:defRPr sz="975" b="0">
                <a:solidFill>
                  <a:srgbClr val="526873"/>
                </a:solidFill>
                <a:latin typeface="DejaVu Sans"/>
                <a:ea typeface="DejaVu Sans"/>
                <a:cs typeface="DejaVu Sans"/>
              </a:defRPr>
            </a:lvl2pPr>
            <a:lvl3pPr algn="l">
              <a:defRPr sz="975" b="0">
                <a:solidFill>
                  <a:srgbClr val="526873"/>
                </a:solidFill>
                <a:latin typeface="DejaVu Sans"/>
                <a:ea typeface="DejaVu Sans"/>
                <a:cs typeface="DejaVu Sans"/>
              </a:defRPr>
            </a:lvl3pPr>
            <a:lvl4pPr algn="l">
              <a:defRPr sz="975" b="0">
                <a:solidFill>
                  <a:srgbClr val="526873"/>
                </a:solidFill>
                <a:latin typeface="DejaVu Sans"/>
                <a:ea typeface="DejaVu Sans"/>
                <a:cs typeface="DejaVu Sans"/>
              </a:defRPr>
            </a:lvl4pPr>
            <a:lvl5pPr algn="l">
              <a:defRPr sz="975" b="0">
                <a:solidFill>
                  <a:srgbClr val="526873"/>
                </a:solidFill>
                <a:latin typeface="DejaVu Sans"/>
                <a:ea typeface="DejaVu Sans"/>
                <a:cs typeface="DejaVu Sans"/>
              </a:defRPr>
            </a:lvl5pPr>
            <a:lvl6pPr algn="l">
              <a:defRPr sz="975" b="0">
                <a:solidFill>
                  <a:srgbClr val="526873"/>
                </a:solidFill>
                <a:latin typeface="DejaVu Sans"/>
                <a:ea typeface="DejaVu Sans"/>
                <a:cs typeface="DejaVu Sans"/>
              </a:defRPr>
            </a:lvl6pPr>
            <a:lvl7pPr algn="l">
              <a:defRPr sz="975" b="0">
                <a:solidFill>
                  <a:srgbClr val="526873"/>
                </a:solidFill>
                <a:latin typeface="DejaVu Sans"/>
                <a:ea typeface="DejaVu Sans"/>
                <a:cs typeface="DejaVu Sans"/>
              </a:defRPr>
            </a:lvl7pPr>
            <a:lvl8pPr algn="l">
              <a:defRPr sz="975" b="0">
                <a:solidFill>
                  <a:srgbClr val="526873"/>
                </a:solidFill>
                <a:latin typeface="DejaVu Sans"/>
                <a:ea typeface="DejaVu Sans"/>
                <a:cs typeface="DejaVu Sans"/>
              </a:defRPr>
            </a:lvl8pPr>
            <a:lvl9pPr algn="l">
              <a:defRPr sz="975" b="0">
                <a:solidFill>
                  <a:srgbClr val="526873"/>
                </a:solidFill>
                <a:latin typeface="DejaVu Sans"/>
                <a:ea typeface="DejaVu Sans"/>
                <a:cs typeface="DejaVu Sans"/>
              </a:defRPr>
            </a:lvl9pPr>
          </a:lstStyle>
          <a:p>
            <a:pPr algn="l">
              <a:defRPr sz="975" b="0">
                <a:solidFill>
                  <a:srgbClr val="526873"/>
                </a:solidFill>
                <a:latin typeface="DejaVu Sans"/>
                <a:ea typeface="DejaVu Sans"/>
                <a:cs typeface="DejaVu Sans"/>
              </a:defRPr>
            </a:pPr>
            <a:r>
              <a:rPr sz="975" b="0">
                <a:solidFill>
                  <a:srgbClr val="526873"/>
                </a:solidFill>
                <a:latin typeface="DejaVu Sans"/>
                <a:ea typeface="DejaVu Sans"/>
                <a:cs typeface="DejaVu Sans"/>
              </a:rPr>
              <a:t>REGIONALIZAÇÃO DE VAZÕES</a:t>
            </a:r>
          </a:p>
        </p:txBody>
      </p:sp>
      <p:sp>
        <p:nvSpPr>
          <p:cNvPr id="50" name="slide-number">
            <a:extLst>
              <a:ext uri="{FF2B5EF4-FFF2-40B4-BE49-F238E27FC236}">
                <a16:creationId xmlns:a16="http://schemas.microsoft.com/office/drawing/2014/main" id="{91DC016A-BF38-49AC-A4FE-3353D2B62B32}"/>
              </a:ext>
            </a:extLst>
          </p:cNvPr>
          <p:cNvSpPr>
            <a:spLocks noGrp="1"/>
          </p:cNvSpPr>
          <p:nvPr/>
        </p:nvSpPr>
        <p:spPr>
          <a:xfrm>
            <a:off x="10620375" y="6553200"/>
            <a:ext cx="962025" cy="209550"/>
          </a:xfrm>
          <a:prstGeom prst="rect">
            <a:avLst/>
          </a:prstGeom>
          <a:noFill/>
          <a:ln w="0">
            <a:noFill/>
            <a:prstDash val="solid"/>
          </a:ln>
        </p:spPr>
        <p:txBody>
          <a:bodyPr wrap="square" lIns="0" tIns="0" rIns="0" bIns="0" anchor="t">
            <a:noAutofit/>
          </a:bodyPr>
          <a:lstStyle>
            <a:defPPr algn="r">
              <a:defRPr sz="1050" b="0">
                <a:solidFill>
                  <a:srgbClr val="526873"/>
                </a:solidFill>
                <a:latin typeface="DejaVu Sans"/>
                <a:ea typeface="DejaVu Sans"/>
                <a:cs typeface="DejaVu Sans"/>
              </a:defRPr>
            </a:defPPr>
            <a:lvl1pPr algn="r">
              <a:defRPr sz="1050" b="0">
                <a:solidFill>
                  <a:srgbClr val="526873"/>
                </a:solidFill>
                <a:latin typeface="DejaVu Sans"/>
                <a:ea typeface="DejaVu Sans"/>
                <a:cs typeface="DejaVu Sans"/>
              </a:defRPr>
            </a:lvl1pPr>
            <a:lvl2pPr algn="r">
              <a:defRPr sz="1050" b="0">
                <a:solidFill>
                  <a:srgbClr val="526873"/>
                </a:solidFill>
                <a:latin typeface="DejaVu Sans"/>
                <a:ea typeface="DejaVu Sans"/>
                <a:cs typeface="DejaVu Sans"/>
              </a:defRPr>
            </a:lvl2pPr>
            <a:lvl3pPr algn="r">
              <a:defRPr sz="1050" b="0">
                <a:solidFill>
                  <a:srgbClr val="526873"/>
                </a:solidFill>
                <a:latin typeface="DejaVu Sans"/>
                <a:ea typeface="DejaVu Sans"/>
                <a:cs typeface="DejaVu Sans"/>
              </a:defRPr>
            </a:lvl3pPr>
            <a:lvl4pPr algn="r">
              <a:defRPr sz="1050" b="0">
                <a:solidFill>
                  <a:srgbClr val="526873"/>
                </a:solidFill>
                <a:latin typeface="DejaVu Sans"/>
                <a:ea typeface="DejaVu Sans"/>
                <a:cs typeface="DejaVu Sans"/>
              </a:defRPr>
            </a:lvl4pPr>
            <a:lvl5pPr algn="r">
              <a:defRPr sz="1050" b="0">
                <a:solidFill>
                  <a:srgbClr val="526873"/>
                </a:solidFill>
                <a:latin typeface="DejaVu Sans"/>
                <a:ea typeface="DejaVu Sans"/>
                <a:cs typeface="DejaVu Sans"/>
              </a:defRPr>
            </a:lvl5pPr>
            <a:lvl6pPr algn="r">
              <a:defRPr sz="1050" b="0">
                <a:solidFill>
                  <a:srgbClr val="526873"/>
                </a:solidFill>
                <a:latin typeface="DejaVu Sans"/>
                <a:ea typeface="DejaVu Sans"/>
                <a:cs typeface="DejaVu Sans"/>
              </a:defRPr>
            </a:lvl6pPr>
            <a:lvl7pPr algn="r">
              <a:defRPr sz="1050" b="0">
                <a:solidFill>
                  <a:srgbClr val="526873"/>
                </a:solidFill>
                <a:latin typeface="DejaVu Sans"/>
                <a:ea typeface="DejaVu Sans"/>
                <a:cs typeface="DejaVu Sans"/>
              </a:defRPr>
            </a:lvl7pPr>
            <a:lvl8pPr algn="r">
              <a:defRPr sz="1050" b="0">
                <a:solidFill>
                  <a:srgbClr val="526873"/>
                </a:solidFill>
                <a:latin typeface="DejaVu Sans"/>
                <a:ea typeface="DejaVu Sans"/>
                <a:cs typeface="DejaVu Sans"/>
              </a:defRPr>
            </a:lvl8pPr>
            <a:lvl9pPr algn="r">
              <a:defRPr sz="1050" b="0">
                <a:solidFill>
                  <a:srgbClr val="526873"/>
                </a:solidFill>
                <a:latin typeface="DejaVu Sans"/>
                <a:ea typeface="DejaVu Sans"/>
                <a:cs typeface="DejaVu Sans"/>
              </a:defRPr>
            </a:lvl9pPr>
          </a:lstStyle>
          <a:p>
            <a:pPr algn="r">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08 / 38</a:t>
            </a:r>
          </a:p>
        </p:txBody>
      </p:sp>
    </p:spTree>
    <p:extLst>
      <p:ext uri="{BB962C8B-B14F-4D97-AF65-F5344CB8AC3E}">
        <p14:creationId xmlns:p14="http://schemas.microsoft.com/office/powerpoint/2010/main" val="925331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0" name="texto">
            <a:extLst>
              <a:ext uri="{FF2B5EF4-FFF2-40B4-BE49-F238E27FC236}">
                <a16:creationId xmlns:a16="http://schemas.microsoft.com/office/drawing/2014/main" id="{5DE39079-4B81-4E6E-8A98-114B72EB939C}"/>
              </a:ext>
            </a:extLst>
          </p:cNvPr>
          <p:cNvSpPr>
            <a:spLocks noGrp="1"/>
          </p:cNvSpPr>
          <p:nvPr/>
        </p:nvSpPr>
        <p:spPr>
          <a:xfrm>
            <a:off x="609600" y="285750"/>
            <a:ext cx="10668000" cy="247650"/>
          </a:xfrm>
          <a:prstGeom prst="rect">
            <a:avLst/>
          </a:prstGeom>
          <a:noFill/>
          <a:ln w="0">
            <a:noFill/>
            <a:prstDash val="solid"/>
          </a:ln>
        </p:spPr>
        <p:txBody>
          <a:bodyPr wrap="square" lIns="0" tIns="0" rIns="0" bIns="0" anchor="t">
            <a:noAutofit/>
          </a:bodyPr>
          <a:lstStyle>
            <a:defPPr algn="l">
              <a:defRPr sz="1275" b="1">
                <a:solidFill>
                  <a:srgbClr val="087F88"/>
                </a:solidFill>
                <a:latin typeface="DejaVu Sans"/>
                <a:ea typeface="DejaVu Sans"/>
                <a:cs typeface="DejaVu Sans"/>
              </a:defRPr>
            </a:defPPr>
            <a:lvl1pPr algn="l">
              <a:defRPr sz="1275" b="1">
                <a:solidFill>
                  <a:srgbClr val="087F88"/>
                </a:solidFill>
                <a:latin typeface="DejaVu Sans"/>
                <a:ea typeface="DejaVu Sans"/>
                <a:cs typeface="DejaVu Sans"/>
              </a:defRPr>
            </a:lvl1pPr>
            <a:lvl2pPr algn="l">
              <a:defRPr sz="1275" b="1">
                <a:solidFill>
                  <a:srgbClr val="087F88"/>
                </a:solidFill>
                <a:latin typeface="DejaVu Sans"/>
                <a:ea typeface="DejaVu Sans"/>
                <a:cs typeface="DejaVu Sans"/>
              </a:defRPr>
            </a:lvl2pPr>
            <a:lvl3pPr algn="l">
              <a:defRPr sz="1275" b="1">
                <a:solidFill>
                  <a:srgbClr val="087F88"/>
                </a:solidFill>
                <a:latin typeface="DejaVu Sans"/>
                <a:ea typeface="DejaVu Sans"/>
                <a:cs typeface="DejaVu Sans"/>
              </a:defRPr>
            </a:lvl3pPr>
            <a:lvl4pPr algn="l">
              <a:defRPr sz="1275" b="1">
                <a:solidFill>
                  <a:srgbClr val="087F88"/>
                </a:solidFill>
                <a:latin typeface="DejaVu Sans"/>
                <a:ea typeface="DejaVu Sans"/>
                <a:cs typeface="DejaVu Sans"/>
              </a:defRPr>
            </a:lvl4pPr>
            <a:lvl5pPr algn="l">
              <a:defRPr sz="1275" b="1">
                <a:solidFill>
                  <a:srgbClr val="087F88"/>
                </a:solidFill>
                <a:latin typeface="DejaVu Sans"/>
                <a:ea typeface="DejaVu Sans"/>
                <a:cs typeface="DejaVu Sans"/>
              </a:defRPr>
            </a:lvl5pPr>
            <a:lvl6pPr algn="l">
              <a:defRPr sz="1275" b="1">
                <a:solidFill>
                  <a:srgbClr val="087F88"/>
                </a:solidFill>
                <a:latin typeface="DejaVu Sans"/>
                <a:ea typeface="DejaVu Sans"/>
                <a:cs typeface="DejaVu Sans"/>
              </a:defRPr>
            </a:lvl6pPr>
            <a:lvl7pPr algn="l">
              <a:defRPr sz="1275" b="1">
                <a:solidFill>
                  <a:srgbClr val="087F88"/>
                </a:solidFill>
                <a:latin typeface="DejaVu Sans"/>
                <a:ea typeface="DejaVu Sans"/>
                <a:cs typeface="DejaVu Sans"/>
              </a:defRPr>
            </a:lvl7pPr>
            <a:lvl8pPr algn="l">
              <a:defRPr sz="1275" b="1">
                <a:solidFill>
                  <a:srgbClr val="087F88"/>
                </a:solidFill>
                <a:latin typeface="DejaVu Sans"/>
                <a:ea typeface="DejaVu Sans"/>
                <a:cs typeface="DejaVu Sans"/>
              </a:defRPr>
            </a:lvl8pPr>
            <a:lvl9pPr algn="l">
              <a:defRPr sz="1275" b="1">
                <a:solidFill>
                  <a:srgbClr val="087F88"/>
                </a:solidFill>
                <a:latin typeface="DejaVu Sans"/>
                <a:ea typeface="DejaVu Sans"/>
                <a:cs typeface="DejaVu Sans"/>
              </a:defRPr>
            </a:lvl9pPr>
          </a:lstStyle>
          <a:p>
            <a:pPr algn="l">
              <a:defRPr sz="1275" b="1">
                <a:solidFill>
                  <a:srgbClr val="087F88"/>
                </a:solidFill>
                <a:latin typeface="DejaVu Sans"/>
                <a:ea typeface="DejaVu Sans"/>
                <a:cs typeface="DejaVu Sans"/>
              </a:defRPr>
            </a:pPr>
            <a:r>
              <a:rPr sz="1275" b="1">
                <a:solidFill>
                  <a:srgbClr val="087F88"/>
                </a:solidFill>
                <a:latin typeface="DejaVu Sans"/>
                <a:ea typeface="DejaVu Sans"/>
                <a:cs typeface="DejaVu Sans"/>
              </a:rPr>
              <a:t>FORMAÇÃO DOS GRUPOS</a:t>
            </a:r>
          </a:p>
        </p:txBody>
      </p:sp>
      <p:sp>
        <p:nvSpPr>
          <p:cNvPr id="2" name="texto">
            <a:extLst>
              <a:ext uri="{FF2B5EF4-FFF2-40B4-BE49-F238E27FC236}">
                <a16:creationId xmlns:a16="http://schemas.microsoft.com/office/drawing/2014/main" id="{77144A2C-73F4-4584-9DC5-B5AC67B93F7E}"/>
              </a:ext>
            </a:extLst>
          </p:cNvPr>
          <p:cNvSpPr>
            <a:spLocks noGrp="1"/>
          </p:cNvSpPr>
          <p:nvPr/>
        </p:nvSpPr>
        <p:spPr>
          <a:xfrm>
            <a:off x="609600" y="685800"/>
            <a:ext cx="10972800" cy="1028700"/>
          </a:xfrm>
          <a:prstGeom prst="rect">
            <a:avLst/>
          </a:prstGeom>
          <a:noFill/>
          <a:ln w="0">
            <a:noFill/>
            <a:prstDash val="solid"/>
          </a:ln>
        </p:spPr>
        <p:txBody>
          <a:bodyPr wrap="square" lIns="0" tIns="0" rIns="0" bIns="0" anchor="t">
            <a:noAutofit/>
          </a:bodyPr>
          <a:lstStyle>
            <a:defPPr algn="l">
              <a:defRPr sz="3225" b="1">
                <a:solidFill>
                  <a:srgbClr val="123247"/>
                </a:solidFill>
                <a:latin typeface="DejaVu Sans"/>
                <a:ea typeface="DejaVu Sans"/>
                <a:cs typeface="DejaVu Sans"/>
              </a:defRPr>
            </a:defPPr>
            <a:lvl1pPr algn="l">
              <a:defRPr sz="3225" b="1">
                <a:solidFill>
                  <a:srgbClr val="123247"/>
                </a:solidFill>
                <a:latin typeface="DejaVu Sans"/>
                <a:ea typeface="DejaVu Sans"/>
                <a:cs typeface="DejaVu Sans"/>
              </a:defRPr>
            </a:lvl1pPr>
            <a:lvl2pPr algn="l">
              <a:defRPr sz="3225" b="1">
                <a:solidFill>
                  <a:srgbClr val="123247"/>
                </a:solidFill>
                <a:latin typeface="DejaVu Sans"/>
                <a:ea typeface="DejaVu Sans"/>
                <a:cs typeface="DejaVu Sans"/>
              </a:defRPr>
            </a:lvl2pPr>
            <a:lvl3pPr algn="l">
              <a:defRPr sz="3225" b="1">
                <a:solidFill>
                  <a:srgbClr val="123247"/>
                </a:solidFill>
                <a:latin typeface="DejaVu Sans"/>
                <a:ea typeface="DejaVu Sans"/>
                <a:cs typeface="DejaVu Sans"/>
              </a:defRPr>
            </a:lvl3pPr>
            <a:lvl4pPr algn="l">
              <a:defRPr sz="3225" b="1">
                <a:solidFill>
                  <a:srgbClr val="123247"/>
                </a:solidFill>
                <a:latin typeface="DejaVu Sans"/>
                <a:ea typeface="DejaVu Sans"/>
                <a:cs typeface="DejaVu Sans"/>
              </a:defRPr>
            </a:lvl4pPr>
            <a:lvl5pPr algn="l">
              <a:defRPr sz="3225" b="1">
                <a:solidFill>
                  <a:srgbClr val="123247"/>
                </a:solidFill>
                <a:latin typeface="DejaVu Sans"/>
                <a:ea typeface="DejaVu Sans"/>
                <a:cs typeface="DejaVu Sans"/>
              </a:defRPr>
            </a:lvl5pPr>
            <a:lvl6pPr algn="l">
              <a:defRPr sz="3225" b="1">
                <a:solidFill>
                  <a:srgbClr val="123247"/>
                </a:solidFill>
                <a:latin typeface="DejaVu Sans"/>
                <a:ea typeface="DejaVu Sans"/>
                <a:cs typeface="DejaVu Sans"/>
              </a:defRPr>
            </a:lvl6pPr>
            <a:lvl7pPr algn="l">
              <a:defRPr sz="3225" b="1">
                <a:solidFill>
                  <a:srgbClr val="123247"/>
                </a:solidFill>
                <a:latin typeface="DejaVu Sans"/>
                <a:ea typeface="DejaVu Sans"/>
                <a:cs typeface="DejaVu Sans"/>
              </a:defRPr>
            </a:lvl7pPr>
            <a:lvl8pPr algn="l">
              <a:defRPr sz="3225" b="1">
                <a:solidFill>
                  <a:srgbClr val="123247"/>
                </a:solidFill>
                <a:latin typeface="DejaVu Sans"/>
                <a:ea typeface="DejaVu Sans"/>
                <a:cs typeface="DejaVu Sans"/>
              </a:defRPr>
            </a:lvl8pPr>
            <a:lvl9pPr algn="l">
              <a:defRPr sz="3225" b="1">
                <a:solidFill>
                  <a:srgbClr val="123247"/>
                </a:solidFill>
                <a:latin typeface="DejaVu Sans"/>
                <a:ea typeface="DejaVu Sans"/>
                <a:cs typeface="DejaVu Sans"/>
              </a:defRPr>
            </a:lvl9pPr>
          </a:lstStyle>
          <a:p>
            <a:pPr algn="l">
              <a:defRPr sz="3225" b="1">
                <a:solidFill>
                  <a:srgbClr val="123247"/>
                </a:solidFill>
                <a:latin typeface="DejaVu Sans"/>
                <a:ea typeface="DejaVu Sans"/>
                <a:cs typeface="DejaVu Sans"/>
              </a:defRPr>
            </a:pPr>
            <a:r>
              <a:rPr sz="3225" b="1">
                <a:solidFill>
                  <a:srgbClr val="123247"/>
                </a:solidFill>
                <a:latin typeface="DejaVu Sans"/>
                <a:ea typeface="DejaVu Sans"/>
                <a:cs typeface="DejaVu Sans"/>
              </a:rPr>
              <a:t>Atributos em uma escala comparável</a:t>
            </a:r>
          </a:p>
        </p:txBody>
      </p:sp>
      <p:sp>
        <p:nvSpPr>
          <p:cNvPr id="3" name="texto">
            <a:extLst>
              <a:ext uri="{FF2B5EF4-FFF2-40B4-BE49-F238E27FC236}">
                <a16:creationId xmlns:a16="http://schemas.microsoft.com/office/drawing/2014/main" id="{2F68309E-F04B-43E6-8AB4-8043BACF51EA}"/>
              </a:ext>
            </a:extLst>
          </p:cNvPr>
          <p:cNvSpPr>
            <a:spLocks noGrp="1"/>
          </p:cNvSpPr>
          <p:nvPr/>
        </p:nvSpPr>
        <p:spPr>
          <a:xfrm>
            <a:off x="609600" y="6096000"/>
            <a:ext cx="10763250" cy="228600"/>
          </a:xfrm>
          <a:prstGeom prst="rect">
            <a:avLst/>
          </a:prstGeom>
          <a:noFill/>
          <a:ln w="0">
            <a:noFill/>
            <a:prstDash val="solid"/>
          </a:ln>
        </p:spPr>
        <p:txBody>
          <a:bodyPr wrap="square" lIns="0" tIns="0" rIns="0" bIns="0" anchor="t">
            <a:noAutofit/>
          </a:bodyPr>
          <a:lstStyle>
            <a:defPPr algn="l">
              <a:defRPr sz="1050" b="0">
                <a:solidFill>
                  <a:srgbClr val="526873"/>
                </a:solidFill>
                <a:latin typeface="DejaVu Sans"/>
                <a:ea typeface="DejaVu Sans"/>
                <a:cs typeface="DejaVu Sans"/>
              </a:defRPr>
            </a:defPPr>
            <a:lvl1pPr algn="l">
              <a:defRPr sz="1050" b="0">
                <a:solidFill>
                  <a:srgbClr val="526873"/>
                </a:solidFill>
                <a:latin typeface="DejaVu Sans"/>
                <a:ea typeface="DejaVu Sans"/>
                <a:cs typeface="DejaVu Sans"/>
              </a:defRPr>
            </a:lvl1pPr>
            <a:lvl2pPr algn="l">
              <a:defRPr sz="1050" b="0">
                <a:solidFill>
                  <a:srgbClr val="526873"/>
                </a:solidFill>
                <a:latin typeface="DejaVu Sans"/>
                <a:ea typeface="DejaVu Sans"/>
                <a:cs typeface="DejaVu Sans"/>
              </a:defRPr>
            </a:lvl2pPr>
            <a:lvl3pPr algn="l">
              <a:defRPr sz="1050" b="0">
                <a:solidFill>
                  <a:srgbClr val="526873"/>
                </a:solidFill>
                <a:latin typeface="DejaVu Sans"/>
                <a:ea typeface="DejaVu Sans"/>
                <a:cs typeface="DejaVu Sans"/>
              </a:defRPr>
            </a:lvl3pPr>
            <a:lvl4pPr algn="l">
              <a:defRPr sz="1050" b="0">
                <a:solidFill>
                  <a:srgbClr val="526873"/>
                </a:solidFill>
                <a:latin typeface="DejaVu Sans"/>
                <a:ea typeface="DejaVu Sans"/>
                <a:cs typeface="DejaVu Sans"/>
              </a:defRPr>
            </a:lvl4pPr>
            <a:lvl5pPr algn="l">
              <a:defRPr sz="1050" b="0">
                <a:solidFill>
                  <a:srgbClr val="526873"/>
                </a:solidFill>
                <a:latin typeface="DejaVu Sans"/>
                <a:ea typeface="DejaVu Sans"/>
                <a:cs typeface="DejaVu Sans"/>
              </a:defRPr>
            </a:lvl5pPr>
            <a:lvl6pPr algn="l">
              <a:defRPr sz="1050" b="0">
                <a:solidFill>
                  <a:srgbClr val="526873"/>
                </a:solidFill>
                <a:latin typeface="DejaVu Sans"/>
                <a:ea typeface="DejaVu Sans"/>
                <a:cs typeface="DejaVu Sans"/>
              </a:defRPr>
            </a:lvl6pPr>
            <a:lvl7pPr algn="l">
              <a:defRPr sz="1050" b="0">
                <a:solidFill>
                  <a:srgbClr val="526873"/>
                </a:solidFill>
                <a:latin typeface="DejaVu Sans"/>
                <a:ea typeface="DejaVu Sans"/>
                <a:cs typeface="DejaVu Sans"/>
              </a:defRPr>
            </a:lvl7pPr>
            <a:lvl8pPr algn="l">
              <a:defRPr sz="1050" b="0">
                <a:solidFill>
                  <a:srgbClr val="526873"/>
                </a:solidFill>
                <a:latin typeface="DejaVu Sans"/>
                <a:ea typeface="DejaVu Sans"/>
                <a:cs typeface="DejaVu Sans"/>
              </a:defRPr>
            </a:lvl8pPr>
            <a:lvl9pPr algn="l">
              <a:defRPr sz="1050" b="0">
                <a:solidFill>
                  <a:srgbClr val="526873"/>
                </a:solidFill>
                <a:latin typeface="DejaVu Sans"/>
                <a:ea typeface="DejaVu Sans"/>
                <a:cs typeface="DejaVu Sans"/>
              </a:defRPr>
            </a:lvl9pPr>
          </a:lstStyle>
          <a:p>
            <a:pPr algn="l">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Exemplo de procedimentos; transformação e padronização ajustadas somente na base de treinamento.</a:t>
            </a:r>
          </a:p>
        </p:txBody>
      </p:sp>
      <p:sp>
        <p:nvSpPr>
          <p:cNvPr id="4" name="Straight Connector 3">
            <a:extLst>
              <a:ext uri="{FF2B5EF4-FFF2-40B4-BE49-F238E27FC236}">
                <a16:creationId xmlns:a16="http://schemas.microsoft.com/office/drawing/2014/main" id="{CAEA230C-B9F0-4E69-A006-E8AD715BB01B}"/>
              </a:ext>
            </a:extLst>
          </p:cNvPr>
          <p:cNvSpPr>
            <a:spLocks noGrp="1"/>
          </p:cNvSpPr>
          <p:nvPr/>
        </p:nvSpPr>
        <p:spPr>
          <a:xfrm>
            <a:off x="609600" y="6438900"/>
            <a:ext cx="10972800" cy="0"/>
          </a:xfrm>
          <a:prstGeom prst="line">
            <a:avLst/>
          </a:prstGeom>
          <a:noFill/>
          <a:ln w="9525">
            <a:solidFill>
              <a:srgbClr val="DCE3E3"/>
            </a:solidFill>
            <a:prstDash val="solid"/>
          </a:ln>
        </p:spPr>
        <p:txBody>
          <a:bodyPr/>
          <a:lstStyle/>
          <a:p>
            <a:endParaRPr lang="en-GB"/>
          </a:p>
        </p:txBody>
      </p:sp>
      <p:sp>
        <p:nvSpPr>
          <p:cNvPr id="5" name="texto">
            <a:extLst>
              <a:ext uri="{FF2B5EF4-FFF2-40B4-BE49-F238E27FC236}">
                <a16:creationId xmlns:a16="http://schemas.microsoft.com/office/drawing/2014/main" id="{CA0B2350-3CF3-41A9-A8DB-EFF6615B5529}"/>
              </a:ext>
            </a:extLst>
          </p:cNvPr>
          <p:cNvSpPr>
            <a:spLocks noGrp="1"/>
          </p:cNvSpPr>
          <p:nvPr/>
        </p:nvSpPr>
        <p:spPr>
          <a:xfrm>
            <a:off x="609600" y="6543675"/>
            <a:ext cx="8572500" cy="190500"/>
          </a:xfrm>
          <a:prstGeom prst="rect">
            <a:avLst/>
          </a:prstGeom>
          <a:noFill/>
          <a:ln w="0">
            <a:noFill/>
            <a:prstDash val="solid"/>
          </a:ln>
        </p:spPr>
        <p:txBody>
          <a:bodyPr wrap="square" lIns="0" tIns="0" rIns="0" bIns="0" anchor="t">
            <a:noAutofit/>
          </a:bodyPr>
          <a:lstStyle>
            <a:defPPr algn="l">
              <a:defRPr sz="975" b="0">
                <a:solidFill>
                  <a:srgbClr val="526873"/>
                </a:solidFill>
                <a:latin typeface="DejaVu Sans"/>
                <a:ea typeface="DejaVu Sans"/>
                <a:cs typeface="DejaVu Sans"/>
              </a:defRPr>
            </a:defPPr>
            <a:lvl1pPr algn="l">
              <a:defRPr sz="975" b="0">
                <a:solidFill>
                  <a:srgbClr val="526873"/>
                </a:solidFill>
                <a:latin typeface="DejaVu Sans"/>
                <a:ea typeface="DejaVu Sans"/>
                <a:cs typeface="DejaVu Sans"/>
              </a:defRPr>
            </a:lvl1pPr>
            <a:lvl2pPr algn="l">
              <a:defRPr sz="975" b="0">
                <a:solidFill>
                  <a:srgbClr val="526873"/>
                </a:solidFill>
                <a:latin typeface="DejaVu Sans"/>
                <a:ea typeface="DejaVu Sans"/>
                <a:cs typeface="DejaVu Sans"/>
              </a:defRPr>
            </a:lvl2pPr>
            <a:lvl3pPr algn="l">
              <a:defRPr sz="975" b="0">
                <a:solidFill>
                  <a:srgbClr val="526873"/>
                </a:solidFill>
                <a:latin typeface="DejaVu Sans"/>
                <a:ea typeface="DejaVu Sans"/>
                <a:cs typeface="DejaVu Sans"/>
              </a:defRPr>
            </a:lvl3pPr>
            <a:lvl4pPr algn="l">
              <a:defRPr sz="975" b="0">
                <a:solidFill>
                  <a:srgbClr val="526873"/>
                </a:solidFill>
                <a:latin typeface="DejaVu Sans"/>
                <a:ea typeface="DejaVu Sans"/>
                <a:cs typeface="DejaVu Sans"/>
              </a:defRPr>
            </a:lvl4pPr>
            <a:lvl5pPr algn="l">
              <a:defRPr sz="975" b="0">
                <a:solidFill>
                  <a:srgbClr val="526873"/>
                </a:solidFill>
                <a:latin typeface="DejaVu Sans"/>
                <a:ea typeface="DejaVu Sans"/>
                <a:cs typeface="DejaVu Sans"/>
              </a:defRPr>
            </a:lvl5pPr>
            <a:lvl6pPr algn="l">
              <a:defRPr sz="975" b="0">
                <a:solidFill>
                  <a:srgbClr val="526873"/>
                </a:solidFill>
                <a:latin typeface="DejaVu Sans"/>
                <a:ea typeface="DejaVu Sans"/>
                <a:cs typeface="DejaVu Sans"/>
              </a:defRPr>
            </a:lvl6pPr>
            <a:lvl7pPr algn="l">
              <a:defRPr sz="975" b="0">
                <a:solidFill>
                  <a:srgbClr val="526873"/>
                </a:solidFill>
                <a:latin typeface="DejaVu Sans"/>
                <a:ea typeface="DejaVu Sans"/>
                <a:cs typeface="DejaVu Sans"/>
              </a:defRPr>
            </a:lvl7pPr>
            <a:lvl8pPr algn="l">
              <a:defRPr sz="975" b="0">
                <a:solidFill>
                  <a:srgbClr val="526873"/>
                </a:solidFill>
                <a:latin typeface="DejaVu Sans"/>
                <a:ea typeface="DejaVu Sans"/>
                <a:cs typeface="DejaVu Sans"/>
              </a:defRPr>
            </a:lvl8pPr>
            <a:lvl9pPr algn="l">
              <a:defRPr sz="975" b="0">
                <a:solidFill>
                  <a:srgbClr val="526873"/>
                </a:solidFill>
                <a:latin typeface="DejaVu Sans"/>
                <a:ea typeface="DejaVu Sans"/>
                <a:cs typeface="DejaVu Sans"/>
              </a:defRPr>
            </a:lvl9pPr>
          </a:lstStyle>
          <a:p>
            <a:pPr algn="l">
              <a:defRPr sz="975" b="0">
                <a:solidFill>
                  <a:srgbClr val="526873"/>
                </a:solidFill>
                <a:latin typeface="DejaVu Sans"/>
                <a:ea typeface="DejaVu Sans"/>
                <a:cs typeface="DejaVu Sans"/>
              </a:defRPr>
            </a:pPr>
            <a:r>
              <a:rPr sz="975" b="0">
                <a:solidFill>
                  <a:srgbClr val="526873"/>
                </a:solidFill>
                <a:latin typeface="DejaVu Sans"/>
                <a:ea typeface="DejaVu Sans"/>
                <a:cs typeface="DejaVu Sans"/>
              </a:rPr>
              <a:t>REGIONALIZAÇÃO DE VAZÕES</a:t>
            </a:r>
          </a:p>
        </p:txBody>
      </p:sp>
      <p:sp>
        <p:nvSpPr>
          <p:cNvPr id="6" name="texto">
            <a:extLst>
              <a:ext uri="{FF2B5EF4-FFF2-40B4-BE49-F238E27FC236}">
                <a16:creationId xmlns:a16="http://schemas.microsoft.com/office/drawing/2014/main" id="{39B7A0C3-2D39-4D2D-9B40-3D9E33ED73C2}"/>
              </a:ext>
            </a:extLst>
          </p:cNvPr>
          <p:cNvSpPr>
            <a:spLocks noGrp="1"/>
          </p:cNvSpPr>
          <p:nvPr/>
        </p:nvSpPr>
        <p:spPr>
          <a:xfrm>
            <a:off x="10620375" y="6534150"/>
            <a:ext cx="962025" cy="209550"/>
          </a:xfrm>
          <a:prstGeom prst="rect">
            <a:avLst/>
          </a:prstGeom>
          <a:noFill/>
          <a:ln w="0">
            <a:noFill/>
            <a:prstDash val="solid"/>
          </a:ln>
        </p:spPr>
        <p:txBody>
          <a:bodyPr wrap="square" lIns="0" tIns="0" rIns="0" bIns="0" anchor="t">
            <a:noAutofit/>
          </a:bodyPr>
          <a:lstStyle>
            <a:defPPr algn="r">
              <a:defRPr sz="1050" b="0">
                <a:solidFill>
                  <a:srgbClr val="526873"/>
                </a:solidFill>
                <a:latin typeface="DejaVu Sans"/>
                <a:ea typeface="DejaVu Sans"/>
                <a:cs typeface="DejaVu Sans"/>
              </a:defRPr>
            </a:defPPr>
            <a:lvl1pPr algn="r">
              <a:defRPr sz="1050" b="0">
                <a:solidFill>
                  <a:srgbClr val="526873"/>
                </a:solidFill>
                <a:latin typeface="DejaVu Sans"/>
                <a:ea typeface="DejaVu Sans"/>
                <a:cs typeface="DejaVu Sans"/>
              </a:defRPr>
            </a:lvl1pPr>
            <a:lvl2pPr algn="r">
              <a:defRPr sz="1050" b="0">
                <a:solidFill>
                  <a:srgbClr val="526873"/>
                </a:solidFill>
                <a:latin typeface="DejaVu Sans"/>
                <a:ea typeface="DejaVu Sans"/>
                <a:cs typeface="DejaVu Sans"/>
              </a:defRPr>
            </a:lvl2pPr>
            <a:lvl3pPr algn="r">
              <a:defRPr sz="1050" b="0">
                <a:solidFill>
                  <a:srgbClr val="526873"/>
                </a:solidFill>
                <a:latin typeface="DejaVu Sans"/>
                <a:ea typeface="DejaVu Sans"/>
                <a:cs typeface="DejaVu Sans"/>
              </a:defRPr>
            </a:lvl3pPr>
            <a:lvl4pPr algn="r">
              <a:defRPr sz="1050" b="0">
                <a:solidFill>
                  <a:srgbClr val="526873"/>
                </a:solidFill>
                <a:latin typeface="DejaVu Sans"/>
                <a:ea typeface="DejaVu Sans"/>
                <a:cs typeface="DejaVu Sans"/>
              </a:defRPr>
            </a:lvl4pPr>
            <a:lvl5pPr algn="r">
              <a:defRPr sz="1050" b="0">
                <a:solidFill>
                  <a:srgbClr val="526873"/>
                </a:solidFill>
                <a:latin typeface="DejaVu Sans"/>
                <a:ea typeface="DejaVu Sans"/>
                <a:cs typeface="DejaVu Sans"/>
              </a:defRPr>
            </a:lvl5pPr>
            <a:lvl6pPr algn="r">
              <a:defRPr sz="1050" b="0">
                <a:solidFill>
                  <a:srgbClr val="526873"/>
                </a:solidFill>
                <a:latin typeface="DejaVu Sans"/>
                <a:ea typeface="DejaVu Sans"/>
                <a:cs typeface="DejaVu Sans"/>
              </a:defRPr>
            </a:lvl6pPr>
            <a:lvl7pPr algn="r">
              <a:defRPr sz="1050" b="0">
                <a:solidFill>
                  <a:srgbClr val="526873"/>
                </a:solidFill>
                <a:latin typeface="DejaVu Sans"/>
                <a:ea typeface="DejaVu Sans"/>
                <a:cs typeface="DejaVu Sans"/>
              </a:defRPr>
            </a:lvl7pPr>
            <a:lvl8pPr algn="r">
              <a:defRPr sz="1050" b="0">
                <a:solidFill>
                  <a:srgbClr val="526873"/>
                </a:solidFill>
                <a:latin typeface="DejaVu Sans"/>
                <a:ea typeface="DejaVu Sans"/>
                <a:cs typeface="DejaVu Sans"/>
              </a:defRPr>
            </a:lvl8pPr>
            <a:lvl9pPr algn="r">
              <a:defRPr sz="1050" b="0">
                <a:solidFill>
                  <a:srgbClr val="526873"/>
                </a:solidFill>
                <a:latin typeface="DejaVu Sans"/>
                <a:ea typeface="DejaVu Sans"/>
                <a:cs typeface="DejaVu Sans"/>
              </a:defRPr>
            </a:lvl9pPr>
          </a:lstStyle>
          <a:p>
            <a:pPr algn="r">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09 / 38</a:t>
            </a:r>
          </a:p>
        </p:txBody>
      </p:sp>
      <p:graphicFrame>
        <p:nvGraphicFramePr>
          <p:cNvPr id="7" name="Table 6">
            <a:extLst>
              <a:ext uri="{FF2B5EF4-FFF2-40B4-BE49-F238E27FC236}">
                <a16:creationId xmlns:a16="http://schemas.microsoft.com/office/drawing/2014/main" id="{B7642530-97F0-404F-B9CB-DE21C41D8DD5}"/>
              </a:ext>
            </a:extLst>
          </p:cNvPr>
          <p:cNvGraphicFramePr/>
          <p:nvPr/>
        </p:nvGraphicFramePr>
        <p:xfrm>
          <a:off x="609600" y="1809750"/>
          <a:ext cx="10972800" cy="3406140"/>
        </p:xfrm>
        <a:graphic>
          <a:graphicData uri="http://schemas.openxmlformats.org/drawingml/2006/table">
            <a:tbl>
              <a:tblPr/>
              <a:tblGrid>
                <a:gridCol w="2190750">
                  <a:extLst>
                    <a:ext uri="{9D8B030D-6E8A-4147-A177-3AD203B41FA5}">
                      <a16:colId xmlns:a16="http://schemas.microsoft.com/office/drawing/2014/main" val="20000"/>
                    </a:ext>
                  </a:extLst>
                </a:gridCol>
                <a:gridCol w="8782050">
                  <a:extLst>
                    <a:ext uri="{9D8B030D-6E8A-4147-A177-3AD203B41FA5}">
                      <a16:colId xmlns:a16="http://schemas.microsoft.com/office/drawing/2014/main" val="20001"/>
                    </a:ext>
                  </a:extLst>
                </a:gridCol>
              </a:tblGrid>
              <a:tr h="674370">
                <a:tc>
                  <a:txBody>
                    <a:bodyPr/>
                    <a:lstStyle/>
                    <a:p>
                      <a:pPr algn="l"/>
                      <a:r>
                        <a:rPr sz="1950" b="1">
                          <a:solidFill>
                            <a:srgbClr val="FFFFFF"/>
                          </a:solidFill>
                          <a:latin typeface="DejaVu Sans"/>
                          <a:ea typeface="DejaVu Sans"/>
                          <a:cs typeface="DejaVu Sans"/>
                        </a:rPr>
                        <a:t>Etapa</a:t>
                      </a:r>
                    </a:p>
                  </a:txBody>
                  <a:tcPr anchor="ctr">
                    <a:lnL w="6668">
                      <a:solidFill>
                        <a:srgbClr val="DCE3E3"/>
                      </a:solidFill>
                      <a:prstDash val="solid"/>
                    </a:lnL>
                    <a:lnR w="6668">
                      <a:solidFill>
                        <a:srgbClr val="DCE3E3"/>
                      </a:solidFill>
                      <a:prstDash val="solid"/>
                    </a:lnR>
                    <a:lnT w="6668">
                      <a:solidFill>
                        <a:srgbClr val="DCE3E3"/>
                      </a:solidFill>
                      <a:prstDash val="solid"/>
                    </a:lnT>
                    <a:lnB w="6668">
                      <a:solidFill>
                        <a:srgbClr val="DCE3E3"/>
                      </a:solidFill>
                      <a:prstDash val="solid"/>
                    </a:lnB>
                    <a:solidFill>
                      <a:srgbClr val="123247"/>
                    </a:solidFill>
                  </a:tcPr>
                </a:tc>
                <a:tc>
                  <a:txBody>
                    <a:bodyPr/>
                    <a:lstStyle/>
                    <a:p>
                      <a:pPr algn="l"/>
                      <a:r>
                        <a:rPr sz="1950" b="1">
                          <a:solidFill>
                            <a:srgbClr val="FFFFFF"/>
                          </a:solidFill>
                          <a:latin typeface="DejaVu Sans"/>
                          <a:ea typeface="DejaVu Sans"/>
                          <a:cs typeface="DejaVu Sans"/>
                        </a:rPr>
                        <a:t>Decisão prática</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a:solidFill>
                        <a:srgbClr val="DCE3E3"/>
                      </a:solidFill>
                      <a:prstDash val="solid"/>
                    </a:lnT>
                    <a:lnB w="6668">
                      <a:solidFill>
                        <a:srgbClr val="DCE3E3"/>
                      </a:solidFill>
                      <a:prstDash val="solid"/>
                    </a:lnB>
                    <a:solidFill>
                      <a:srgbClr val="123247"/>
                    </a:solidFill>
                  </a:tcPr>
                </a:tc>
                <a:extLst>
                  <a:ext uri="{0D108BD9-81ED-4DB2-BD59-A6C34878D82A}">
                    <a16:rowId xmlns:a16="http://schemas.microsoft.com/office/drawing/2014/main" val="10000"/>
                  </a:ext>
                </a:extLst>
              </a:tr>
              <a:tr h="674370">
                <a:tc>
                  <a:txBody>
                    <a:bodyPr/>
                    <a:lstStyle/>
                    <a:p>
                      <a:pPr algn="l"/>
                      <a:r>
                        <a:rPr sz="1950" b="0">
                          <a:solidFill>
                            <a:srgbClr val="193647"/>
                          </a:solidFill>
                          <a:latin typeface="DejaVu Sans"/>
                          <a:ea typeface="DejaVu Sans"/>
                          <a:cs typeface="DejaVu Sans"/>
                        </a:rPr>
                        <a:t>Selecionar</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1950" b="0">
                          <a:solidFill>
                            <a:srgbClr val="193647"/>
                          </a:solidFill>
                          <a:latin typeface="DejaVu Sans"/>
                          <a:ea typeface="DejaVu Sans"/>
                          <a:cs typeface="DejaVu Sans"/>
                        </a:rPr>
                        <a:t>Usar atributos com significado hidrológico</a:t>
                      </a:r>
                    </a:p>
                    <a:p>
                      <a:pPr algn="l"/>
                      <a:r>
                        <a:rPr sz="1950" b="0">
                          <a:solidFill>
                            <a:srgbClr val="193647"/>
                          </a:solidFill>
                          <a:latin typeface="DejaVu Sans"/>
                          <a:ea typeface="DejaVu Sans"/>
                          <a:cs typeface="DejaVu Sans"/>
                        </a:rPr>
                        <a:t>e disponíveis em bacias sem posto.</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extLst>
                  <a:ext uri="{0D108BD9-81ED-4DB2-BD59-A6C34878D82A}">
                    <a16:rowId xmlns:a16="http://schemas.microsoft.com/office/drawing/2014/main" val="10001"/>
                  </a:ext>
                </a:extLst>
              </a:tr>
              <a:tr h="674370">
                <a:tc>
                  <a:txBody>
                    <a:bodyPr/>
                    <a:lstStyle/>
                    <a:p>
                      <a:pPr algn="l"/>
                      <a:r>
                        <a:rPr sz="1950" b="0">
                          <a:solidFill>
                            <a:srgbClr val="193647"/>
                          </a:solidFill>
                          <a:latin typeface="DejaVu Sans"/>
                          <a:ea typeface="DejaVu Sans"/>
                          <a:cs typeface="DejaVu Sans"/>
                        </a:rPr>
                        <a:t>Transformar</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1950" b="0">
                          <a:solidFill>
                            <a:srgbClr val="193647"/>
                          </a:solidFill>
                          <a:latin typeface="DejaVu Sans"/>
                          <a:ea typeface="DejaVu Sans"/>
                          <a:cs typeface="DejaVu Sans"/>
                        </a:rPr>
                        <a:t>Aplicar log em variáveis muito assimétricas,</a:t>
                      </a:r>
                    </a:p>
                    <a:p>
                      <a:pPr algn="l"/>
                      <a:r>
                        <a:rPr sz="1950" b="0">
                          <a:solidFill>
                            <a:srgbClr val="193647"/>
                          </a:solidFill>
                          <a:latin typeface="DejaVu Sans"/>
                          <a:ea typeface="DejaVu Sans"/>
                          <a:cs typeface="DejaVu Sans"/>
                        </a:rPr>
                        <a:t>como a área de drenagem, quando adequado.</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extLst>
                  <a:ext uri="{0D108BD9-81ED-4DB2-BD59-A6C34878D82A}">
                    <a16:rowId xmlns:a16="http://schemas.microsoft.com/office/drawing/2014/main" val="10002"/>
                  </a:ext>
                </a:extLst>
              </a:tr>
              <a:tr h="674370">
                <a:tc>
                  <a:txBody>
                    <a:bodyPr/>
                    <a:lstStyle/>
                    <a:p>
                      <a:pPr algn="l"/>
                      <a:r>
                        <a:rPr sz="1950" b="0">
                          <a:solidFill>
                            <a:srgbClr val="193647"/>
                          </a:solidFill>
                          <a:latin typeface="DejaVu Sans"/>
                          <a:ea typeface="DejaVu Sans"/>
                          <a:cs typeface="DejaVu Sans"/>
                        </a:rPr>
                        <a:t>Padronizar</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1950" b="0">
                          <a:solidFill>
                            <a:srgbClr val="193647"/>
                          </a:solidFill>
                          <a:latin typeface="DejaVu Sans"/>
                          <a:ea typeface="DejaVu Sans"/>
                          <a:cs typeface="DejaVu Sans"/>
                        </a:rPr>
                        <a:t>z = (x − média) / desvio-padrão</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extLst>
                  <a:ext uri="{0D108BD9-81ED-4DB2-BD59-A6C34878D82A}">
                    <a16:rowId xmlns:a16="http://schemas.microsoft.com/office/drawing/2014/main" val="10003"/>
                  </a:ext>
                </a:extLst>
              </a:tr>
              <a:tr h="674370">
                <a:tc>
                  <a:txBody>
                    <a:bodyPr/>
                    <a:lstStyle/>
                    <a:p>
                      <a:pPr algn="l"/>
                      <a:r>
                        <a:rPr sz="1950" b="0">
                          <a:solidFill>
                            <a:srgbClr val="193647"/>
                          </a:solidFill>
                          <a:latin typeface="DejaVu Sans"/>
                          <a:ea typeface="DejaVu Sans"/>
                          <a:cs typeface="DejaVu Sans"/>
                        </a:rPr>
                        <a:t>Revisar</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1950" b="0">
                          <a:solidFill>
                            <a:srgbClr val="193647"/>
                          </a:solidFill>
                          <a:latin typeface="DejaVu Sans"/>
                          <a:ea typeface="DejaVu Sans"/>
                          <a:cs typeface="DejaVu Sans"/>
                        </a:rPr>
                        <a:t>Tratar redundância, valores extremos</a:t>
                      </a:r>
                    </a:p>
                    <a:p>
                      <a:pPr algn="l"/>
                      <a:r>
                        <a:rPr sz="1950" b="0">
                          <a:solidFill>
                            <a:srgbClr val="193647"/>
                          </a:solidFill>
                          <a:latin typeface="DejaVu Sans"/>
                          <a:ea typeface="DejaVu Sans"/>
                          <a:cs typeface="DejaVu Sans"/>
                        </a:rPr>
                        <a:t>e dependência entre atributos.</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extLst>
                  <a:ext uri="{0D108BD9-81ED-4DB2-BD59-A6C34878D82A}">
                    <a16:rowId xmlns:a16="http://schemas.microsoft.com/office/drawing/2014/main" val="10004"/>
                  </a:ext>
                </a:extLst>
              </a:tr>
            </a:tbl>
          </a:graphicData>
        </a:graphic>
      </p:graphicFrame>
      <p:sp>
        <p:nvSpPr>
          <p:cNvPr id="8" name="Straight Connector 7">
            <a:extLst>
              <a:ext uri="{FF2B5EF4-FFF2-40B4-BE49-F238E27FC236}">
                <a16:creationId xmlns:a16="http://schemas.microsoft.com/office/drawing/2014/main" id="{3CA9DBCC-93B6-4E94-B411-752B281CFCF6}"/>
              </a:ext>
            </a:extLst>
          </p:cNvPr>
          <p:cNvSpPr>
            <a:spLocks noGrp="1"/>
          </p:cNvSpPr>
          <p:nvPr/>
        </p:nvSpPr>
        <p:spPr>
          <a:xfrm>
            <a:off x="609600" y="5391150"/>
            <a:ext cx="476250" cy="0"/>
          </a:xfrm>
          <a:prstGeom prst="line">
            <a:avLst/>
          </a:prstGeom>
          <a:noFill/>
          <a:ln w="38100">
            <a:solidFill>
              <a:srgbClr val="087F88"/>
            </a:solidFill>
            <a:prstDash val="solid"/>
          </a:ln>
        </p:spPr>
        <p:txBody>
          <a:bodyPr/>
          <a:lstStyle/>
          <a:p>
            <a:endParaRPr lang="en-GB"/>
          </a:p>
        </p:txBody>
      </p:sp>
      <p:sp>
        <p:nvSpPr>
          <p:cNvPr id="9" name="texto">
            <a:extLst>
              <a:ext uri="{FF2B5EF4-FFF2-40B4-BE49-F238E27FC236}">
                <a16:creationId xmlns:a16="http://schemas.microsoft.com/office/drawing/2014/main" id="{818A4327-F7D3-47C8-A7DA-7F7B6A780F13}"/>
              </a:ext>
            </a:extLst>
          </p:cNvPr>
          <p:cNvSpPr>
            <a:spLocks noGrp="1"/>
          </p:cNvSpPr>
          <p:nvPr/>
        </p:nvSpPr>
        <p:spPr>
          <a:xfrm>
            <a:off x="609600" y="5524500"/>
            <a:ext cx="10972800" cy="514350"/>
          </a:xfrm>
          <a:prstGeom prst="rect">
            <a:avLst/>
          </a:prstGeom>
          <a:noFill/>
          <a:ln w="0">
            <a:noFill/>
            <a:prstDash val="solid"/>
          </a:ln>
        </p:spPr>
        <p:txBody>
          <a:bodyPr wrap="square" lIns="0" tIns="0" rIns="0" bIns="0" anchor="t">
            <a:noAutofit/>
          </a:bodyPr>
          <a:lstStyle>
            <a:defPPr algn="l">
              <a:defRPr sz="2025" b="1">
                <a:solidFill>
                  <a:srgbClr val="087F88"/>
                </a:solidFill>
                <a:latin typeface="DejaVu Sans"/>
                <a:ea typeface="DejaVu Sans"/>
                <a:cs typeface="DejaVu Sans"/>
              </a:defRPr>
            </a:defPPr>
            <a:lvl1pPr algn="l">
              <a:defRPr sz="2025" b="1">
                <a:solidFill>
                  <a:srgbClr val="087F88"/>
                </a:solidFill>
                <a:latin typeface="DejaVu Sans"/>
                <a:ea typeface="DejaVu Sans"/>
                <a:cs typeface="DejaVu Sans"/>
              </a:defRPr>
            </a:lvl1pPr>
            <a:lvl2pPr algn="l">
              <a:defRPr sz="2025" b="1">
                <a:solidFill>
                  <a:srgbClr val="087F88"/>
                </a:solidFill>
                <a:latin typeface="DejaVu Sans"/>
                <a:ea typeface="DejaVu Sans"/>
                <a:cs typeface="DejaVu Sans"/>
              </a:defRPr>
            </a:lvl2pPr>
            <a:lvl3pPr algn="l">
              <a:defRPr sz="2025" b="1">
                <a:solidFill>
                  <a:srgbClr val="087F88"/>
                </a:solidFill>
                <a:latin typeface="DejaVu Sans"/>
                <a:ea typeface="DejaVu Sans"/>
                <a:cs typeface="DejaVu Sans"/>
              </a:defRPr>
            </a:lvl3pPr>
            <a:lvl4pPr algn="l">
              <a:defRPr sz="2025" b="1">
                <a:solidFill>
                  <a:srgbClr val="087F88"/>
                </a:solidFill>
                <a:latin typeface="DejaVu Sans"/>
                <a:ea typeface="DejaVu Sans"/>
                <a:cs typeface="DejaVu Sans"/>
              </a:defRPr>
            </a:lvl4pPr>
            <a:lvl5pPr algn="l">
              <a:defRPr sz="2025" b="1">
                <a:solidFill>
                  <a:srgbClr val="087F88"/>
                </a:solidFill>
                <a:latin typeface="DejaVu Sans"/>
                <a:ea typeface="DejaVu Sans"/>
                <a:cs typeface="DejaVu Sans"/>
              </a:defRPr>
            </a:lvl5pPr>
            <a:lvl6pPr algn="l">
              <a:defRPr sz="2025" b="1">
                <a:solidFill>
                  <a:srgbClr val="087F88"/>
                </a:solidFill>
                <a:latin typeface="DejaVu Sans"/>
                <a:ea typeface="DejaVu Sans"/>
                <a:cs typeface="DejaVu Sans"/>
              </a:defRPr>
            </a:lvl6pPr>
            <a:lvl7pPr algn="l">
              <a:defRPr sz="2025" b="1">
                <a:solidFill>
                  <a:srgbClr val="087F88"/>
                </a:solidFill>
                <a:latin typeface="DejaVu Sans"/>
                <a:ea typeface="DejaVu Sans"/>
                <a:cs typeface="DejaVu Sans"/>
              </a:defRPr>
            </a:lvl7pPr>
            <a:lvl8pPr algn="l">
              <a:defRPr sz="2025" b="1">
                <a:solidFill>
                  <a:srgbClr val="087F88"/>
                </a:solidFill>
                <a:latin typeface="DejaVu Sans"/>
                <a:ea typeface="DejaVu Sans"/>
                <a:cs typeface="DejaVu Sans"/>
              </a:defRPr>
            </a:lvl8pPr>
            <a:lvl9pPr algn="l">
              <a:defRPr sz="2025" b="1">
                <a:solidFill>
                  <a:srgbClr val="087F88"/>
                </a:solidFill>
                <a:latin typeface="DejaVu Sans"/>
                <a:ea typeface="DejaVu Sans"/>
                <a:cs typeface="DejaVu Sans"/>
              </a:defRPr>
            </a:lvl9pPr>
          </a:lstStyle>
          <a:p>
            <a:pPr algn="l">
              <a:defRPr sz="2025" b="1">
                <a:solidFill>
                  <a:srgbClr val="087F88"/>
                </a:solidFill>
                <a:latin typeface="DejaVu Sans"/>
                <a:ea typeface="DejaVu Sans"/>
                <a:cs typeface="DejaVu Sans"/>
              </a:defRPr>
            </a:pPr>
            <a:r>
              <a:rPr sz="2025" b="1">
                <a:solidFill>
                  <a:srgbClr val="087F88"/>
                </a:solidFill>
                <a:latin typeface="DejaVu Sans"/>
                <a:ea typeface="DejaVu Sans"/>
                <a:cs typeface="DejaVu Sans"/>
              </a:rPr>
              <a:t>A unidade de medida não deve decidir o agrupamento.</a:t>
            </a:r>
          </a:p>
        </p:txBody>
      </p:sp>
    </p:spTree>
    <p:extLst>
      <p:ext uri="{BB962C8B-B14F-4D97-AF65-F5344CB8AC3E}">
        <p14:creationId xmlns:p14="http://schemas.microsoft.com/office/powerpoint/2010/main" val="430560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2" name="texto">
            <a:extLst>
              <a:ext uri="{FF2B5EF4-FFF2-40B4-BE49-F238E27FC236}">
                <a16:creationId xmlns:a16="http://schemas.microsoft.com/office/drawing/2014/main" id="{8769AE2B-4150-48FC-9C00-03493B11EAC0}"/>
              </a:ext>
            </a:extLst>
          </p:cNvPr>
          <p:cNvSpPr>
            <a:spLocks noGrp="1"/>
          </p:cNvSpPr>
          <p:nvPr/>
        </p:nvSpPr>
        <p:spPr>
          <a:xfrm>
            <a:off x="609600" y="285750"/>
            <a:ext cx="10668000" cy="247650"/>
          </a:xfrm>
          <a:prstGeom prst="rect">
            <a:avLst/>
          </a:prstGeom>
          <a:noFill/>
          <a:ln w="0">
            <a:noFill/>
            <a:prstDash val="solid"/>
          </a:ln>
        </p:spPr>
        <p:txBody>
          <a:bodyPr wrap="square" lIns="0" tIns="0" rIns="0" bIns="0" anchor="t">
            <a:noAutofit/>
          </a:bodyPr>
          <a:lstStyle>
            <a:defPPr algn="l">
              <a:defRPr sz="1275" b="1">
                <a:solidFill>
                  <a:srgbClr val="087F88"/>
                </a:solidFill>
                <a:latin typeface="DejaVu Sans"/>
                <a:ea typeface="DejaVu Sans"/>
                <a:cs typeface="DejaVu Sans"/>
              </a:defRPr>
            </a:defPPr>
            <a:lvl1pPr algn="l">
              <a:defRPr sz="1275" b="1">
                <a:solidFill>
                  <a:srgbClr val="087F88"/>
                </a:solidFill>
                <a:latin typeface="DejaVu Sans"/>
                <a:ea typeface="DejaVu Sans"/>
                <a:cs typeface="DejaVu Sans"/>
              </a:defRPr>
            </a:lvl1pPr>
            <a:lvl2pPr algn="l">
              <a:defRPr sz="1275" b="1">
                <a:solidFill>
                  <a:srgbClr val="087F88"/>
                </a:solidFill>
                <a:latin typeface="DejaVu Sans"/>
                <a:ea typeface="DejaVu Sans"/>
                <a:cs typeface="DejaVu Sans"/>
              </a:defRPr>
            </a:lvl2pPr>
            <a:lvl3pPr algn="l">
              <a:defRPr sz="1275" b="1">
                <a:solidFill>
                  <a:srgbClr val="087F88"/>
                </a:solidFill>
                <a:latin typeface="DejaVu Sans"/>
                <a:ea typeface="DejaVu Sans"/>
                <a:cs typeface="DejaVu Sans"/>
              </a:defRPr>
            </a:lvl3pPr>
            <a:lvl4pPr algn="l">
              <a:defRPr sz="1275" b="1">
                <a:solidFill>
                  <a:srgbClr val="087F88"/>
                </a:solidFill>
                <a:latin typeface="DejaVu Sans"/>
                <a:ea typeface="DejaVu Sans"/>
                <a:cs typeface="DejaVu Sans"/>
              </a:defRPr>
            </a:lvl4pPr>
            <a:lvl5pPr algn="l">
              <a:defRPr sz="1275" b="1">
                <a:solidFill>
                  <a:srgbClr val="087F88"/>
                </a:solidFill>
                <a:latin typeface="DejaVu Sans"/>
                <a:ea typeface="DejaVu Sans"/>
                <a:cs typeface="DejaVu Sans"/>
              </a:defRPr>
            </a:lvl5pPr>
            <a:lvl6pPr algn="l">
              <a:defRPr sz="1275" b="1">
                <a:solidFill>
                  <a:srgbClr val="087F88"/>
                </a:solidFill>
                <a:latin typeface="DejaVu Sans"/>
                <a:ea typeface="DejaVu Sans"/>
                <a:cs typeface="DejaVu Sans"/>
              </a:defRPr>
            </a:lvl6pPr>
            <a:lvl7pPr algn="l">
              <a:defRPr sz="1275" b="1">
                <a:solidFill>
                  <a:srgbClr val="087F88"/>
                </a:solidFill>
                <a:latin typeface="DejaVu Sans"/>
                <a:ea typeface="DejaVu Sans"/>
                <a:cs typeface="DejaVu Sans"/>
              </a:defRPr>
            </a:lvl7pPr>
            <a:lvl8pPr algn="l">
              <a:defRPr sz="1275" b="1">
                <a:solidFill>
                  <a:srgbClr val="087F88"/>
                </a:solidFill>
                <a:latin typeface="DejaVu Sans"/>
                <a:ea typeface="DejaVu Sans"/>
                <a:cs typeface="DejaVu Sans"/>
              </a:defRPr>
            </a:lvl8pPr>
            <a:lvl9pPr algn="l">
              <a:defRPr sz="1275" b="1">
                <a:solidFill>
                  <a:srgbClr val="087F88"/>
                </a:solidFill>
                <a:latin typeface="DejaVu Sans"/>
                <a:ea typeface="DejaVu Sans"/>
                <a:cs typeface="DejaVu Sans"/>
              </a:defRPr>
            </a:lvl9pPr>
          </a:lstStyle>
          <a:p>
            <a:pPr algn="l">
              <a:defRPr sz="1275" b="1">
                <a:solidFill>
                  <a:srgbClr val="087F88"/>
                </a:solidFill>
                <a:latin typeface="DejaVu Sans"/>
                <a:ea typeface="DejaVu Sans"/>
                <a:cs typeface="DejaVu Sans"/>
              </a:defRPr>
            </a:pPr>
            <a:r>
              <a:rPr sz="1275" b="1">
                <a:solidFill>
                  <a:srgbClr val="087F88"/>
                </a:solidFill>
                <a:latin typeface="DejaVu Sans"/>
                <a:ea typeface="DejaVu Sans"/>
                <a:cs typeface="DejaVu Sans"/>
              </a:rPr>
              <a:t>CLUSTERIZAÇÃO · K-MEANS</a:t>
            </a:r>
          </a:p>
        </p:txBody>
      </p:sp>
      <p:sp>
        <p:nvSpPr>
          <p:cNvPr id="2" name="texto">
            <a:extLst>
              <a:ext uri="{FF2B5EF4-FFF2-40B4-BE49-F238E27FC236}">
                <a16:creationId xmlns:a16="http://schemas.microsoft.com/office/drawing/2014/main" id="{C445D419-D4E9-4954-B95A-145D84B9DE44}"/>
              </a:ext>
            </a:extLst>
          </p:cNvPr>
          <p:cNvSpPr>
            <a:spLocks noGrp="1"/>
          </p:cNvSpPr>
          <p:nvPr/>
        </p:nvSpPr>
        <p:spPr>
          <a:xfrm>
            <a:off x="609600" y="685800"/>
            <a:ext cx="10972800" cy="1028700"/>
          </a:xfrm>
          <a:prstGeom prst="rect">
            <a:avLst/>
          </a:prstGeom>
          <a:noFill/>
          <a:ln w="0">
            <a:noFill/>
            <a:prstDash val="solid"/>
          </a:ln>
        </p:spPr>
        <p:txBody>
          <a:bodyPr wrap="square" lIns="0" tIns="0" rIns="0" bIns="0" anchor="t">
            <a:noAutofit/>
          </a:bodyPr>
          <a:lstStyle>
            <a:defPPr algn="l">
              <a:defRPr sz="3225" b="1">
                <a:solidFill>
                  <a:srgbClr val="123247"/>
                </a:solidFill>
                <a:latin typeface="DejaVu Sans"/>
                <a:ea typeface="DejaVu Sans"/>
                <a:cs typeface="DejaVu Sans"/>
              </a:defRPr>
            </a:defPPr>
            <a:lvl1pPr algn="l">
              <a:defRPr sz="3225" b="1">
                <a:solidFill>
                  <a:srgbClr val="123247"/>
                </a:solidFill>
                <a:latin typeface="DejaVu Sans"/>
                <a:ea typeface="DejaVu Sans"/>
                <a:cs typeface="DejaVu Sans"/>
              </a:defRPr>
            </a:lvl1pPr>
            <a:lvl2pPr algn="l">
              <a:defRPr sz="3225" b="1">
                <a:solidFill>
                  <a:srgbClr val="123247"/>
                </a:solidFill>
                <a:latin typeface="DejaVu Sans"/>
                <a:ea typeface="DejaVu Sans"/>
                <a:cs typeface="DejaVu Sans"/>
              </a:defRPr>
            </a:lvl2pPr>
            <a:lvl3pPr algn="l">
              <a:defRPr sz="3225" b="1">
                <a:solidFill>
                  <a:srgbClr val="123247"/>
                </a:solidFill>
                <a:latin typeface="DejaVu Sans"/>
                <a:ea typeface="DejaVu Sans"/>
                <a:cs typeface="DejaVu Sans"/>
              </a:defRPr>
            </a:lvl3pPr>
            <a:lvl4pPr algn="l">
              <a:defRPr sz="3225" b="1">
                <a:solidFill>
                  <a:srgbClr val="123247"/>
                </a:solidFill>
                <a:latin typeface="DejaVu Sans"/>
                <a:ea typeface="DejaVu Sans"/>
                <a:cs typeface="DejaVu Sans"/>
              </a:defRPr>
            </a:lvl4pPr>
            <a:lvl5pPr algn="l">
              <a:defRPr sz="3225" b="1">
                <a:solidFill>
                  <a:srgbClr val="123247"/>
                </a:solidFill>
                <a:latin typeface="DejaVu Sans"/>
                <a:ea typeface="DejaVu Sans"/>
                <a:cs typeface="DejaVu Sans"/>
              </a:defRPr>
            </a:lvl5pPr>
            <a:lvl6pPr algn="l">
              <a:defRPr sz="3225" b="1">
                <a:solidFill>
                  <a:srgbClr val="123247"/>
                </a:solidFill>
                <a:latin typeface="DejaVu Sans"/>
                <a:ea typeface="DejaVu Sans"/>
                <a:cs typeface="DejaVu Sans"/>
              </a:defRPr>
            </a:lvl6pPr>
            <a:lvl7pPr algn="l">
              <a:defRPr sz="3225" b="1">
                <a:solidFill>
                  <a:srgbClr val="123247"/>
                </a:solidFill>
                <a:latin typeface="DejaVu Sans"/>
                <a:ea typeface="DejaVu Sans"/>
                <a:cs typeface="DejaVu Sans"/>
              </a:defRPr>
            </a:lvl7pPr>
            <a:lvl8pPr algn="l">
              <a:defRPr sz="3225" b="1">
                <a:solidFill>
                  <a:srgbClr val="123247"/>
                </a:solidFill>
                <a:latin typeface="DejaVu Sans"/>
                <a:ea typeface="DejaVu Sans"/>
                <a:cs typeface="DejaVu Sans"/>
              </a:defRPr>
            </a:lvl8pPr>
            <a:lvl9pPr algn="l">
              <a:defRPr sz="3225" b="1">
                <a:solidFill>
                  <a:srgbClr val="123247"/>
                </a:solidFill>
                <a:latin typeface="DejaVu Sans"/>
                <a:ea typeface="DejaVu Sans"/>
                <a:cs typeface="DejaVu Sans"/>
              </a:defRPr>
            </a:lvl9pPr>
          </a:lstStyle>
          <a:p>
            <a:pPr algn="l">
              <a:defRPr sz="3225" b="1">
                <a:solidFill>
                  <a:srgbClr val="123247"/>
                </a:solidFill>
                <a:latin typeface="DejaVu Sans"/>
                <a:ea typeface="DejaVu Sans"/>
                <a:cs typeface="DejaVu Sans"/>
              </a:defRPr>
            </a:pPr>
            <a:r>
              <a:rPr sz="3225" b="1">
                <a:solidFill>
                  <a:srgbClr val="123247"/>
                </a:solidFill>
                <a:latin typeface="DejaVu Sans"/>
                <a:ea typeface="DejaVu Sans"/>
                <a:cs typeface="DejaVu Sans"/>
              </a:rPr>
              <a:t>K-means: atribuir e recalcular os centroides</a:t>
            </a:r>
          </a:p>
        </p:txBody>
      </p:sp>
      <p:sp>
        <p:nvSpPr>
          <p:cNvPr id="3" name="texto">
            <a:extLst>
              <a:ext uri="{FF2B5EF4-FFF2-40B4-BE49-F238E27FC236}">
                <a16:creationId xmlns:a16="http://schemas.microsoft.com/office/drawing/2014/main" id="{4B8B40C9-5091-4453-8402-3F6A933FEB0F}"/>
              </a:ext>
            </a:extLst>
          </p:cNvPr>
          <p:cNvSpPr>
            <a:spLocks noGrp="1"/>
          </p:cNvSpPr>
          <p:nvPr/>
        </p:nvSpPr>
        <p:spPr>
          <a:xfrm>
            <a:off x="609600" y="6096000"/>
            <a:ext cx="10763250" cy="228600"/>
          </a:xfrm>
          <a:prstGeom prst="rect">
            <a:avLst/>
          </a:prstGeom>
          <a:noFill/>
          <a:ln w="0">
            <a:noFill/>
            <a:prstDash val="solid"/>
          </a:ln>
        </p:spPr>
        <p:txBody>
          <a:bodyPr wrap="square" lIns="0" tIns="0" rIns="0" bIns="0" anchor="t">
            <a:noAutofit/>
          </a:bodyPr>
          <a:lstStyle>
            <a:defPPr algn="l">
              <a:defRPr sz="1050" b="0">
                <a:solidFill>
                  <a:srgbClr val="526873"/>
                </a:solidFill>
                <a:latin typeface="DejaVu Sans"/>
                <a:ea typeface="DejaVu Sans"/>
                <a:cs typeface="DejaVu Sans"/>
              </a:defRPr>
            </a:defPPr>
            <a:lvl1pPr algn="l">
              <a:defRPr sz="1050" b="0">
                <a:solidFill>
                  <a:srgbClr val="526873"/>
                </a:solidFill>
                <a:latin typeface="DejaVu Sans"/>
                <a:ea typeface="DejaVu Sans"/>
                <a:cs typeface="DejaVu Sans"/>
              </a:defRPr>
            </a:lvl1pPr>
            <a:lvl2pPr algn="l">
              <a:defRPr sz="1050" b="0">
                <a:solidFill>
                  <a:srgbClr val="526873"/>
                </a:solidFill>
                <a:latin typeface="DejaVu Sans"/>
                <a:ea typeface="DejaVu Sans"/>
                <a:cs typeface="DejaVu Sans"/>
              </a:defRPr>
            </a:lvl2pPr>
            <a:lvl3pPr algn="l">
              <a:defRPr sz="1050" b="0">
                <a:solidFill>
                  <a:srgbClr val="526873"/>
                </a:solidFill>
                <a:latin typeface="DejaVu Sans"/>
                <a:ea typeface="DejaVu Sans"/>
                <a:cs typeface="DejaVu Sans"/>
              </a:defRPr>
            </a:lvl3pPr>
            <a:lvl4pPr algn="l">
              <a:defRPr sz="1050" b="0">
                <a:solidFill>
                  <a:srgbClr val="526873"/>
                </a:solidFill>
                <a:latin typeface="DejaVu Sans"/>
                <a:ea typeface="DejaVu Sans"/>
                <a:cs typeface="DejaVu Sans"/>
              </a:defRPr>
            </a:lvl4pPr>
            <a:lvl5pPr algn="l">
              <a:defRPr sz="1050" b="0">
                <a:solidFill>
                  <a:srgbClr val="526873"/>
                </a:solidFill>
                <a:latin typeface="DejaVu Sans"/>
                <a:ea typeface="DejaVu Sans"/>
                <a:cs typeface="DejaVu Sans"/>
              </a:defRPr>
            </a:lvl5pPr>
            <a:lvl6pPr algn="l">
              <a:defRPr sz="1050" b="0">
                <a:solidFill>
                  <a:srgbClr val="526873"/>
                </a:solidFill>
                <a:latin typeface="DejaVu Sans"/>
                <a:ea typeface="DejaVu Sans"/>
                <a:cs typeface="DejaVu Sans"/>
              </a:defRPr>
            </a:lvl6pPr>
            <a:lvl7pPr algn="l">
              <a:defRPr sz="1050" b="0">
                <a:solidFill>
                  <a:srgbClr val="526873"/>
                </a:solidFill>
                <a:latin typeface="DejaVu Sans"/>
                <a:ea typeface="DejaVu Sans"/>
                <a:cs typeface="DejaVu Sans"/>
              </a:defRPr>
            </a:lvl7pPr>
            <a:lvl8pPr algn="l">
              <a:defRPr sz="1050" b="0">
                <a:solidFill>
                  <a:srgbClr val="526873"/>
                </a:solidFill>
                <a:latin typeface="DejaVu Sans"/>
                <a:ea typeface="DejaVu Sans"/>
                <a:cs typeface="DejaVu Sans"/>
              </a:defRPr>
            </a:lvl8pPr>
            <a:lvl9pPr algn="l">
              <a:defRPr sz="1050" b="0">
                <a:solidFill>
                  <a:srgbClr val="526873"/>
                </a:solidFill>
                <a:latin typeface="DejaVu Sans"/>
                <a:ea typeface="DejaVu Sans"/>
                <a:cs typeface="DejaVu Sans"/>
              </a:defRPr>
            </a:lvl9pPr>
          </a:lstStyle>
          <a:p>
            <a:pPr algn="l">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EXEMPLO SINTÉTICO · elaboração didática · 30 bacias; K = 3.</a:t>
            </a:r>
          </a:p>
        </p:txBody>
      </p:sp>
      <p:sp>
        <p:nvSpPr>
          <p:cNvPr id="4" name="Straight Connector 3">
            <a:extLst>
              <a:ext uri="{FF2B5EF4-FFF2-40B4-BE49-F238E27FC236}">
                <a16:creationId xmlns:a16="http://schemas.microsoft.com/office/drawing/2014/main" id="{BB89765A-2894-49B6-9C39-4EEB6C820FA2}"/>
              </a:ext>
            </a:extLst>
          </p:cNvPr>
          <p:cNvSpPr>
            <a:spLocks noGrp="1"/>
          </p:cNvSpPr>
          <p:nvPr/>
        </p:nvSpPr>
        <p:spPr>
          <a:xfrm>
            <a:off x="609600" y="6438900"/>
            <a:ext cx="10972800" cy="0"/>
          </a:xfrm>
          <a:prstGeom prst="line">
            <a:avLst/>
          </a:prstGeom>
          <a:noFill/>
          <a:ln w="9525">
            <a:solidFill>
              <a:srgbClr val="DCE3E3"/>
            </a:solidFill>
            <a:prstDash val="solid"/>
          </a:ln>
        </p:spPr>
        <p:txBody>
          <a:bodyPr/>
          <a:lstStyle/>
          <a:p>
            <a:endParaRPr lang="en-GB"/>
          </a:p>
        </p:txBody>
      </p:sp>
      <p:sp>
        <p:nvSpPr>
          <p:cNvPr id="5" name="texto">
            <a:extLst>
              <a:ext uri="{FF2B5EF4-FFF2-40B4-BE49-F238E27FC236}">
                <a16:creationId xmlns:a16="http://schemas.microsoft.com/office/drawing/2014/main" id="{E430257C-C1F9-483F-BCF4-5EBEE3266C8E}"/>
              </a:ext>
            </a:extLst>
          </p:cNvPr>
          <p:cNvSpPr>
            <a:spLocks noGrp="1"/>
          </p:cNvSpPr>
          <p:nvPr/>
        </p:nvSpPr>
        <p:spPr>
          <a:xfrm>
            <a:off x="609600" y="6543675"/>
            <a:ext cx="8572500" cy="190500"/>
          </a:xfrm>
          <a:prstGeom prst="rect">
            <a:avLst/>
          </a:prstGeom>
          <a:noFill/>
          <a:ln w="0">
            <a:noFill/>
            <a:prstDash val="solid"/>
          </a:ln>
        </p:spPr>
        <p:txBody>
          <a:bodyPr wrap="square" lIns="0" tIns="0" rIns="0" bIns="0" anchor="t">
            <a:noAutofit/>
          </a:bodyPr>
          <a:lstStyle>
            <a:defPPr algn="l">
              <a:defRPr sz="975" b="0">
                <a:solidFill>
                  <a:srgbClr val="526873"/>
                </a:solidFill>
                <a:latin typeface="DejaVu Sans"/>
                <a:ea typeface="DejaVu Sans"/>
                <a:cs typeface="DejaVu Sans"/>
              </a:defRPr>
            </a:defPPr>
            <a:lvl1pPr algn="l">
              <a:defRPr sz="975" b="0">
                <a:solidFill>
                  <a:srgbClr val="526873"/>
                </a:solidFill>
                <a:latin typeface="DejaVu Sans"/>
                <a:ea typeface="DejaVu Sans"/>
                <a:cs typeface="DejaVu Sans"/>
              </a:defRPr>
            </a:lvl1pPr>
            <a:lvl2pPr algn="l">
              <a:defRPr sz="975" b="0">
                <a:solidFill>
                  <a:srgbClr val="526873"/>
                </a:solidFill>
                <a:latin typeface="DejaVu Sans"/>
                <a:ea typeface="DejaVu Sans"/>
                <a:cs typeface="DejaVu Sans"/>
              </a:defRPr>
            </a:lvl2pPr>
            <a:lvl3pPr algn="l">
              <a:defRPr sz="975" b="0">
                <a:solidFill>
                  <a:srgbClr val="526873"/>
                </a:solidFill>
                <a:latin typeface="DejaVu Sans"/>
                <a:ea typeface="DejaVu Sans"/>
                <a:cs typeface="DejaVu Sans"/>
              </a:defRPr>
            </a:lvl3pPr>
            <a:lvl4pPr algn="l">
              <a:defRPr sz="975" b="0">
                <a:solidFill>
                  <a:srgbClr val="526873"/>
                </a:solidFill>
                <a:latin typeface="DejaVu Sans"/>
                <a:ea typeface="DejaVu Sans"/>
                <a:cs typeface="DejaVu Sans"/>
              </a:defRPr>
            </a:lvl4pPr>
            <a:lvl5pPr algn="l">
              <a:defRPr sz="975" b="0">
                <a:solidFill>
                  <a:srgbClr val="526873"/>
                </a:solidFill>
                <a:latin typeface="DejaVu Sans"/>
                <a:ea typeface="DejaVu Sans"/>
                <a:cs typeface="DejaVu Sans"/>
              </a:defRPr>
            </a:lvl5pPr>
            <a:lvl6pPr algn="l">
              <a:defRPr sz="975" b="0">
                <a:solidFill>
                  <a:srgbClr val="526873"/>
                </a:solidFill>
                <a:latin typeface="DejaVu Sans"/>
                <a:ea typeface="DejaVu Sans"/>
                <a:cs typeface="DejaVu Sans"/>
              </a:defRPr>
            </a:lvl6pPr>
            <a:lvl7pPr algn="l">
              <a:defRPr sz="975" b="0">
                <a:solidFill>
                  <a:srgbClr val="526873"/>
                </a:solidFill>
                <a:latin typeface="DejaVu Sans"/>
                <a:ea typeface="DejaVu Sans"/>
                <a:cs typeface="DejaVu Sans"/>
              </a:defRPr>
            </a:lvl7pPr>
            <a:lvl8pPr algn="l">
              <a:defRPr sz="975" b="0">
                <a:solidFill>
                  <a:srgbClr val="526873"/>
                </a:solidFill>
                <a:latin typeface="DejaVu Sans"/>
                <a:ea typeface="DejaVu Sans"/>
                <a:cs typeface="DejaVu Sans"/>
              </a:defRPr>
            </a:lvl8pPr>
            <a:lvl9pPr algn="l">
              <a:defRPr sz="975" b="0">
                <a:solidFill>
                  <a:srgbClr val="526873"/>
                </a:solidFill>
                <a:latin typeface="DejaVu Sans"/>
                <a:ea typeface="DejaVu Sans"/>
                <a:cs typeface="DejaVu Sans"/>
              </a:defRPr>
            </a:lvl9pPr>
          </a:lstStyle>
          <a:p>
            <a:pPr algn="l">
              <a:defRPr sz="975" b="0">
                <a:solidFill>
                  <a:srgbClr val="526873"/>
                </a:solidFill>
                <a:latin typeface="DejaVu Sans"/>
                <a:ea typeface="DejaVu Sans"/>
                <a:cs typeface="DejaVu Sans"/>
              </a:defRPr>
            </a:pPr>
            <a:r>
              <a:rPr sz="975" b="0">
                <a:solidFill>
                  <a:srgbClr val="526873"/>
                </a:solidFill>
                <a:latin typeface="DejaVu Sans"/>
                <a:ea typeface="DejaVu Sans"/>
                <a:cs typeface="DejaVu Sans"/>
              </a:rPr>
              <a:t>REGIONALIZAÇÃO DE VAZÕES</a:t>
            </a:r>
          </a:p>
        </p:txBody>
      </p:sp>
      <p:sp>
        <p:nvSpPr>
          <p:cNvPr id="6" name="texto">
            <a:extLst>
              <a:ext uri="{FF2B5EF4-FFF2-40B4-BE49-F238E27FC236}">
                <a16:creationId xmlns:a16="http://schemas.microsoft.com/office/drawing/2014/main" id="{27705D38-21B2-4684-AA8F-941AF77A9305}"/>
              </a:ext>
            </a:extLst>
          </p:cNvPr>
          <p:cNvSpPr>
            <a:spLocks noGrp="1"/>
          </p:cNvSpPr>
          <p:nvPr/>
        </p:nvSpPr>
        <p:spPr>
          <a:xfrm>
            <a:off x="10620375" y="6534150"/>
            <a:ext cx="962025" cy="209550"/>
          </a:xfrm>
          <a:prstGeom prst="rect">
            <a:avLst/>
          </a:prstGeom>
          <a:noFill/>
          <a:ln w="0">
            <a:noFill/>
            <a:prstDash val="solid"/>
          </a:ln>
        </p:spPr>
        <p:txBody>
          <a:bodyPr wrap="square" lIns="0" tIns="0" rIns="0" bIns="0" anchor="t">
            <a:noAutofit/>
          </a:bodyPr>
          <a:lstStyle>
            <a:defPPr algn="r">
              <a:defRPr sz="1050" b="0">
                <a:solidFill>
                  <a:srgbClr val="526873"/>
                </a:solidFill>
                <a:latin typeface="DejaVu Sans"/>
                <a:ea typeface="DejaVu Sans"/>
                <a:cs typeface="DejaVu Sans"/>
              </a:defRPr>
            </a:defPPr>
            <a:lvl1pPr algn="r">
              <a:defRPr sz="1050" b="0">
                <a:solidFill>
                  <a:srgbClr val="526873"/>
                </a:solidFill>
                <a:latin typeface="DejaVu Sans"/>
                <a:ea typeface="DejaVu Sans"/>
                <a:cs typeface="DejaVu Sans"/>
              </a:defRPr>
            </a:lvl1pPr>
            <a:lvl2pPr algn="r">
              <a:defRPr sz="1050" b="0">
                <a:solidFill>
                  <a:srgbClr val="526873"/>
                </a:solidFill>
                <a:latin typeface="DejaVu Sans"/>
                <a:ea typeface="DejaVu Sans"/>
                <a:cs typeface="DejaVu Sans"/>
              </a:defRPr>
            </a:lvl2pPr>
            <a:lvl3pPr algn="r">
              <a:defRPr sz="1050" b="0">
                <a:solidFill>
                  <a:srgbClr val="526873"/>
                </a:solidFill>
                <a:latin typeface="DejaVu Sans"/>
                <a:ea typeface="DejaVu Sans"/>
                <a:cs typeface="DejaVu Sans"/>
              </a:defRPr>
            </a:lvl3pPr>
            <a:lvl4pPr algn="r">
              <a:defRPr sz="1050" b="0">
                <a:solidFill>
                  <a:srgbClr val="526873"/>
                </a:solidFill>
                <a:latin typeface="DejaVu Sans"/>
                <a:ea typeface="DejaVu Sans"/>
                <a:cs typeface="DejaVu Sans"/>
              </a:defRPr>
            </a:lvl4pPr>
            <a:lvl5pPr algn="r">
              <a:defRPr sz="1050" b="0">
                <a:solidFill>
                  <a:srgbClr val="526873"/>
                </a:solidFill>
                <a:latin typeface="DejaVu Sans"/>
                <a:ea typeface="DejaVu Sans"/>
                <a:cs typeface="DejaVu Sans"/>
              </a:defRPr>
            </a:lvl5pPr>
            <a:lvl6pPr algn="r">
              <a:defRPr sz="1050" b="0">
                <a:solidFill>
                  <a:srgbClr val="526873"/>
                </a:solidFill>
                <a:latin typeface="DejaVu Sans"/>
                <a:ea typeface="DejaVu Sans"/>
                <a:cs typeface="DejaVu Sans"/>
              </a:defRPr>
            </a:lvl6pPr>
            <a:lvl7pPr algn="r">
              <a:defRPr sz="1050" b="0">
                <a:solidFill>
                  <a:srgbClr val="526873"/>
                </a:solidFill>
                <a:latin typeface="DejaVu Sans"/>
                <a:ea typeface="DejaVu Sans"/>
                <a:cs typeface="DejaVu Sans"/>
              </a:defRPr>
            </a:lvl7pPr>
            <a:lvl8pPr algn="r">
              <a:defRPr sz="1050" b="0">
                <a:solidFill>
                  <a:srgbClr val="526873"/>
                </a:solidFill>
                <a:latin typeface="DejaVu Sans"/>
                <a:ea typeface="DejaVu Sans"/>
                <a:cs typeface="DejaVu Sans"/>
              </a:defRPr>
            </a:lvl8pPr>
            <a:lvl9pPr algn="r">
              <a:defRPr sz="1050" b="0">
                <a:solidFill>
                  <a:srgbClr val="526873"/>
                </a:solidFill>
                <a:latin typeface="DejaVu Sans"/>
                <a:ea typeface="DejaVu Sans"/>
                <a:cs typeface="DejaVu Sans"/>
              </a:defRPr>
            </a:lvl9pPr>
          </a:lstStyle>
          <a:p>
            <a:pPr algn="r">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10 / 38</a:t>
            </a:r>
          </a:p>
        </p:txBody>
      </p:sp>
      <p:sp>
        <p:nvSpPr>
          <p:cNvPr id="7" name="texto">
            <a:extLst>
              <a:ext uri="{FF2B5EF4-FFF2-40B4-BE49-F238E27FC236}">
                <a16:creationId xmlns:a16="http://schemas.microsoft.com/office/drawing/2014/main" id="{50D5748B-9B4B-4DB7-BD3D-9E2D557E5451}"/>
              </a:ext>
            </a:extLst>
          </p:cNvPr>
          <p:cNvSpPr>
            <a:spLocks noGrp="1"/>
          </p:cNvSpPr>
          <p:nvPr/>
        </p:nvSpPr>
        <p:spPr>
          <a:xfrm>
            <a:off x="895350" y="1743075"/>
            <a:ext cx="4762500" cy="381000"/>
          </a:xfrm>
          <a:prstGeom prst="rect">
            <a:avLst/>
          </a:prstGeom>
          <a:noFill/>
          <a:ln w="0">
            <a:noFill/>
            <a:prstDash val="solid"/>
          </a:ln>
        </p:spPr>
        <p:txBody>
          <a:bodyPr wrap="square" lIns="0" tIns="0" rIns="0" bIns="0" anchor="t">
            <a:noAutofit/>
          </a:bodyPr>
          <a:lstStyle>
            <a:defPPr algn="l">
              <a:defRPr sz="2175" b="1">
                <a:solidFill>
                  <a:srgbClr val="123247"/>
                </a:solidFill>
                <a:latin typeface="DejaVu Sans"/>
                <a:ea typeface="DejaVu Sans"/>
                <a:cs typeface="DejaVu Sans"/>
              </a:defRPr>
            </a:defPPr>
            <a:lvl1pPr algn="l">
              <a:defRPr sz="2175" b="1">
                <a:solidFill>
                  <a:srgbClr val="123247"/>
                </a:solidFill>
                <a:latin typeface="DejaVu Sans"/>
                <a:ea typeface="DejaVu Sans"/>
                <a:cs typeface="DejaVu Sans"/>
              </a:defRPr>
            </a:lvl1pPr>
            <a:lvl2pPr algn="l">
              <a:defRPr sz="2175" b="1">
                <a:solidFill>
                  <a:srgbClr val="123247"/>
                </a:solidFill>
                <a:latin typeface="DejaVu Sans"/>
                <a:ea typeface="DejaVu Sans"/>
                <a:cs typeface="DejaVu Sans"/>
              </a:defRPr>
            </a:lvl2pPr>
            <a:lvl3pPr algn="l">
              <a:defRPr sz="2175" b="1">
                <a:solidFill>
                  <a:srgbClr val="123247"/>
                </a:solidFill>
                <a:latin typeface="DejaVu Sans"/>
                <a:ea typeface="DejaVu Sans"/>
                <a:cs typeface="DejaVu Sans"/>
              </a:defRPr>
            </a:lvl3pPr>
            <a:lvl4pPr algn="l">
              <a:defRPr sz="2175" b="1">
                <a:solidFill>
                  <a:srgbClr val="123247"/>
                </a:solidFill>
                <a:latin typeface="DejaVu Sans"/>
                <a:ea typeface="DejaVu Sans"/>
                <a:cs typeface="DejaVu Sans"/>
              </a:defRPr>
            </a:lvl4pPr>
            <a:lvl5pPr algn="l">
              <a:defRPr sz="2175" b="1">
                <a:solidFill>
                  <a:srgbClr val="123247"/>
                </a:solidFill>
                <a:latin typeface="DejaVu Sans"/>
                <a:ea typeface="DejaVu Sans"/>
                <a:cs typeface="DejaVu Sans"/>
              </a:defRPr>
            </a:lvl5pPr>
            <a:lvl6pPr algn="l">
              <a:defRPr sz="2175" b="1">
                <a:solidFill>
                  <a:srgbClr val="123247"/>
                </a:solidFill>
                <a:latin typeface="DejaVu Sans"/>
                <a:ea typeface="DejaVu Sans"/>
                <a:cs typeface="DejaVu Sans"/>
              </a:defRPr>
            </a:lvl6pPr>
            <a:lvl7pPr algn="l">
              <a:defRPr sz="2175" b="1">
                <a:solidFill>
                  <a:srgbClr val="123247"/>
                </a:solidFill>
                <a:latin typeface="DejaVu Sans"/>
                <a:ea typeface="DejaVu Sans"/>
                <a:cs typeface="DejaVu Sans"/>
              </a:defRPr>
            </a:lvl7pPr>
            <a:lvl8pPr algn="l">
              <a:defRPr sz="2175" b="1">
                <a:solidFill>
                  <a:srgbClr val="123247"/>
                </a:solidFill>
                <a:latin typeface="DejaVu Sans"/>
                <a:ea typeface="DejaVu Sans"/>
                <a:cs typeface="DejaVu Sans"/>
              </a:defRPr>
            </a:lvl8pPr>
            <a:lvl9pPr algn="l">
              <a:defRPr sz="2175" b="1">
                <a:solidFill>
                  <a:srgbClr val="123247"/>
                </a:solidFill>
                <a:latin typeface="DejaVu Sans"/>
                <a:ea typeface="DejaVu Sans"/>
                <a:cs typeface="DejaVu Sans"/>
              </a:defRPr>
            </a:lvl9pPr>
          </a:lstStyle>
          <a:p>
            <a:pPr algn="l">
              <a:defRPr sz="2175" b="1">
                <a:solidFill>
                  <a:srgbClr val="123247"/>
                </a:solidFill>
                <a:latin typeface="DejaVu Sans"/>
                <a:ea typeface="DejaVu Sans"/>
                <a:cs typeface="DejaVu Sans"/>
              </a:defRPr>
            </a:pPr>
            <a:r>
              <a:rPr sz="2175" b="1">
                <a:solidFill>
                  <a:srgbClr val="123247"/>
                </a:solidFill>
                <a:latin typeface="DejaVu Sans"/>
                <a:ea typeface="DejaVu Sans"/>
                <a:cs typeface="DejaVu Sans"/>
              </a:rPr>
              <a:t>Inicialização</a:t>
            </a:r>
          </a:p>
        </p:txBody>
      </p:sp>
      <p:sp>
        <p:nvSpPr>
          <p:cNvPr id="8" name="texto">
            <a:extLst>
              <a:ext uri="{FF2B5EF4-FFF2-40B4-BE49-F238E27FC236}">
                <a16:creationId xmlns:a16="http://schemas.microsoft.com/office/drawing/2014/main" id="{C6597F50-B019-4362-97ED-8DB72D3D518E}"/>
              </a:ext>
            </a:extLst>
          </p:cNvPr>
          <p:cNvSpPr>
            <a:spLocks noGrp="1"/>
          </p:cNvSpPr>
          <p:nvPr/>
        </p:nvSpPr>
        <p:spPr>
          <a:xfrm>
            <a:off x="6524625" y="1743075"/>
            <a:ext cx="4762500" cy="381000"/>
          </a:xfrm>
          <a:prstGeom prst="rect">
            <a:avLst/>
          </a:prstGeom>
          <a:noFill/>
          <a:ln w="0">
            <a:noFill/>
            <a:prstDash val="solid"/>
          </a:ln>
        </p:spPr>
        <p:txBody>
          <a:bodyPr wrap="square" lIns="0" tIns="0" rIns="0" bIns="0" anchor="t">
            <a:noAutofit/>
          </a:bodyPr>
          <a:lstStyle>
            <a:defPPr algn="l">
              <a:defRPr sz="2175" b="1">
                <a:solidFill>
                  <a:srgbClr val="123247"/>
                </a:solidFill>
                <a:latin typeface="DejaVu Sans"/>
                <a:ea typeface="DejaVu Sans"/>
                <a:cs typeface="DejaVu Sans"/>
              </a:defRPr>
            </a:defPPr>
            <a:lvl1pPr algn="l">
              <a:defRPr sz="2175" b="1">
                <a:solidFill>
                  <a:srgbClr val="123247"/>
                </a:solidFill>
                <a:latin typeface="DejaVu Sans"/>
                <a:ea typeface="DejaVu Sans"/>
                <a:cs typeface="DejaVu Sans"/>
              </a:defRPr>
            </a:lvl1pPr>
            <a:lvl2pPr algn="l">
              <a:defRPr sz="2175" b="1">
                <a:solidFill>
                  <a:srgbClr val="123247"/>
                </a:solidFill>
                <a:latin typeface="DejaVu Sans"/>
                <a:ea typeface="DejaVu Sans"/>
                <a:cs typeface="DejaVu Sans"/>
              </a:defRPr>
            </a:lvl2pPr>
            <a:lvl3pPr algn="l">
              <a:defRPr sz="2175" b="1">
                <a:solidFill>
                  <a:srgbClr val="123247"/>
                </a:solidFill>
                <a:latin typeface="DejaVu Sans"/>
                <a:ea typeface="DejaVu Sans"/>
                <a:cs typeface="DejaVu Sans"/>
              </a:defRPr>
            </a:lvl3pPr>
            <a:lvl4pPr algn="l">
              <a:defRPr sz="2175" b="1">
                <a:solidFill>
                  <a:srgbClr val="123247"/>
                </a:solidFill>
                <a:latin typeface="DejaVu Sans"/>
                <a:ea typeface="DejaVu Sans"/>
                <a:cs typeface="DejaVu Sans"/>
              </a:defRPr>
            </a:lvl4pPr>
            <a:lvl5pPr algn="l">
              <a:defRPr sz="2175" b="1">
                <a:solidFill>
                  <a:srgbClr val="123247"/>
                </a:solidFill>
                <a:latin typeface="DejaVu Sans"/>
                <a:ea typeface="DejaVu Sans"/>
                <a:cs typeface="DejaVu Sans"/>
              </a:defRPr>
            </a:lvl5pPr>
            <a:lvl6pPr algn="l">
              <a:defRPr sz="2175" b="1">
                <a:solidFill>
                  <a:srgbClr val="123247"/>
                </a:solidFill>
                <a:latin typeface="DejaVu Sans"/>
                <a:ea typeface="DejaVu Sans"/>
                <a:cs typeface="DejaVu Sans"/>
              </a:defRPr>
            </a:lvl6pPr>
            <a:lvl7pPr algn="l">
              <a:defRPr sz="2175" b="1">
                <a:solidFill>
                  <a:srgbClr val="123247"/>
                </a:solidFill>
                <a:latin typeface="DejaVu Sans"/>
                <a:ea typeface="DejaVu Sans"/>
                <a:cs typeface="DejaVu Sans"/>
              </a:defRPr>
            </a:lvl7pPr>
            <a:lvl8pPr algn="l">
              <a:defRPr sz="2175" b="1">
                <a:solidFill>
                  <a:srgbClr val="123247"/>
                </a:solidFill>
                <a:latin typeface="DejaVu Sans"/>
                <a:ea typeface="DejaVu Sans"/>
                <a:cs typeface="DejaVu Sans"/>
              </a:defRPr>
            </a:lvl8pPr>
            <a:lvl9pPr algn="l">
              <a:defRPr sz="2175" b="1">
                <a:solidFill>
                  <a:srgbClr val="123247"/>
                </a:solidFill>
                <a:latin typeface="DejaVu Sans"/>
                <a:ea typeface="DejaVu Sans"/>
                <a:cs typeface="DejaVu Sans"/>
              </a:defRPr>
            </a:lvl9pPr>
          </a:lstStyle>
          <a:p>
            <a:pPr algn="l">
              <a:defRPr sz="2175" b="1">
                <a:solidFill>
                  <a:srgbClr val="123247"/>
                </a:solidFill>
                <a:latin typeface="DejaVu Sans"/>
                <a:ea typeface="DejaVu Sans"/>
                <a:cs typeface="DejaVu Sans"/>
              </a:defRPr>
            </a:pPr>
            <a:r>
              <a:rPr sz="2175" b="1">
                <a:solidFill>
                  <a:srgbClr val="123247"/>
                </a:solidFill>
                <a:latin typeface="DejaVu Sans"/>
                <a:ea typeface="DejaVu Sans"/>
                <a:cs typeface="DejaVu Sans"/>
              </a:rPr>
              <a:t>Após as iterações</a:t>
            </a:r>
          </a:p>
        </p:txBody>
      </p:sp>
      <p:graphicFrame>
        <p:nvGraphicFramePr>
          <p:cNvPr id="9" name="Chart">
            <a:extLst>
              <a:ext uri="{FF2B5EF4-FFF2-40B4-BE49-F238E27FC236}">
                <a16:creationId xmlns:a16="http://schemas.microsoft.com/office/drawing/2014/main" id="{2157FCC2-1306-4598-84CD-F9184039FA25}"/>
              </a:ext>
            </a:extLst>
          </p:cNvPr>
          <p:cNvGraphicFramePr/>
          <p:nvPr/>
        </p:nvGraphicFramePr>
        <p:xfrm>
          <a:off x="609600" y="2162175"/>
          <a:ext cx="5219700" cy="29337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a:extLst>
              <a:ext uri="{FF2B5EF4-FFF2-40B4-BE49-F238E27FC236}">
                <a16:creationId xmlns:a16="http://schemas.microsoft.com/office/drawing/2014/main" id="{6AC970EC-4667-4F63-80CF-076F0DC8C46F}"/>
              </a:ext>
            </a:extLst>
          </p:cNvPr>
          <p:cNvGraphicFramePr/>
          <p:nvPr/>
        </p:nvGraphicFramePr>
        <p:xfrm>
          <a:off x="6276975" y="2162175"/>
          <a:ext cx="5305425" cy="2933700"/>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o">
            <a:extLst>
              <a:ext uri="{FF2B5EF4-FFF2-40B4-BE49-F238E27FC236}">
                <a16:creationId xmlns:a16="http://schemas.microsoft.com/office/drawing/2014/main" id="{1CFC5A2F-ECE5-4845-A119-CFF963EC5E70}"/>
              </a:ext>
            </a:extLst>
          </p:cNvPr>
          <p:cNvSpPr>
            <a:spLocks noGrp="1"/>
          </p:cNvSpPr>
          <p:nvPr/>
        </p:nvSpPr>
        <p:spPr>
          <a:xfrm>
            <a:off x="609600" y="5381625"/>
            <a:ext cx="10972800" cy="419100"/>
          </a:xfrm>
          <a:prstGeom prst="rect">
            <a:avLst/>
          </a:prstGeom>
          <a:noFill/>
          <a:ln w="0">
            <a:noFill/>
            <a:prstDash val="solid"/>
          </a:ln>
        </p:spPr>
        <p:txBody>
          <a:bodyPr wrap="square" lIns="0" tIns="0" rIns="0" bIns="0" anchor="t">
            <a:noAutofit/>
          </a:bodyPr>
          <a:lstStyle>
            <a:defPPr algn="l">
              <a:defRPr sz="1875" b="1">
                <a:solidFill>
                  <a:srgbClr val="123247"/>
                </a:solidFill>
                <a:latin typeface="DejaVu Sans"/>
                <a:ea typeface="DejaVu Sans"/>
                <a:cs typeface="DejaVu Sans"/>
              </a:defRPr>
            </a:defPPr>
            <a:lvl1pPr algn="l">
              <a:defRPr sz="1875" b="1">
                <a:solidFill>
                  <a:srgbClr val="123247"/>
                </a:solidFill>
                <a:latin typeface="DejaVu Sans"/>
                <a:ea typeface="DejaVu Sans"/>
                <a:cs typeface="DejaVu Sans"/>
              </a:defRPr>
            </a:lvl1pPr>
            <a:lvl2pPr algn="l">
              <a:defRPr sz="1875" b="1">
                <a:solidFill>
                  <a:srgbClr val="123247"/>
                </a:solidFill>
                <a:latin typeface="DejaVu Sans"/>
                <a:ea typeface="DejaVu Sans"/>
                <a:cs typeface="DejaVu Sans"/>
              </a:defRPr>
            </a:lvl2pPr>
            <a:lvl3pPr algn="l">
              <a:defRPr sz="1875" b="1">
                <a:solidFill>
                  <a:srgbClr val="123247"/>
                </a:solidFill>
                <a:latin typeface="DejaVu Sans"/>
                <a:ea typeface="DejaVu Sans"/>
                <a:cs typeface="DejaVu Sans"/>
              </a:defRPr>
            </a:lvl3pPr>
            <a:lvl4pPr algn="l">
              <a:defRPr sz="1875" b="1">
                <a:solidFill>
                  <a:srgbClr val="123247"/>
                </a:solidFill>
                <a:latin typeface="DejaVu Sans"/>
                <a:ea typeface="DejaVu Sans"/>
                <a:cs typeface="DejaVu Sans"/>
              </a:defRPr>
            </a:lvl4pPr>
            <a:lvl5pPr algn="l">
              <a:defRPr sz="1875" b="1">
                <a:solidFill>
                  <a:srgbClr val="123247"/>
                </a:solidFill>
                <a:latin typeface="DejaVu Sans"/>
                <a:ea typeface="DejaVu Sans"/>
                <a:cs typeface="DejaVu Sans"/>
              </a:defRPr>
            </a:lvl5pPr>
            <a:lvl6pPr algn="l">
              <a:defRPr sz="1875" b="1">
                <a:solidFill>
                  <a:srgbClr val="123247"/>
                </a:solidFill>
                <a:latin typeface="DejaVu Sans"/>
                <a:ea typeface="DejaVu Sans"/>
                <a:cs typeface="DejaVu Sans"/>
              </a:defRPr>
            </a:lvl6pPr>
            <a:lvl7pPr algn="l">
              <a:defRPr sz="1875" b="1">
                <a:solidFill>
                  <a:srgbClr val="123247"/>
                </a:solidFill>
                <a:latin typeface="DejaVu Sans"/>
                <a:ea typeface="DejaVu Sans"/>
                <a:cs typeface="DejaVu Sans"/>
              </a:defRPr>
            </a:lvl7pPr>
            <a:lvl8pPr algn="l">
              <a:defRPr sz="1875" b="1">
                <a:solidFill>
                  <a:srgbClr val="123247"/>
                </a:solidFill>
                <a:latin typeface="DejaVu Sans"/>
                <a:ea typeface="DejaVu Sans"/>
                <a:cs typeface="DejaVu Sans"/>
              </a:defRPr>
            </a:lvl8pPr>
            <a:lvl9pPr algn="l">
              <a:defRPr sz="1875" b="1">
                <a:solidFill>
                  <a:srgbClr val="123247"/>
                </a:solidFill>
                <a:latin typeface="DejaVu Sans"/>
                <a:ea typeface="DejaVu Sans"/>
                <a:cs typeface="DejaVu Sans"/>
              </a:defRPr>
            </a:lvl9pPr>
          </a:lstStyle>
          <a:p>
            <a:pPr algn="l">
              <a:defRPr sz="1875" b="1">
                <a:solidFill>
                  <a:srgbClr val="123247"/>
                </a:solidFill>
                <a:latin typeface="DejaVu Sans"/>
                <a:ea typeface="DejaVu Sans"/>
                <a:cs typeface="DejaVu Sans"/>
              </a:defRPr>
            </a:pPr>
            <a:r>
              <a:rPr sz="1875" b="1">
                <a:solidFill>
                  <a:srgbClr val="123247"/>
                </a:solidFill>
                <a:latin typeface="DejaVu Sans"/>
                <a:ea typeface="DejaVu Sans"/>
                <a:cs typeface="DejaVu Sans"/>
              </a:rPr>
              <a:t>1. Atribuir ao centro mais próximo   2. Atualizar os centros   3. Repetir</a:t>
            </a:r>
          </a:p>
        </p:txBody>
      </p:sp>
    </p:spTree>
    <p:extLst>
      <p:ext uri="{BB962C8B-B14F-4D97-AF65-F5344CB8AC3E}">
        <p14:creationId xmlns:p14="http://schemas.microsoft.com/office/powerpoint/2010/main" val="1972656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1" name="texto">
            <a:extLst>
              <a:ext uri="{FF2B5EF4-FFF2-40B4-BE49-F238E27FC236}">
                <a16:creationId xmlns:a16="http://schemas.microsoft.com/office/drawing/2014/main" id="{B131A617-4A95-489D-B546-7B6E25EEA740}"/>
              </a:ext>
            </a:extLst>
          </p:cNvPr>
          <p:cNvSpPr>
            <a:spLocks noGrp="1"/>
          </p:cNvSpPr>
          <p:nvPr/>
        </p:nvSpPr>
        <p:spPr>
          <a:xfrm>
            <a:off x="609600" y="285750"/>
            <a:ext cx="10668000" cy="247650"/>
          </a:xfrm>
          <a:prstGeom prst="rect">
            <a:avLst/>
          </a:prstGeom>
          <a:noFill/>
          <a:ln w="0">
            <a:noFill/>
            <a:prstDash val="solid"/>
          </a:ln>
        </p:spPr>
        <p:txBody>
          <a:bodyPr wrap="square" lIns="0" tIns="0" rIns="0" bIns="0" anchor="t">
            <a:noAutofit/>
          </a:bodyPr>
          <a:lstStyle>
            <a:defPPr algn="l">
              <a:defRPr sz="1275" b="1">
                <a:solidFill>
                  <a:srgbClr val="087F88"/>
                </a:solidFill>
                <a:latin typeface="DejaVu Sans"/>
                <a:ea typeface="DejaVu Sans"/>
                <a:cs typeface="DejaVu Sans"/>
              </a:defRPr>
            </a:defPPr>
            <a:lvl1pPr algn="l">
              <a:defRPr sz="1275" b="1">
                <a:solidFill>
                  <a:srgbClr val="087F88"/>
                </a:solidFill>
                <a:latin typeface="DejaVu Sans"/>
                <a:ea typeface="DejaVu Sans"/>
                <a:cs typeface="DejaVu Sans"/>
              </a:defRPr>
            </a:lvl1pPr>
            <a:lvl2pPr algn="l">
              <a:defRPr sz="1275" b="1">
                <a:solidFill>
                  <a:srgbClr val="087F88"/>
                </a:solidFill>
                <a:latin typeface="DejaVu Sans"/>
                <a:ea typeface="DejaVu Sans"/>
                <a:cs typeface="DejaVu Sans"/>
              </a:defRPr>
            </a:lvl2pPr>
            <a:lvl3pPr algn="l">
              <a:defRPr sz="1275" b="1">
                <a:solidFill>
                  <a:srgbClr val="087F88"/>
                </a:solidFill>
                <a:latin typeface="DejaVu Sans"/>
                <a:ea typeface="DejaVu Sans"/>
                <a:cs typeface="DejaVu Sans"/>
              </a:defRPr>
            </a:lvl3pPr>
            <a:lvl4pPr algn="l">
              <a:defRPr sz="1275" b="1">
                <a:solidFill>
                  <a:srgbClr val="087F88"/>
                </a:solidFill>
                <a:latin typeface="DejaVu Sans"/>
                <a:ea typeface="DejaVu Sans"/>
                <a:cs typeface="DejaVu Sans"/>
              </a:defRPr>
            </a:lvl4pPr>
            <a:lvl5pPr algn="l">
              <a:defRPr sz="1275" b="1">
                <a:solidFill>
                  <a:srgbClr val="087F88"/>
                </a:solidFill>
                <a:latin typeface="DejaVu Sans"/>
                <a:ea typeface="DejaVu Sans"/>
                <a:cs typeface="DejaVu Sans"/>
              </a:defRPr>
            </a:lvl5pPr>
            <a:lvl6pPr algn="l">
              <a:defRPr sz="1275" b="1">
                <a:solidFill>
                  <a:srgbClr val="087F88"/>
                </a:solidFill>
                <a:latin typeface="DejaVu Sans"/>
                <a:ea typeface="DejaVu Sans"/>
                <a:cs typeface="DejaVu Sans"/>
              </a:defRPr>
            </a:lvl6pPr>
            <a:lvl7pPr algn="l">
              <a:defRPr sz="1275" b="1">
                <a:solidFill>
                  <a:srgbClr val="087F88"/>
                </a:solidFill>
                <a:latin typeface="DejaVu Sans"/>
                <a:ea typeface="DejaVu Sans"/>
                <a:cs typeface="DejaVu Sans"/>
              </a:defRPr>
            </a:lvl7pPr>
            <a:lvl8pPr algn="l">
              <a:defRPr sz="1275" b="1">
                <a:solidFill>
                  <a:srgbClr val="087F88"/>
                </a:solidFill>
                <a:latin typeface="DejaVu Sans"/>
                <a:ea typeface="DejaVu Sans"/>
                <a:cs typeface="DejaVu Sans"/>
              </a:defRPr>
            </a:lvl8pPr>
            <a:lvl9pPr algn="l">
              <a:defRPr sz="1275" b="1">
                <a:solidFill>
                  <a:srgbClr val="087F88"/>
                </a:solidFill>
                <a:latin typeface="DejaVu Sans"/>
                <a:ea typeface="DejaVu Sans"/>
                <a:cs typeface="DejaVu Sans"/>
              </a:defRPr>
            </a:lvl9pPr>
          </a:lstStyle>
          <a:p>
            <a:pPr algn="l">
              <a:defRPr sz="1275" b="1">
                <a:solidFill>
                  <a:srgbClr val="087F88"/>
                </a:solidFill>
                <a:latin typeface="DejaVu Sans"/>
                <a:ea typeface="DejaVu Sans"/>
                <a:cs typeface="DejaVu Sans"/>
              </a:defRPr>
            </a:pPr>
            <a:r>
              <a:rPr sz="1275" b="1">
                <a:solidFill>
                  <a:srgbClr val="087F88"/>
                </a:solidFill>
                <a:latin typeface="DejaVu Sans"/>
                <a:ea typeface="DejaVu Sans"/>
                <a:cs typeface="DejaVu Sans"/>
              </a:rPr>
              <a:t>CLUSTERIZAÇÃO · WARD</a:t>
            </a:r>
          </a:p>
        </p:txBody>
      </p:sp>
      <p:sp>
        <p:nvSpPr>
          <p:cNvPr id="2" name="texto">
            <a:extLst>
              <a:ext uri="{FF2B5EF4-FFF2-40B4-BE49-F238E27FC236}">
                <a16:creationId xmlns:a16="http://schemas.microsoft.com/office/drawing/2014/main" id="{0B4F76D4-95E2-47BD-B000-0440A1352475}"/>
              </a:ext>
            </a:extLst>
          </p:cNvPr>
          <p:cNvSpPr>
            <a:spLocks noGrp="1"/>
          </p:cNvSpPr>
          <p:nvPr/>
        </p:nvSpPr>
        <p:spPr>
          <a:xfrm>
            <a:off x="609600" y="685800"/>
            <a:ext cx="10972800" cy="1028700"/>
          </a:xfrm>
          <a:prstGeom prst="rect">
            <a:avLst/>
          </a:prstGeom>
          <a:noFill/>
          <a:ln w="0">
            <a:noFill/>
            <a:prstDash val="solid"/>
          </a:ln>
        </p:spPr>
        <p:txBody>
          <a:bodyPr wrap="square" lIns="0" tIns="0" rIns="0" bIns="0" anchor="t">
            <a:noAutofit/>
          </a:bodyPr>
          <a:lstStyle>
            <a:defPPr algn="l">
              <a:defRPr sz="3225" b="1">
                <a:solidFill>
                  <a:srgbClr val="123247"/>
                </a:solidFill>
                <a:latin typeface="DejaVu Sans"/>
                <a:ea typeface="DejaVu Sans"/>
                <a:cs typeface="DejaVu Sans"/>
              </a:defRPr>
            </a:defPPr>
            <a:lvl1pPr algn="l">
              <a:defRPr sz="3225" b="1">
                <a:solidFill>
                  <a:srgbClr val="123247"/>
                </a:solidFill>
                <a:latin typeface="DejaVu Sans"/>
                <a:ea typeface="DejaVu Sans"/>
                <a:cs typeface="DejaVu Sans"/>
              </a:defRPr>
            </a:lvl1pPr>
            <a:lvl2pPr algn="l">
              <a:defRPr sz="3225" b="1">
                <a:solidFill>
                  <a:srgbClr val="123247"/>
                </a:solidFill>
                <a:latin typeface="DejaVu Sans"/>
                <a:ea typeface="DejaVu Sans"/>
                <a:cs typeface="DejaVu Sans"/>
              </a:defRPr>
            </a:lvl2pPr>
            <a:lvl3pPr algn="l">
              <a:defRPr sz="3225" b="1">
                <a:solidFill>
                  <a:srgbClr val="123247"/>
                </a:solidFill>
                <a:latin typeface="DejaVu Sans"/>
                <a:ea typeface="DejaVu Sans"/>
                <a:cs typeface="DejaVu Sans"/>
              </a:defRPr>
            </a:lvl3pPr>
            <a:lvl4pPr algn="l">
              <a:defRPr sz="3225" b="1">
                <a:solidFill>
                  <a:srgbClr val="123247"/>
                </a:solidFill>
                <a:latin typeface="DejaVu Sans"/>
                <a:ea typeface="DejaVu Sans"/>
                <a:cs typeface="DejaVu Sans"/>
              </a:defRPr>
            </a:lvl4pPr>
            <a:lvl5pPr algn="l">
              <a:defRPr sz="3225" b="1">
                <a:solidFill>
                  <a:srgbClr val="123247"/>
                </a:solidFill>
                <a:latin typeface="DejaVu Sans"/>
                <a:ea typeface="DejaVu Sans"/>
                <a:cs typeface="DejaVu Sans"/>
              </a:defRPr>
            </a:lvl5pPr>
            <a:lvl6pPr algn="l">
              <a:defRPr sz="3225" b="1">
                <a:solidFill>
                  <a:srgbClr val="123247"/>
                </a:solidFill>
                <a:latin typeface="DejaVu Sans"/>
                <a:ea typeface="DejaVu Sans"/>
                <a:cs typeface="DejaVu Sans"/>
              </a:defRPr>
            </a:lvl6pPr>
            <a:lvl7pPr algn="l">
              <a:defRPr sz="3225" b="1">
                <a:solidFill>
                  <a:srgbClr val="123247"/>
                </a:solidFill>
                <a:latin typeface="DejaVu Sans"/>
                <a:ea typeface="DejaVu Sans"/>
                <a:cs typeface="DejaVu Sans"/>
              </a:defRPr>
            </a:lvl7pPr>
            <a:lvl8pPr algn="l">
              <a:defRPr sz="3225" b="1">
                <a:solidFill>
                  <a:srgbClr val="123247"/>
                </a:solidFill>
                <a:latin typeface="DejaVu Sans"/>
                <a:ea typeface="DejaVu Sans"/>
                <a:cs typeface="DejaVu Sans"/>
              </a:defRPr>
            </a:lvl8pPr>
            <a:lvl9pPr algn="l">
              <a:defRPr sz="3225" b="1">
                <a:solidFill>
                  <a:srgbClr val="123247"/>
                </a:solidFill>
                <a:latin typeface="DejaVu Sans"/>
                <a:ea typeface="DejaVu Sans"/>
                <a:cs typeface="DejaVu Sans"/>
              </a:defRPr>
            </a:lvl9pPr>
          </a:lstStyle>
          <a:p>
            <a:pPr algn="l">
              <a:defRPr sz="3225" b="1">
                <a:solidFill>
                  <a:srgbClr val="123247"/>
                </a:solidFill>
                <a:latin typeface="DejaVu Sans"/>
                <a:ea typeface="DejaVu Sans"/>
                <a:cs typeface="DejaVu Sans"/>
              </a:defRPr>
            </a:pPr>
            <a:r>
              <a:rPr sz="3225" b="1">
                <a:solidFill>
                  <a:srgbClr val="123247"/>
                </a:solidFill>
                <a:latin typeface="DejaVu Sans"/>
                <a:ea typeface="DejaVu Sans"/>
                <a:cs typeface="DejaVu Sans"/>
              </a:rPr>
              <a:t>Ward: uma hierarquia de fusões</a:t>
            </a:r>
          </a:p>
        </p:txBody>
      </p:sp>
      <p:sp>
        <p:nvSpPr>
          <p:cNvPr id="3" name="texto">
            <a:extLst>
              <a:ext uri="{FF2B5EF4-FFF2-40B4-BE49-F238E27FC236}">
                <a16:creationId xmlns:a16="http://schemas.microsoft.com/office/drawing/2014/main" id="{23314B09-2229-4187-87C6-1812E9FA1BA5}"/>
              </a:ext>
            </a:extLst>
          </p:cNvPr>
          <p:cNvSpPr>
            <a:spLocks noGrp="1"/>
          </p:cNvSpPr>
          <p:nvPr/>
        </p:nvSpPr>
        <p:spPr>
          <a:xfrm>
            <a:off x="609600" y="6096000"/>
            <a:ext cx="10763250" cy="228600"/>
          </a:xfrm>
          <a:prstGeom prst="rect">
            <a:avLst/>
          </a:prstGeom>
          <a:noFill/>
          <a:ln w="0">
            <a:noFill/>
            <a:prstDash val="solid"/>
          </a:ln>
        </p:spPr>
        <p:txBody>
          <a:bodyPr wrap="square" lIns="0" tIns="0" rIns="0" bIns="0" anchor="t">
            <a:noAutofit/>
          </a:bodyPr>
          <a:lstStyle>
            <a:defPPr algn="l">
              <a:defRPr sz="1050" b="0">
                <a:solidFill>
                  <a:srgbClr val="526873"/>
                </a:solidFill>
                <a:latin typeface="DejaVu Sans"/>
                <a:ea typeface="DejaVu Sans"/>
                <a:cs typeface="DejaVu Sans"/>
              </a:defRPr>
            </a:defPPr>
            <a:lvl1pPr algn="l">
              <a:defRPr sz="1050" b="0">
                <a:solidFill>
                  <a:srgbClr val="526873"/>
                </a:solidFill>
                <a:latin typeface="DejaVu Sans"/>
                <a:ea typeface="DejaVu Sans"/>
                <a:cs typeface="DejaVu Sans"/>
              </a:defRPr>
            </a:lvl1pPr>
            <a:lvl2pPr algn="l">
              <a:defRPr sz="1050" b="0">
                <a:solidFill>
                  <a:srgbClr val="526873"/>
                </a:solidFill>
                <a:latin typeface="DejaVu Sans"/>
                <a:ea typeface="DejaVu Sans"/>
                <a:cs typeface="DejaVu Sans"/>
              </a:defRPr>
            </a:lvl2pPr>
            <a:lvl3pPr algn="l">
              <a:defRPr sz="1050" b="0">
                <a:solidFill>
                  <a:srgbClr val="526873"/>
                </a:solidFill>
                <a:latin typeface="DejaVu Sans"/>
                <a:ea typeface="DejaVu Sans"/>
                <a:cs typeface="DejaVu Sans"/>
              </a:defRPr>
            </a:lvl3pPr>
            <a:lvl4pPr algn="l">
              <a:defRPr sz="1050" b="0">
                <a:solidFill>
                  <a:srgbClr val="526873"/>
                </a:solidFill>
                <a:latin typeface="DejaVu Sans"/>
                <a:ea typeface="DejaVu Sans"/>
                <a:cs typeface="DejaVu Sans"/>
              </a:defRPr>
            </a:lvl4pPr>
            <a:lvl5pPr algn="l">
              <a:defRPr sz="1050" b="0">
                <a:solidFill>
                  <a:srgbClr val="526873"/>
                </a:solidFill>
                <a:latin typeface="DejaVu Sans"/>
                <a:ea typeface="DejaVu Sans"/>
                <a:cs typeface="DejaVu Sans"/>
              </a:defRPr>
            </a:lvl5pPr>
            <a:lvl6pPr algn="l">
              <a:defRPr sz="1050" b="0">
                <a:solidFill>
                  <a:srgbClr val="526873"/>
                </a:solidFill>
                <a:latin typeface="DejaVu Sans"/>
                <a:ea typeface="DejaVu Sans"/>
                <a:cs typeface="DejaVu Sans"/>
              </a:defRPr>
            </a:lvl6pPr>
            <a:lvl7pPr algn="l">
              <a:defRPr sz="1050" b="0">
                <a:solidFill>
                  <a:srgbClr val="526873"/>
                </a:solidFill>
                <a:latin typeface="DejaVu Sans"/>
                <a:ea typeface="DejaVu Sans"/>
                <a:cs typeface="DejaVu Sans"/>
              </a:defRPr>
            </a:lvl7pPr>
            <a:lvl8pPr algn="l">
              <a:defRPr sz="1050" b="0">
                <a:solidFill>
                  <a:srgbClr val="526873"/>
                </a:solidFill>
                <a:latin typeface="DejaVu Sans"/>
                <a:ea typeface="DejaVu Sans"/>
                <a:cs typeface="DejaVu Sans"/>
              </a:defRPr>
            </a:lvl8pPr>
            <a:lvl9pPr algn="l">
              <a:defRPr sz="1050" b="0">
                <a:solidFill>
                  <a:srgbClr val="526873"/>
                </a:solidFill>
                <a:latin typeface="DejaVu Sans"/>
                <a:ea typeface="DejaVu Sans"/>
                <a:cs typeface="DejaVu Sans"/>
              </a:defRPr>
            </a:lvl9pPr>
          </a:lstStyle>
          <a:p>
            <a:pPr algn="l">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EXEMPLO SINTÉTICO · elaboração didática · dendrograma das mesmas 30 bacias.</a:t>
            </a:r>
          </a:p>
        </p:txBody>
      </p:sp>
      <p:sp>
        <p:nvSpPr>
          <p:cNvPr id="4" name="Straight Connector 3">
            <a:extLst>
              <a:ext uri="{FF2B5EF4-FFF2-40B4-BE49-F238E27FC236}">
                <a16:creationId xmlns:a16="http://schemas.microsoft.com/office/drawing/2014/main" id="{3F466351-1D19-437D-A65E-E3A3ABE7A003}"/>
              </a:ext>
            </a:extLst>
          </p:cNvPr>
          <p:cNvSpPr>
            <a:spLocks noGrp="1"/>
          </p:cNvSpPr>
          <p:nvPr/>
        </p:nvSpPr>
        <p:spPr>
          <a:xfrm>
            <a:off x="609600" y="6438900"/>
            <a:ext cx="10972800" cy="0"/>
          </a:xfrm>
          <a:prstGeom prst="line">
            <a:avLst/>
          </a:prstGeom>
          <a:noFill/>
          <a:ln w="9525">
            <a:solidFill>
              <a:srgbClr val="DCE3E3"/>
            </a:solidFill>
            <a:prstDash val="solid"/>
          </a:ln>
        </p:spPr>
        <p:txBody>
          <a:bodyPr/>
          <a:lstStyle/>
          <a:p>
            <a:endParaRPr lang="en-GB"/>
          </a:p>
        </p:txBody>
      </p:sp>
      <p:sp>
        <p:nvSpPr>
          <p:cNvPr id="5" name="texto">
            <a:extLst>
              <a:ext uri="{FF2B5EF4-FFF2-40B4-BE49-F238E27FC236}">
                <a16:creationId xmlns:a16="http://schemas.microsoft.com/office/drawing/2014/main" id="{F73C76C4-901F-4723-A8AA-9A7FC887D33D}"/>
              </a:ext>
            </a:extLst>
          </p:cNvPr>
          <p:cNvSpPr>
            <a:spLocks noGrp="1"/>
          </p:cNvSpPr>
          <p:nvPr/>
        </p:nvSpPr>
        <p:spPr>
          <a:xfrm>
            <a:off x="609600" y="6543675"/>
            <a:ext cx="8572500" cy="190500"/>
          </a:xfrm>
          <a:prstGeom prst="rect">
            <a:avLst/>
          </a:prstGeom>
          <a:noFill/>
          <a:ln w="0">
            <a:noFill/>
            <a:prstDash val="solid"/>
          </a:ln>
        </p:spPr>
        <p:txBody>
          <a:bodyPr wrap="square" lIns="0" tIns="0" rIns="0" bIns="0" anchor="t">
            <a:noAutofit/>
          </a:bodyPr>
          <a:lstStyle>
            <a:defPPr algn="l">
              <a:defRPr sz="975" b="0">
                <a:solidFill>
                  <a:srgbClr val="526873"/>
                </a:solidFill>
                <a:latin typeface="DejaVu Sans"/>
                <a:ea typeface="DejaVu Sans"/>
                <a:cs typeface="DejaVu Sans"/>
              </a:defRPr>
            </a:defPPr>
            <a:lvl1pPr algn="l">
              <a:defRPr sz="975" b="0">
                <a:solidFill>
                  <a:srgbClr val="526873"/>
                </a:solidFill>
                <a:latin typeface="DejaVu Sans"/>
                <a:ea typeface="DejaVu Sans"/>
                <a:cs typeface="DejaVu Sans"/>
              </a:defRPr>
            </a:lvl1pPr>
            <a:lvl2pPr algn="l">
              <a:defRPr sz="975" b="0">
                <a:solidFill>
                  <a:srgbClr val="526873"/>
                </a:solidFill>
                <a:latin typeface="DejaVu Sans"/>
                <a:ea typeface="DejaVu Sans"/>
                <a:cs typeface="DejaVu Sans"/>
              </a:defRPr>
            </a:lvl2pPr>
            <a:lvl3pPr algn="l">
              <a:defRPr sz="975" b="0">
                <a:solidFill>
                  <a:srgbClr val="526873"/>
                </a:solidFill>
                <a:latin typeface="DejaVu Sans"/>
                <a:ea typeface="DejaVu Sans"/>
                <a:cs typeface="DejaVu Sans"/>
              </a:defRPr>
            </a:lvl3pPr>
            <a:lvl4pPr algn="l">
              <a:defRPr sz="975" b="0">
                <a:solidFill>
                  <a:srgbClr val="526873"/>
                </a:solidFill>
                <a:latin typeface="DejaVu Sans"/>
                <a:ea typeface="DejaVu Sans"/>
                <a:cs typeface="DejaVu Sans"/>
              </a:defRPr>
            </a:lvl4pPr>
            <a:lvl5pPr algn="l">
              <a:defRPr sz="975" b="0">
                <a:solidFill>
                  <a:srgbClr val="526873"/>
                </a:solidFill>
                <a:latin typeface="DejaVu Sans"/>
                <a:ea typeface="DejaVu Sans"/>
                <a:cs typeface="DejaVu Sans"/>
              </a:defRPr>
            </a:lvl5pPr>
            <a:lvl6pPr algn="l">
              <a:defRPr sz="975" b="0">
                <a:solidFill>
                  <a:srgbClr val="526873"/>
                </a:solidFill>
                <a:latin typeface="DejaVu Sans"/>
                <a:ea typeface="DejaVu Sans"/>
                <a:cs typeface="DejaVu Sans"/>
              </a:defRPr>
            </a:lvl6pPr>
            <a:lvl7pPr algn="l">
              <a:defRPr sz="975" b="0">
                <a:solidFill>
                  <a:srgbClr val="526873"/>
                </a:solidFill>
                <a:latin typeface="DejaVu Sans"/>
                <a:ea typeface="DejaVu Sans"/>
                <a:cs typeface="DejaVu Sans"/>
              </a:defRPr>
            </a:lvl7pPr>
            <a:lvl8pPr algn="l">
              <a:defRPr sz="975" b="0">
                <a:solidFill>
                  <a:srgbClr val="526873"/>
                </a:solidFill>
                <a:latin typeface="DejaVu Sans"/>
                <a:ea typeface="DejaVu Sans"/>
                <a:cs typeface="DejaVu Sans"/>
              </a:defRPr>
            </a:lvl8pPr>
            <a:lvl9pPr algn="l">
              <a:defRPr sz="975" b="0">
                <a:solidFill>
                  <a:srgbClr val="526873"/>
                </a:solidFill>
                <a:latin typeface="DejaVu Sans"/>
                <a:ea typeface="DejaVu Sans"/>
                <a:cs typeface="DejaVu Sans"/>
              </a:defRPr>
            </a:lvl9pPr>
          </a:lstStyle>
          <a:p>
            <a:pPr algn="l">
              <a:defRPr sz="975" b="0">
                <a:solidFill>
                  <a:srgbClr val="526873"/>
                </a:solidFill>
                <a:latin typeface="DejaVu Sans"/>
                <a:ea typeface="DejaVu Sans"/>
                <a:cs typeface="DejaVu Sans"/>
              </a:defRPr>
            </a:pPr>
            <a:r>
              <a:rPr sz="975" b="0">
                <a:solidFill>
                  <a:srgbClr val="526873"/>
                </a:solidFill>
                <a:latin typeface="DejaVu Sans"/>
                <a:ea typeface="DejaVu Sans"/>
                <a:cs typeface="DejaVu Sans"/>
              </a:rPr>
              <a:t>REGIONALIZAÇÃO DE VAZÕES</a:t>
            </a:r>
          </a:p>
        </p:txBody>
      </p:sp>
      <p:sp>
        <p:nvSpPr>
          <p:cNvPr id="6" name="texto">
            <a:extLst>
              <a:ext uri="{FF2B5EF4-FFF2-40B4-BE49-F238E27FC236}">
                <a16:creationId xmlns:a16="http://schemas.microsoft.com/office/drawing/2014/main" id="{CFECE8A0-ED45-4FC6-975B-026AEE62135F}"/>
              </a:ext>
            </a:extLst>
          </p:cNvPr>
          <p:cNvSpPr>
            <a:spLocks noGrp="1"/>
          </p:cNvSpPr>
          <p:nvPr/>
        </p:nvSpPr>
        <p:spPr>
          <a:xfrm>
            <a:off x="10620375" y="6534150"/>
            <a:ext cx="962025" cy="209550"/>
          </a:xfrm>
          <a:prstGeom prst="rect">
            <a:avLst/>
          </a:prstGeom>
          <a:noFill/>
          <a:ln w="0">
            <a:noFill/>
            <a:prstDash val="solid"/>
          </a:ln>
        </p:spPr>
        <p:txBody>
          <a:bodyPr wrap="square" lIns="0" tIns="0" rIns="0" bIns="0" anchor="t">
            <a:noAutofit/>
          </a:bodyPr>
          <a:lstStyle>
            <a:defPPr algn="r">
              <a:defRPr sz="1050" b="0">
                <a:solidFill>
                  <a:srgbClr val="526873"/>
                </a:solidFill>
                <a:latin typeface="DejaVu Sans"/>
                <a:ea typeface="DejaVu Sans"/>
                <a:cs typeface="DejaVu Sans"/>
              </a:defRPr>
            </a:defPPr>
            <a:lvl1pPr algn="r">
              <a:defRPr sz="1050" b="0">
                <a:solidFill>
                  <a:srgbClr val="526873"/>
                </a:solidFill>
                <a:latin typeface="DejaVu Sans"/>
                <a:ea typeface="DejaVu Sans"/>
                <a:cs typeface="DejaVu Sans"/>
              </a:defRPr>
            </a:lvl1pPr>
            <a:lvl2pPr algn="r">
              <a:defRPr sz="1050" b="0">
                <a:solidFill>
                  <a:srgbClr val="526873"/>
                </a:solidFill>
                <a:latin typeface="DejaVu Sans"/>
                <a:ea typeface="DejaVu Sans"/>
                <a:cs typeface="DejaVu Sans"/>
              </a:defRPr>
            </a:lvl2pPr>
            <a:lvl3pPr algn="r">
              <a:defRPr sz="1050" b="0">
                <a:solidFill>
                  <a:srgbClr val="526873"/>
                </a:solidFill>
                <a:latin typeface="DejaVu Sans"/>
                <a:ea typeface="DejaVu Sans"/>
                <a:cs typeface="DejaVu Sans"/>
              </a:defRPr>
            </a:lvl3pPr>
            <a:lvl4pPr algn="r">
              <a:defRPr sz="1050" b="0">
                <a:solidFill>
                  <a:srgbClr val="526873"/>
                </a:solidFill>
                <a:latin typeface="DejaVu Sans"/>
                <a:ea typeface="DejaVu Sans"/>
                <a:cs typeface="DejaVu Sans"/>
              </a:defRPr>
            </a:lvl4pPr>
            <a:lvl5pPr algn="r">
              <a:defRPr sz="1050" b="0">
                <a:solidFill>
                  <a:srgbClr val="526873"/>
                </a:solidFill>
                <a:latin typeface="DejaVu Sans"/>
                <a:ea typeface="DejaVu Sans"/>
                <a:cs typeface="DejaVu Sans"/>
              </a:defRPr>
            </a:lvl5pPr>
            <a:lvl6pPr algn="r">
              <a:defRPr sz="1050" b="0">
                <a:solidFill>
                  <a:srgbClr val="526873"/>
                </a:solidFill>
                <a:latin typeface="DejaVu Sans"/>
                <a:ea typeface="DejaVu Sans"/>
                <a:cs typeface="DejaVu Sans"/>
              </a:defRPr>
            </a:lvl6pPr>
            <a:lvl7pPr algn="r">
              <a:defRPr sz="1050" b="0">
                <a:solidFill>
                  <a:srgbClr val="526873"/>
                </a:solidFill>
                <a:latin typeface="DejaVu Sans"/>
                <a:ea typeface="DejaVu Sans"/>
                <a:cs typeface="DejaVu Sans"/>
              </a:defRPr>
            </a:lvl7pPr>
            <a:lvl8pPr algn="r">
              <a:defRPr sz="1050" b="0">
                <a:solidFill>
                  <a:srgbClr val="526873"/>
                </a:solidFill>
                <a:latin typeface="DejaVu Sans"/>
                <a:ea typeface="DejaVu Sans"/>
                <a:cs typeface="DejaVu Sans"/>
              </a:defRPr>
            </a:lvl8pPr>
            <a:lvl9pPr algn="r">
              <a:defRPr sz="1050" b="0">
                <a:solidFill>
                  <a:srgbClr val="526873"/>
                </a:solidFill>
                <a:latin typeface="DejaVu Sans"/>
                <a:ea typeface="DejaVu Sans"/>
                <a:cs typeface="DejaVu Sans"/>
              </a:defRPr>
            </a:lvl9pPr>
          </a:lstStyle>
          <a:p>
            <a:pPr algn="r">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11 / 38</a:t>
            </a:r>
          </a:p>
        </p:txBody>
      </p:sp>
      <p:graphicFrame>
        <p:nvGraphicFramePr>
          <p:cNvPr id="7" name="Chart">
            <a:extLst>
              <a:ext uri="{FF2B5EF4-FFF2-40B4-BE49-F238E27FC236}">
                <a16:creationId xmlns:a16="http://schemas.microsoft.com/office/drawing/2014/main" id="{602C0CED-A5F9-404D-B186-11397650F18B}"/>
              </a:ext>
            </a:extLst>
          </p:cNvPr>
          <p:cNvGraphicFramePr/>
          <p:nvPr/>
        </p:nvGraphicFramePr>
        <p:xfrm>
          <a:off x="609600" y="1771650"/>
          <a:ext cx="7715250" cy="3590925"/>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o">
            <a:extLst>
              <a:ext uri="{FF2B5EF4-FFF2-40B4-BE49-F238E27FC236}">
                <a16:creationId xmlns:a16="http://schemas.microsoft.com/office/drawing/2014/main" id="{6883E18B-893D-4C6E-A2A0-1C3DD37D57B0}"/>
              </a:ext>
            </a:extLst>
          </p:cNvPr>
          <p:cNvSpPr>
            <a:spLocks noGrp="1"/>
          </p:cNvSpPr>
          <p:nvPr/>
        </p:nvSpPr>
        <p:spPr>
          <a:xfrm>
            <a:off x="8763000" y="2076450"/>
            <a:ext cx="2714625" cy="400050"/>
          </a:xfrm>
          <a:prstGeom prst="rect">
            <a:avLst/>
          </a:prstGeom>
          <a:noFill/>
          <a:ln w="0">
            <a:noFill/>
            <a:prstDash val="solid"/>
          </a:ln>
        </p:spPr>
        <p:txBody>
          <a:bodyPr wrap="square" lIns="0" tIns="0" rIns="0" bIns="0" anchor="t">
            <a:noAutofit/>
          </a:bodyPr>
          <a:lstStyle>
            <a:defPPr algn="l">
              <a:defRPr sz="2250" b="1">
                <a:solidFill>
                  <a:srgbClr val="087F88"/>
                </a:solidFill>
                <a:latin typeface="DejaVu Sans"/>
                <a:ea typeface="DejaVu Sans"/>
                <a:cs typeface="DejaVu Sans"/>
              </a:defRPr>
            </a:defPPr>
            <a:lvl1pPr algn="l">
              <a:defRPr sz="2250" b="1">
                <a:solidFill>
                  <a:srgbClr val="087F88"/>
                </a:solidFill>
                <a:latin typeface="DejaVu Sans"/>
                <a:ea typeface="DejaVu Sans"/>
                <a:cs typeface="DejaVu Sans"/>
              </a:defRPr>
            </a:lvl1pPr>
            <a:lvl2pPr algn="l">
              <a:defRPr sz="2250" b="1">
                <a:solidFill>
                  <a:srgbClr val="087F88"/>
                </a:solidFill>
                <a:latin typeface="DejaVu Sans"/>
                <a:ea typeface="DejaVu Sans"/>
                <a:cs typeface="DejaVu Sans"/>
              </a:defRPr>
            </a:lvl2pPr>
            <a:lvl3pPr algn="l">
              <a:defRPr sz="2250" b="1">
                <a:solidFill>
                  <a:srgbClr val="087F88"/>
                </a:solidFill>
                <a:latin typeface="DejaVu Sans"/>
                <a:ea typeface="DejaVu Sans"/>
                <a:cs typeface="DejaVu Sans"/>
              </a:defRPr>
            </a:lvl3pPr>
            <a:lvl4pPr algn="l">
              <a:defRPr sz="2250" b="1">
                <a:solidFill>
                  <a:srgbClr val="087F88"/>
                </a:solidFill>
                <a:latin typeface="DejaVu Sans"/>
                <a:ea typeface="DejaVu Sans"/>
                <a:cs typeface="DejaVu Sans"/>
              </a:defRPr>
            </a:lvl4pPr>
            <a:lvl5pPr algn="l">
              <a:defRPr sz="2250" b="1">
                <a:solidFill>
                  <a:srgbClr val="087F88"/>
                </a:solidFill>
                <a:latin typeface="DejaVu Sans"/>
                <a:ea typeface="DejaVu Sans"/>
                <a:cs typeface="DejaVu Sans"/>
              </a:defRPr>
            </a:lvl5pPr>
            <a:lvl6pPr algn="l">
              <a:defRPr sz="2250" b="1">
                <a:solidFill>
                  <a:srgbClr val="087F88"/>
                </a:solidFill>
                <a:latin typeface="DejaVu Sans"/>
                <a:ea typeface="DejaVu Sans"/>
                <a:cs typeface="DejaVu Sans"/>
              </a:defRPr>
            </a:lvl6pPr>
            <a:lvl7pPr algn="l">
              <a:defRPr sz="2250" b="1">
                <a:solidFill>
                  <a:srgbClr val="087F88"/>
                </a:solidFill>
                <a:latin typeface="DejaVu Sans"/>
                <a:ea typeface="DejaVu Sans"/>
                <a:cs typeface="DejaVu Sans"/>
              </a:defRPr>
            </a:lvl7pPr>
            <a:lvl8pPr algn="l">
              <a:defRPr sz="2250" b="1">
                <a:solidFill>
                  <a:srgbClr val="087F88"/>
                </a:solidFill>
                <a:latin typeface="DejaVu Sans"/>
                <a:ea typeface="DejaVu Sans"/>
                <a:cs typeface="DejaVu Sans"/>
              </a:defRPr>
            </a:lvl8pPr>
            <a:lvl9pPr algn="l">
              <a:defRPr sz="2250" b="1">
                <a:solidFill>
                  <a:srgbClr val="087F88"/>
                </a:solidFill>
                <a:latin typeface="DejaVu Sans"/>
                <a:ea typeface="DejaVu Sans"/>
                <a:cs typeface="DejaVu Sans"/>
              </a:defRPr>
            </a:lvl9pPr>
          </a:lstStyle>
          <a:p>
            <a:pPr algn="l">
              <a:defRPr sz="2250" b="1">
                <a:solidFill>
                  <a:srgbClr val="087F88"/>
                </a:solidFill>
                <a:latin typeface="DejaVu Sans"/>
                <a:ea typeface="DejaVu Sans"/>
                <a:cs typeface="DejaVu Sans"/>
              </a:defRPr>
            </a:pPr>
            <a:r>
              <a:rPr sz="2250" b="1">
                <a:solidFill>
                  <a:srgbClr val="087F88"/>
                </a:solidFill>
                <a:latin typeface="DejaVu Sans"/>
                <a:ea typeface="DejaVu Sans"/>
                <a:cs typeface="DejaVu Sans"/>
              </a:rPr>
              <a:t>Hierarquia</a:t>
            </a:r>
          </a:p>
        </p:txBody>
      </p:sp>
      <p:sp>
        <p:nvSpPr>
          <p:cNvPr id="9" name="texto">
            <a:extLst>
              <a:ext uri="{FF2B5EF4-FFF2-40B4-BE49-F238E27FC236}">
                <a16:creationId xmlns:a16="http://schemas.microsoft.com/office/drawing/2014/main" id="{A85118AF-320C-45DD-A9F1-812933D273FF}"/>
              </a:ext>
            </a:extLst>
          </p:cNvPr>
          <p:cNvSpPr>
            <a:spLocks noGrp="1"/>
          </p:cNvSpPr>
          <p:nvPr/>
        </p:nvSpPr>
        <p:spPr>
          <a:xfrm>
            <a:off x="8763000" y="2571750"/>
            <a:ext cx="2714625" cy="1428750"/>
          </a:xfrm>
          <a:prstGeom prst="rect">
            <a:avLst/>
          </a:prstGeom>
          <a:noFill/>
          <a:ln w="0">
            <a:noFill/>
            <a:prstDash val="solid"/>
          </a:ln>
        </p:spPr>
        <p:txBody>
          <a:bodyPr wrap="square" lIns="0" tIns="0" rIns="0" bIns="0" anchor="t">
            <a:noAutofit/>
          </a:bodyPr>
          <a:lstStyle>
            <a:defPPr algn="l">
              <a:defRPr sz="1875" b="0">
                <a:solidFill>
                  <a:srgbClr val="193647"/>
                </a:solidFill>
                <a:latin typeface="DejaVu Sans"/>
                <a:ea typeface="DejaVu Sans"/>
                <a:cs typeface="DejaVu Sans"/>
              </a:defRPr>
            </a:defPPr>
            <a:lvl1pPr algn="l">
              <a:defRPr sz="1875" b="0">
                <a:solidFill>
                  <a:srgbClr val="193647"/>
                </a:solidFill>
                <a:latin typeface="DejaVu Sans"/>
                <a:ea typeface="DejaVu Sans"/>
                <a:cs typeface="DejaVu Sans"/>
              </a:defRPr>
            </a:lvl1pPr>
            <a:lvl2pPr algn="l">
              <a:defRPr sz="1875" b="0">
                <a:solidFill>
                  <a:srgbClr val="193647"/>
                </a:solidFill>
                <a:latin typeface="DejaVu Sans"/>
                <a:ea typeface="DejaVu Sans"/>
                <a:cs typeface="DejaVu Sans"/>
              </a:defRPr>
            </a:lvl2pPr>
            <a:lvl3pPr algn="l">
              <a:defRPr sz="1875" b="0">
                <a:solidFill>
                  <a:srgbClr val="193647"/>
                </a:solidFill>
                <a:latin typeface="DejaVu Sans"/>
                <a:ea typeface="DejaVu Sans"/>
                <a:cs typeface="DejaVu Sans"/>
              </a:defRPr>
            </a:lvl3pPr>
            <a:lvl4pPr algn="l">
              <a:defRPr sz="1875" b="0">
                <a:solidFill>
                  <a:srgbClr val="193647"/>
                </a:solidFill>
                <a:latin typeface="DejaVu Sans"/>
                <a:ea typeface="DejaVu Sans"/>
                <a:cs typeface="DejaVu Sans"/>
              </a:defRPr>
            </a:lvl4pPr>
            <a:lvl5pPr algn="l">
              <a:defRPr sz="1875" b="0">
                <a:solidFill>
                  <a:srgbClr val="193647"/>
                </a:solidFill>
                <a:latin typeface="DejaVu Sans"/>
                <a:ea typeface="DejaVu Sans"/>
                <a:cs typeface="DejaVu Sans"/>
              </a:defRPr>
            </a:lvl5pPr>
            <a:lvl6pPr algn="l">
              <a:defRPr sz="1875" b="0">
                <a:solidFill>
                  <a:srgbClr val="193647"/>
                </a:solidFill>
                <a:latin typeface="DejaVu Sans"/>
                <a:ea typeface="DejaVu Sans"/>
                <a:cs typeface="DejaVu Sans"/>
              </a:defRPr>
            </a:lvl6pPr>
            <a:lvl7pPr algn="l">
              <a:defRPr sz="1875" b="0">
                <a:solidFill>
                  <a:srgbClr val="193647"/>
                </a:solidFill>
                <a:latin typeface="DejaVu Sans"/>
                <a:ea typeface="DejaVu Sans"/>
                <a:cs typeface="DejaVu Sans"/>
              </a:defRPr>
            </a:lvl7pPr>
            <a:lvl8pPr algn="l">
              <a:defRPr sz="1875" b="0">
                <a:solidFill>
                  <a:srgbClr val="193647"/>
                </a:solidFill>
                <a:latin typeface="DejaVu Sans"/>
                <a:ea typeface="DejaVu Sans"/>
                <a:cs typeface="DejaVu Sans"/>
              </a:defRPr>
            </a:lvl8pPr>
            <a:lvl9pPr algn="l">
              <a:defRPr sz="1875" b="0">
                <a:solidFill>
                  <a:srgbClr val="193647"/>
                </a:solidFill>
                <a:latin typeface="DejaVu Sans"/>
                <a:ea typeface="DejaVu Sans"/>
                <a:cs typeface="DejaVu Sans"/>
              </a:defRPr>
            </a:lvl9pPr>
          </a:lstStyle>
          <a:p>
            <a:pPr algn="l">
              <a:defRPr sz="1875" b="0">
                <a:solidFill>
                  <a:srgbClr val="193647"/>
                </a:solidFill>
                <a:latin typeface="DejaVu Sans"/>
                <a:ea typeface="DejaVu Sans"/>
                <a:cs typeface="DejaVu Sans"/>
              </a:defRPr>
            </a:pPr>
            <a:r>
              <a:rPr sz="1875" b="0">
                <a:solidFill>
                  <a:srgbClr val="193647"/>
                </a:solidFill>
                <a:latin typeface="DejaVu Sans"/>
                <a:ea typeface="DejaVu Sans"/>
                <a:cs typeface="DejaVu Sans"/>
              </a:rPr>
              <a:t>Cada bacia começa</a:t>
            </a:r>
          </a:p>
          <a:p>
            <a:pPr algn="l">
              <a:defRPr sz="1875" b="0">
                <a:solidFill>
                  <a:srgbClr val="193647"/>
                </a:solidFill>
                <a:latin typeface="DejaVu Sans"/>
                <a:ea typeface="DejaVu Sans"/>
                <a:cs typeface="DejaVu Sans"/>
              </a:defRPr>
            </a:pPr>
            <a:r>
              <a:rPr sz="1875" b="0">
                <a:solidFill>
                  <a:srgbClr val="193647"/>
                </a:solidFill>
                <a:latin typeface="DejaVu Sans"/>
                <a:ea typeface="DejaVu Sans"/>
                <a:cs typeface="DejaVu Sans"/>
              </a:rPr>
              <a:t>em seu grupo.</a:t>
            </a:r>
          </a:p>
          <a:p>
            <a:endParaRPr sz="1875" b="0">
              <a:solidFill>
                <a:srgbClr val="193647"/>
              </a:solidFill>
              <a:latin typeface="DejaVu Sans"/>
              <a:ea typeface="DejaVu Sans"/>
              <a:cs typeface="DejaVu Sans"/>
            </a:endParaRPr>
          </a:p>
          <a:p>
            <a:pPr algn="l">
              <a:defRPr sz="1875" b="0">
                <a:solidFill>
                  <a:srgbClr val="193647"/>
                </a:solidFill>
                <a:latin typeface="DejaVu Sans"/>
                <a:ea typeface="DejaVu Sans"/>
                <a:cs typeface="DejaVu Sans"/>
              </a:defRPr>
            </a:pPr>
            <a:r>
              <a:rPr sz="1875" b="0">
                <a:solidFill>
                  <a:srgbClr val="193647"/>
                </a:solidFill>
                <a:latin typeface="DejaVu Sans"/>
                <a:ea typeface="DejaVu Sans"/>
                <a:cs typeface="DejaVu Sans"/>
              </a:rPr>
              <a:t>As fusões sucessivas</a:t>
            </a:r>
          </a:p>
          <a:p>
            <a:pPr algn="l">
              <a:defRPr sz="1875" b="0">
                <a:solidFill>
                  <a:srgbClr val="193647"/>
                </a:solidFill>
                <a:latin typeface="DejaVu Sans"/>
                <a:ea typeface="DejaVu Sans"/>
                <a:cs typeface="DejaVu Sans"/>
              </a:defRPr>
            </a:pPr>
            <a:r>
              <a:rPr sz="1875" b="0">
                <a:solidFill>
                  <a:srgbClr val="193647"/>
                </a:solidFill>
                <a:latin typeface="DejaVu Sans"/>
                <a:ea typeface="DejaVu Sans"/>
                <a:cs typeface="DejaVu Sans"/>
              </a:rPr>
              <a:t>formam uma árvore.</a:t>
            </a:r>
          </a:p>
        </p:txBody>
      </p:sp>
      <p:sp>
        <p:nvSpPr>
          <p:cNvPr id="10" name="texto">
            <a:extLst>
              <a:ext uri="{FF2B5EF4-FFF2-40B4-BE49-F238E27FC236}">
                <a16:creationId xmlns:a16="http://schemas.microsoft.com/office/drawing/2014/main" id="{A0A8F144-189E-421B-AE74-2C93EC979551}"/>
              </a:ext>
            </a:extLst>
          </p:cNvPr>
          <p:cNvSpPr>
            <a:spLocks noGrp="1"/>
          </p:cNvSpPr>
          <p:nvPr/>
        </p:nvSpPr>
        <p:spPr>
          <a:xfrm>
            <a:off x="1047750" y="5572125"/>
            <a:ext cx="10191750" cy="438150"/>
          </a:xfrm>
          <a:prstGeom prst="rect">
            <a:avLst/>
          </a:prstGeom>
          <a:noFill/>
          <a:ln w="0">
            <a:noFill/>
            <a:prstDash val="solid"/>
          </a:ln>
        </p:spPr>
        <p:txBody>
          <a:bodyPr wrap="square" lIns="0" tIns="0" rIns="0" bIns="0" anchor="t">
            <a:noAutofit/>
          </a:bodyPr>
          <a:lstStyle>
            <a:defPPr algn="l">
              <a:defRPr sz="2025" b="1">
                <a:solidFill>
                  <a:srgbClr val="C47B23"/>
                </a:solidFill>
                <a:latin typeface="DejaVu Sans"/>
                <a:ea typeface="DejaVu Sans"/>
                <a:cs typeface="DejaVu Sans"/>
              </a:defRPr>
            </a:defPPr>
            <a:lvl1pPr algn="l">
              <a:defRPr sz="2025" b="1">
                <a:solidFill>
                  <a:srgbClr val="C47B23"/>
                </a:solidFill>
                <a:latin typeface="DejaVu Sans"/>
                <a:ea typeface="DejaVu Sans"/>
                <a:cs typeface="DejaVu Sans"/>
              </a:defRPr>
            </a:lvl1pPr>
            <a:lvl2pPr algn="l">
              <a:defRPr sz="2025" b="1">
                <a:solidFill>
                  <a:srgbClr val="C47B23"/>
                </a:solidFill>
                <a:latin typeface="DejaVu Sans"/>
                <a:ea typeface="DejaVu Sans"/>
                <a:cs typeface="DejaVu Sans"/>
              </a:defRPr>
            </a:lvl2pPr>
            <a:lvl3pPr algn="l">
              <a:defRPr sz="2025" b="1">
                <a:solidFill>
                  <a:srgbClr val="C47B23"/>
                </a:solidFill>
                <a:latin typeface="DejaVu Sans"/>
                <a:ea typeface="DejaVu Sans"/>
                <a:cs typeface="DejaVu Sans"/>
              </a:defRPr>
            </a:lvl3pPr>
            <a:lvl4pPr algn="l">
              <a:defRPr sz="2025" b="1">
                <a:solidFill>
                  <a:srgbClr val="C47B23"/>
                </a:solidFill>
                <a:latin typeface="DejaVu Sans"/>
                <a:ea typeface="DejaVu Sans"/>
                <a:cs typeface="DejaVu Sans"/>
              </a:defRPr>
            </a:lvl4pPr>
            <a:lvl5pPr algn="l">
              <a:defRPr sz="2025" b="1">
                <a:solidFill>
                  <a:srgbClr val="C47B23"/>
                </a:solidFill>
                <a:latin typeface="DejaVu Sans"/>
                <a:ea typeface="DejaVu Sans"/>
                <a:cs typeface="DejaVu Sans"/>
              </a:defRPr>
            </a:lvl5pPr>
            <a:lvl6pPr algn="l">
              <a:defRPr sz="2025" b="1">
                <a:solidFill>
                  <a:srgbClr val="C47B23"/>
                </a:solidFill>
                <a:latin typeface="DejaVu Sans"/>
                <a:ea typeface="DejaVu Sans"/>
                <a:cs typeface="DejaVu Sans"/>
              </a:defRPr>
            </a:lvl6pPr>
            <a:lvl7pPr algn="l">
              <a:defRPr sz="2025" b="1">
                <a:solidFill>
                  <a:srgbClr val="C47B23"/>
                </a:solidFill>
                <a:latin typeface="DejaVu Sans"/>
                <a:ea typeface="DejaVu Sans"/>
                <a:cs typeface="DejaVu Sans"/>
              </a:defRPr>
            </a:lvl7pPr>
            <a:lvl8pPr algn="l">
              <a:defRPr sz="2025" b="1">
                <a:solidFill>
                  <a:srgbClr val="C47B23"/>
                </a:solidFill>
                <a:latin typeface="DejaVu Sans"/>
                <a:ea typeface="DejaVu Sans"/>
                <a:cs typeface="DejaVu Sans"/>
              </a:defRPr>
            </a:lvl8pPr>
            <a:lvl9pPr algn="l">
              <a:defRPr sz="2025" b="1">
                <a:solidFill>
                  <a:srgbClr val="C47B23"/>
                </a:solidFill>
                <a:latin typeface="DejaVu Sans"/>
                <a:ea typeface="DejaVu Sans"/>
                <a:cs typeface="DejaVu Sans"/>
              </a:defRPr>
            </a:lvl9pPr>
          </a:lstStyle>
          <a:p>
            <a:pPr algn="l">
              <a:defRPr sz="2025" b="1">
                <a:solidFill>
                  <a:srgbClr val="C47B23"/>
                </a:solidFill>
                <a:latin typeface="DejaVu Sans"/>
                <a:ea typeface="DejaVu Sans"/>
                <a:cs typeface="DejaVu Sans"/>
              </a:defRPr>
            </a:pPr>
            <a:r>
              <a:rPr sz="2025" b="1">
                <a:solidFill>
                  <a:srgbClr val="C47B23"/>
                </a:solidFill>
                <a:latin typeface="DejaVu Sans"/>
                <a:ea typeface="DejaVu Sans"/>
                <a:cs typeface="DejaVu Sans"/>
              </a:rPr>
              <a:t>Corte horizontal ilustrado → K = 3 grupos</a:t>
            </a:r>
          </a:p>
        </p:txBody>
      </p:sp>
    </p:spTree>
    <p:extLst>
      <p:ext uri="{BB962C8B-B14F-4D97-AF65-F5344CB8AC3E}">
        <p14:creationId xmlns:p14="http://schemas.microsoft.com/office/powerpoint/2010/main" val="8828276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2" name="texto">
            <a:extLst>
              <a:ext uri="{FF2B5EF4-FFF2-40B4-BE49-F238E27FC236}">
                <a16:creationId xmlns:a16="http://schemas.microsoft.com/office/drawing/2014/main" id="{4F9F6667-6DF3-4FED-A9A1-8710E957CF35}"/>
              </a:ext>
            </a:extLst>
          </p:cNvPr>
          <p:cNvSpPr>
            <a:spLocks noGrp="1"/>
          </p:cNvSpPr>
          <p:nvPr/>
        </p:nvSpPr>
        <p:spPr>
          <a:xfrm>
            <a:off x="609600" y="285750"/>
            <a:ext cx="10668000" cy="247650"/>
          </a:xfrm>
          <a:prstGeom prst="rect">
            <a:avLst/>
          </a:prstGeom>
          <a:noFill/>
          <a:ln w="0">
            <a:noFill/>
            <a:prstDash val="solid"/>
          </a:ln>
        </p:spPr>
        <p:txBody>
          <a:bodyPr wrap="square" lIns="0" tIns="0" rIns="0" bIns="0" anchor="t">
            <a:noAutofit/>
          </a:bodyPr>
          <a:lstStyle>
            <a:defPPr algn="l">
              <a:defRPr sz="1275" b="1">
                <a:solidFill>
                  <a:srgbClr val="087F88"/>
                </a:solidFill>
                <a:latin typeface="DejaVu Sans"/>
                <a:ea typeface="DejaVu Sans"/>
                <a:cs typeface="DejaVu Sans"/>
              </a:defRPr>
            </a:defPPr>
            <a:lvl1pPr algn="l">
              <a:defRPr sz="1275" b="1">
                <a:solidFill>
                  <a:srgbClr val="087F88"/>
                </a:solidFill>
                <a:latin typeface="DejaVu Sans"/>
                <a:ea typeface="DejaVu Sans"/>
                <a:cs typeface="DejaVu Sans"/>
              </a:defRPr>
            </a:lvl1pPr>
            <a:lvl2pPr algn="l">
              <a:defRPr sz="1275" b="1">
                <a:solidFill>
                  <a:srgbClr val="087F88"/>
                </a:solidFill>
                <a:latin typeface="DejaVu Sans"/>
                <a:ea typeface="DejaVu Sans"/>
                <a:cs typeface="DejaVu Sans"/>
              </a:defRPr>
            </a:lvl2pPr>
            <a:lvl3pPr algn="l">
              <a:defRPr sz="1275" b="1">
                <a:solidFill>
                  <a:srgbClr val="087F88"/>
                </a:solidFill>
                <a:latin typeface="DejaVu Sans"/>
                <a:ea typeface="DejaVu Sans"/>
                <a:cs typeface="DejaVu Sans"/>
              </a:defRPr>
            </a:lvl3pPr>
            <a:lvl4pPr algn="l">
              <a:defRPr sz="1275" b="1">
                <a:solidFill>
                  <a:srgbClr val="087F88"/>
                </a:solidFill>
                <a:latin typeface="DejaVu Sans"/>
                <a:ea typeface="DejaVu Sans"/>
                <a:cs typeface="DejaVu Sans"/>
              </a:defRPr>
            </a:lvl4pPr>
            <a:lvl5pPr algn="l">
              <a:defRPr sz="1275" b="1">
                <a:solidFill>
                  <a:srgbClr val="087F88"/>
                </a:solidFill>
                <a:latin typeface="DejaVu Sans"/>
                <a:ea typeface="DejaVu Sans"/>
                <a:cs typeface="DejaVu Sans"/>
              </a:defRPr>
            </a:lvl5pPr>
            <a:lvl6pPr algn="l">
              <a:defRPr sz="1275" b="1">
                <a:solidFill>
                  <a:srgbClr val="087F88"/>
                </a:solidFill>
                <a:latin typeface="DejaVu Sans"/>
                <a:ea typeface="DejaVu Sans"/>
                <a:cs typeface="DejaVu Sans"/>
              </a:defRPr>
            </a:lvl6pPr>
            <a:lvl7pPr algn="l">
              <a:defRPr sz="1275" b="1">
                <a:solidFill>
                  <a:srgbClr val="087F88"/>
                </a:solidFill>
                <a:latin typeface="DejaVu Sans"/>
                <a:ea typeface="DejaVu Sans"/>
                <a:cs typeface="DejaVu Sans"/>
              </a:defRPr>
            </a:lvl7pPr>
            <a:lvl8pPr algn="l">
              <a:defRPr sz="1275" b="1">
                <a:solidFill>
                  <a:srgbClr val="087F88"/>
                </a:solidFill>
                <a:latin typeface="DejaVu Sans"/>
                <a:ea typeface="DejaVu Sans"/>
                <a:cs typeface="DejaVu Sans"/>
              </a:defRPr>
            </a:lvl8pPr>
            <a:lvl9pPr algn="l">
              <a:defRPr sz="1275" b="1">
                <a:solidFill>
                  <a:srgbClr val="087F88"/>
                </a:solidFill>
                <a:latin typeface="DejaVu Sans"/>
                <a:ea typeface="DejaVu Sans"/>
                <a:cs typeface="DejaVu Sans"/>
              </a:defRPr>
            </a:lvl9pPr>
          </a:lstStyle>
          <a:p>
            <a:pPr algn="l">
              <a:defRPr sz="1275" b="1">
                <a:solidFill>
                  <a:srgbClr val="087F88"/>
                </a:solidFill>
                <a:latin typeface="DejaVu Sans"/>
                <a:ea typeface="DejaVu Sans"/>
                <a:cs typeface="DejaVu Sans"/>
              </a:defRPr>
            </a:pPr>
            <a:r>
              <a:rPr sz="1275" b="1">
                <a:solidFill>
                  <a:srgbClr val="087F88"/>
                </a:solidFill>
                <a:latin typeface="DejaVu Sans"/>
                <a:ea typeface="DejaVu Sans"/>
                <a:cs typeface="DejaVu Sans"/>
              </a:rPr>
              <a:t>ESCOLHA DOS AGRUPAMENTOS</a:t>
            </a:r>
          </a:p>
        </p:txBody>
      </p:sp>
      <p:sp>
        <p:nvSpPr>
          <p:cNvPr id="2" name="texto">
            <a:extLst>
              <a:ext uri="{FF2B5EF4-FFF2-40B4-BE49-F238E27FC236}">
                <a16:creationId xmlns:a16="http://schemas.microsoft.com/office/drawing/2014/main" id="{2B9CF079-8C37-420F-9AD2-B6813AC855D0}"/>
              </a:ext>
            </a:extLst>
          </p:cNvPr>
          <p:cNvSpPr>
            <a:spLocks noGrp="1"/>
          </p:cNvSpPr>
          <p:nvPr/>
        </p:nvSpPr>
        <p:spPr>
          <a:xfrm>
            <a:off x="609600" y="685800"/>
            <a:ext cx="10972800" cy="1028700"/>
          </a:xfrm>
          <a:prstGeom prst="rect">
            <a:avLst/>
          </a:prstGeom>
          <a:noFill/>
          <a:ln w="0">
            <a:noFill/>
            <a:prstDash val="solid"/>
          </a:ln>
        </p:spPr>
        <p:txBody>
          <a:bodyPr wrap="square" lIns="0" tIns="0" rIns="0" bIns="0" anchor="t">
            <a:noAutofit/>
          </a:bodyPr>
          <a:lstStyle>
            <a:defPPr algn="l">
              <a:defRPr sz="3225" b="1">
                <a:solidFill>
                  <a:srgbClr val="123247"/>
                </a:solidFill>
                <a:latin typeface="DejaVu Sans"/>
                <a:ea typeface="DejaVu Sans"/>
                <a:cs typeface="DejaVu Sans"/>
              </a:defRPr>
            </a:defPPr>
            <a:lvl1pPr algn="l">
              <a:defRPr sz="3225" b="1">
                <a:solidFill>
                  <a:srgbClr val="123247"/>
                </a:solidFill>
                <a:latin typeface="DejaVu Sans"/>
                <a:ea typeface="DejaVu Sans"/>
                <a:cs typeface="DejaVu Sans"/>
              </a:defRPr>
            </a:lvl1pPr>
            <a:lvl2pPr algn="l">
              <a:defRPr sz="3225" b="1">
                <a:solidFill>
                  <a:srgbClr val="123247"/>
                </a:solidFill>
                <a:latin typeface="DejaVu Sans"/>
                <a:ea typeface="DejaVu Sans"/>
                <a:cs typeface="DejaVu Sans"/>
              </a:defRPr>
            </a:lvl2pPr>
            <a:lvl3pPr algn="l">
              <a:defRPr sz="3225" b="1">
                <a:solidFill>
                  <a:srgbClr val="123247"/>
                </a:solidFill>
                <a:latin typeface="DejaVu Sans"/>
                <a:ea typeface="DejaVu Sans"/>
                <a:cs typeface="DejaVu Sans"/>
              </a:defRPr>
            </a:lvl3pPr>
            <a:lvl4pPr algn="l">
              <a:defRPr sz="3225" b="1">
                <a:solidFill>
                  <a:srgbClr val="123247"/>
                </a:solidFill>
                <a:latin typeface="DejaVu Sans"/>
                <a:ea typeface="DejaVu Sans"/>
                <a:cs typeface="DejaVu Sans"/>
              </a:defRPr>
            </a:lvl4pPr>
            <a:lvl5pPr algn="l">
              <a:defRPr sz="3225" b="1">
                <a:solidFill>
                  <a:srgbClr val="123247"/>
                </a:solidFill>
                <a:latin typeface="DejaVu Sans"/>
                <a:ea typeface="DejaVu Sans"/>
                <a:cs typeface="DejaVu Sans"/>
              </a:defRPr>
            </a:lvl5pPr>
            <a:lvl6pPr algn="l">
              <a:defRPr sz="3225" b="1">
                <a:solidFill>
                  <a:srgbClr val="123247"/>
                </a:solidFill>
                <a:latin typeface="DejaVu Sans"/>
                <a:ea typeface="DejaVu Sans"/>
                <a:cs typeface="DejaVu Sans"/>
              </a:defRPr>
            </a:lvl6pPr>
            <a:lvl7pPr algn="l">
              <a:defRPr sz="3225" b="1">
                <a:solidFill>
                  <a:srgbClr val="123247"/>
                </a:solidFill>
                <a:latin typeface="DejaVu Sans"/>
                <a:ea typeface="DejaVu Sans"/>
                <a:cs typeface="DejaVu Sans"/>
              </a:defRPr>
            </a:lvl7pPr>
            <a:lvl8pPr algn="l">
              <a:defRPr sz="3225" b="1">
                <a:solidFill>
                  <a:srgbClr val="123247"/>
                </a:solidFill>
                <a:latin typeface="DejaVu Sans"/>
                <a:ea typeface="DejaVu Sans"/>
                <a:cs typeface="DejaVu Sans"/>
              </a:defRPr>
            </a:lvl8pPr>
            <a:lvl9pPr algn="l">
              <a:defRPr sz="3225" b="1">
                <a:solidFill>
                  <a:srgbClr val="123247"/>
                </a:solidFill>
                <a:latin typeface="DejaVu Sans"/>
                <a:ea typeface="DejaVu Sans"/>
                <a:cs typeface="DejaVu Sans"/>
              </a:defRPr>
            </a:lvl9pPr>
          </a:lstStyle>
          <a:p>
            <a:pPr algn="l">
              <a:defRPr sz="3225" b="1">
                <a:solidFill>
                  <a:srgbClr val="123247"/>
                </a:solidFill>
                <a:latin typeface="DejaVu Sans"/>
                <a:ea typeface="DejaVu Sans"/>
                <a:cs typeface="DejaVu Sans"/>
              </a:defRPr>
            </a:pPr>
            <a:r>
              <a:rPr sz="3225" b="1">
                <a:solidFill>
                  <a:srgbClr val="123247"/>
                </a:solidFill>
                <a:latin typeface="DejaVu Sans"/>
                <a:ea typeface="DejaVu Sans"/>
                <a:cs typeface="DejaVu Sans"/>
              </a:rPr>
              <a:t>K-means e Ward: comparar regiões candidatas</a:t>
            </a:r>
          </a:p>
        </p:txBody>
      </p:sp>
      <p:sp>
        <p:nvSpPr>
          <p:cNvPr id="3" name="texto">
            <a:extLst>
              <a:ext uri="{FF2B5EF4-FFF2-40B4-BE49-F238E27FC236}">
                <a16:creationId xmlns:a16="http://schemas.microsoft.com/office/drawing/2014/main" id="{A4160F0B-C50B-4F6D-B229-4BDB038BE156}"/>
              </a:ext>
            </a:extLst>
          </p:cNvPr>
          <p:cNvSpPr>
            <a:spLocks noGrp="1"/>
          </p:cNvSpPr>
          <p:nvPr/>
        </p:nvSpPr>
        <p:spPr>
          <a:xfrm>
            <a:off x="609600" y="6096000"/>
            <a:ext cx="10763250" cy="228600"/>
          </a:xfrm>
          <a:prstGeom prst="rect">
            <a:avLst/>
          </a:prstGeom>
          <a:noFill/>
          <a:ln w="0">
            <a:noFill/>
            <a:prstDash val="solid"/>
          </a:ln>
        </p:spPr>
        <p:txBody>
          <a:bodyPr wrap="square" lIns="0" tIns="0" rIns="0" bIns="0" anchor="t">
            <a:noAutofit/>
          </a:bodyPr>
          <a:lstStyle>
            <a:defPPr algn="l">
              <a:defRPr sz="1050" b="0">
                <a:solidFill>
                  <a:srgbClr val="526873"/>
                </a:solidFill>
                <a:latin typeface="DejaVu Sans"/>
                <a:ea typeface="DejaVu Sans"/>
                <a:cs typeface="DejaVu Sans"/>
              </a:defRPr>
            </a:defPPr>
            <a:lvl1pPr algn="l">
              <a:defRPr sz="1050" b="0">
                <a:solidFill>
                  <a:srgbClr val="526873"/>
                </a:solidFill>
                <a:latin typeface="DejaVu Sans"/>
                <a:ea typeface="DejaVu Sans"/>
                <a:cs typeface="DejaVu Sans"/>
              </a:defRPr>
            </a:lvl1pPr>
            <a:lvl2pPr algn="l">
              <a:defRPr sz="1050" b="0">
                <a:solidFill>
                  <a:srgbClr val="526873"/>
                </a:solidFill>
                <a:latin typeface="DejaVu Sans"/>
                <a:ea typeface="DejaVu Sans"/>
                <a:cs typeface="DejaVu Sans"/>
              </a:defRPr>
            </a:lvl2pPr>
            <a:lvl3pPr algn="l">
              <a:defRPr sz="1050" b="0">
                <a:solidFill>
                  <a:srgbClr val="526873"/>
                </a:solidFill>
                <a:latin typeface="DejaVu Sans"/>
                <a:ea typeface="DejaVu Sans"/>
                <a:cs typeface="DejaVu Sans"/>
              </a:defRPr>
            </a:lvl3pPr>
            <a:lvl4pPr algn="l">
              <a:defRPr sz="1050" b="0">
                <a:solidFill>
                  <a:srgbClr val="526873"/>
                </a:solidFill>
                <a:latin typeface="DejaVu Sans"/>
                <a:ea typeface="DejaVu Sans"/>
                <a:cs typeface="DejaVu Sans"/>
              </a:defRPr>
            </a:lvl4pPr>
            <a:lvl5pPr algn="l">
              <a:defRPr sz="1050" b="0">
                <a:solidFill>
                  <a:srgbClr val="526873"/>
                </a:solidFill>
                <a:latin typeface="DejaVu Sans"/>
                <a:ea typeface="DejaVu Sans"/>
                <a:cs typeface="DejaVu Sans"/>
              </a:defRPr>
            </a:lvl5pPr>
            <a:lvl6pPr algn="l">
              <a:defRPr sz="1050" b="0">
                <a:solidFill>
                  <a:srgbClr val="526873"/>
                </a:solidFill>
                <a:latin typeface="DejaVu Sans"/>
                <a:ea typeface="DejaVu Sans"/>
                <a:cs typeface="DejaVu Sans"/>
              </a:defRPr>
            </a:lvl6pPr>
            <a:lvl7pPr algn="l">
              <a:defRPr sz="1050" b="0">
                <a:solidFill>
                  <a:srgbClr val="526873"/>
                </a:solidFill>
                <a:latin typeface="DejaVu Sans"/>
                <a:ea typeface="DejaVu Sans"/>
                <a:cs typeface="DejaVu Sans"/>
              </a:defRPr>
            </a:lvl7pPr>
            <a:lvl8pPr algn="l">
              <a:defRPr sz="1050" b="0">
                <a:solidFill>
                  <a:srgbClr val="526873"/>
                </a:solidFill>
                <a:latin typeface="DejaVu Sans"/>
                <a:ea typeface="DejaVu Sans"/>
                <a:cs typeface="DejaVu Sans"/>
              </a:defRPr>
            </a:lvl8pPr>
            <a:lvl9pPr algn="l">
              <a:defRPr sz="1050" b="0">
                <a:solidFill>
                  <a:srgbClr val="526873"/>
                </a:solidFill>
                <a:latin typeface="DejaVu Sans"/>
                <a:ea typeface="DejaVu Sans"/>
                <a:cs typeface="DejaVu Sans"/>
              </a:defRPr>
            </a:lvl9pPr>
          </a:lstStyle>
          <a:p>
            <a:pPr algn="l">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EXEMPLO SINTÉTICO · elaboração didática · 30 bacias, mesmos atributos e K = 3; cores alinhadas entre os resultados.</a:t>
            </a:r>
          </a:p>
        </p:txBody>
      </p:sp>
      <p:sp>
        <p:nvSpPr>
          <p:cNvPr id="4" name="Straight Connector 3">
            <a:extLst>
              <a:ext uri="{FF2B5EF4-FFF2-40B4-BE49-F238E27FC236}">
                <a16:creationId xmlns:a16="http://schemas.microsoft.com/office/drawing/2014/main" id="{A174D269-C112-45A9-AACB-F06E3A0C5697}"/>
              </a:ext>
            </a:extLst>
          </p:cNvPr>
          <p:cNvSpPr>
            <a:spLocks noGrp="1"/>
          </p:cNvSpPr>
          <p:nvPr/>
        </p:nvSpPr>
        <p:spPr>
          <a:xfrm>
            <a:off x="609600" y="6438900"/>
            <a:ext cx="10972800" cy="0"/>
          </a:xfrm>
          <a:prstGeom prst="line">
            <a:avLst/>
          </a:prstGeom>
          <a:noFill/>
          <a:ln w="9525">
            <a:solidFill>
              <a:srgbClr val="DCE3E3"/>
            </a:solidFill>
            <a:prstDash val="solid"/>
          </a:ln>
        </p:spPr>
        <p:txBody>
          <a:bodyPr/>
          <a:lstStyle/>
          <a:p>
            <a:endParaRPr lang="en-GB"/>
          </a:p>
        </p:txBody>
      </p:sp>
      <p:sp>
        <p:nvSpPr>
          <p:cNvPr id="5" name="texto">
            <a:extLst>
              <a:ext uri="{FF2B5EF4-FFF2-40B4-BE49-F238E27FC236}">
                <a16:creationId xmlns:a16="http://schemas.microsoft.com/office/drawing/2014/main" id="{B3866BEE-0136-42BF-8584-B5C80A088D18}"/>
              </a:ext>
            </a:extLst>
          </p:cNvPr>
          <p:cNvSpPr>
            <a:spLocks noGrp="1"/>
          </p:cNvSpPr>
          <p:nvPr/>
        </p:nvSpPr>
        <p:spPr>
          <a:xfrm>
            <a:off x="609600" y="6543675"/>
            <a:ext cx="8572500" cy="190500"/>
          </a:xfrm>
          <a:prstGeom prst="rect">
            <a:avLst/>
          </a:prstGeom>
          <a:noFill/>
          <a:ln w="0">
            <a:noFill/>
            <a:prstDash val="solid"/>
          </a:ln>
        </p:spPr>
        <p:txBody>
          <a:bodyPr wrap="square" lIns="0" tIns="0" rIns="0" bIns="0" anchor="t">
            <a:noAutofit/>
          </a:bodyPr>
          <a:lstStyle>
            <a:defPPr algn="l">
              <a:defRPr sz="975" b="0">
                <a:solidFill>
                  <a:srgbClr val="526873"/>
                </a:solidFill>
                <a:latin typeface="DejaVu Sans"/>
                <a:ea typeface="DejaVu Sans"/>
                <a:cs typeface="DejaVu Sans"/>
              </a:defRPr>
            </a:defPPr>
            <a:lvl1pPr algn="l">
              <a:defRPr sz="975" b="0">
                <a:solidFill>
                  <a:srgbClr val="526873"/>
                </a:solidFill>
                <a:latin typeface="DejaVu Sans"/>
                <a:ea typeface="DejaVu Sans"/>
                <a:cs typeface="DejaVu Sans"/>
              </a:defRPr>
            </a:lvl1pPr>
            <a:lvl2pPr algn="l">
              <a:defRPr sz="975" b="0">
                <a:solidFill>
                  <a:srgbClr val="526873"/>
                </a:solidFill>
                <a:latin typeface="DejaVu Sans"/>
                <a:ea typeface="DejaVu Sans"/>
                <a:cs typeface="DejaVu Sans"/>
              </a:defRPr>
            </a:lvl2pPr>
            <a:lvl3pPr algn="l">
              <a:defRPr sz="975" b="0">
                <a:solidFill>
                  <a:srgbClr val="526873"/>
                </a:solidFill>
                <a:latin typeface="DejaVu Sans"/>
                <a:ea typeface="DejaVu Sans"/>
                <a:cs typeface="DejaVu Sans"/>
              </a:defRPr>
            </a:lvl3pPr>
            <a:lvl4pPr algn="l">
              <a:defRPr sz="975" b="0">
                <a:solidFill>
                  <a:srgbClr val="526873"/>
                </a:solidFill>
                <a:latin typeface="DejaVu Sans"/>
                <a:ea typeface="DejaVu Sans"/>
                <a:cs typeface="DejaVu Sans"/>
              </a:defRPr>
            </a:lvl4pPr>
            <a:lvl5pPr algn="l">
              <a:defRPr sz="975" b="0">
                <a:solidFill>
                  <a:srgbClr val="526873"/>
                </a:solidFill>
                <a:latin typeface="DejaVu Sans"/>
                <a:ea typeface="DejaVu Sans"/>
                <a:cs typeface="DejaVu Sans"/>
              </a:defRPr>
            </a:lvl5pPr>
            <a:lvl6pPr algn="l">
              <a:defRPr sz="975" b="0">
                <a:solidFill>
                  <a:srgbClr val="526873"/>
                </a:solidFill>
                <a:latin typeface="DejaVu Sans"/>
                <a:ea typeface="DejaVu Sans"/>
                <a:cs typeface="DejaVu Sans"/>
              </a:defRPr>
            </a:lvl6pPr>
            <a:lvl7pPr algn="l">
              <a:defRPr sz="975" b="0">
                <a:solidFill>
                  <a:srgbClr val="526873"/>
                </a:solidFill>
                <a:latin typeface="DejaVu Sans"/>
                <a:ea typeface="DejaVu Sans"/>
                <a:cs typeface="DejaVu Sans"/>
              </a:defRPr>
            </a:lvl7pPr>
            <a:lvl8pPr algn="l">
              <a:defRPr sz="975" b="0">
                <a:solidFill>
                  <a:srgbClr val="526873"/>
                </a:solidFill>
                <a:latin typeface="DejaVu Sans"/>
                <a:ea typeface="DejaVu Sans"/>
                <a:cs typeface="DejaVu Sans"/>
              </a:defRPr>
            </a:lvl8pPr>
            <a:lvl9pPr algn="l">
              <a:defRPr sz="975" b="0">
                <a:solidFill>
                  <a:srgbClr val="526873"/>
                </a:solidFill>
                <a:latin typeface="DejaVu Sans"/>
                <a:ea typeface="DejaVu Sans"/>
                <a:cs typeface="DejaVu Sans"/>
              </a:defRPr>
            </a:lvl9pPr>
          </a:lstStyle>
          <a:p>
            <a:pPr algn="l">
              <a:defRPr sz="975" b="0">
                <a:solidFill>
                  <a:srgbClr val="526873"/>
                </a:solidFill>
                <a:latin typeface="DejaVu Sans"/>
                <a:ea typeface="DejaVu Sans"/>
                <a:cs typeface="DejaVu Sans"/>
              </a:defRPr>
            </a:pPr>
            <a:r>
              <a:rPr sz="975" b="0">
                <a:solidFill>
                  <a:srgbClr val="526873"/>
                </a:solidFill>
                <a:latin typeface="DejaVu Sans"/>
                <a:ea typeface="DejaVu Sans"/>
                <a:cs typeface="DejaVu Sans"/>
              </a:rPr>
              <a:t>REGIONALIZAÇÃO DE VAZÕES</a:t>
            </a:r>
          </a:p>
        </p:txBody>
      </p:sp>
      <p:sp>
        <p:nvSpPr>
          <p:cNvPr id="6" name="texto">
            <a:extLst>
              <a:ext uri="{FF2B5EF4-FFF2-40B4-BE49-F238E27FC236}">
                <a16:creationId xmlns:a16="http://schemas.microsoft.com/office/drawing/2014/main" id="{355F0C90-5BCB-4448-9455-44F346256F63}"/>
              </a:ext>
            </a:extLst>
          </p:cNvPr>
          <p:cNvSpPr>
            <a:spLocks noGrp="1"/>
          </p:cNvSpPr>
          <p:nvPr/>
        </p:nvSpPr>
        <p:spPr>
          <a:xfrm>
            <a:off x="10620375" y="6534150"/>
            <a:ext cx="962025" cy="209550"/>
          </a:xfrm>
          <a:prstGeom prst="rect">
            <a:avLst/>
          </a:prstGeom>
          <a:noFill/>
          <a:ln w="0">
            <a:noFill/>
            <a:prstDash val="solid"/>
          </a:ln>
        </p:spPr>
        <p:txBody>
          <a:bodyPr wrap="square" lIns="0" tIns="0" rIns="0" bIns="0" anchor="t">
            <a:noAutofit/>
          </a:bodyPr>
          <a:lstStyle>
            <a:defPPr algn="r">
              <a:defRPr sz="1050" b="0">
                <a:solidFill>
                  <a:srgbClr val="526873"/>
                </a:solidFill>
                <a:latin typeface="DejaVu Sans"/>
                <a:ea typeface="DejaVu Sans"/>
                <a:cs typeface="DejaVu Sans"/>
              </a:defRPr>
            </a:defPPr>
            <a:lvl1pPr algn="r">
              <a:defRPr sz="1050" b="0">
                <a:solidFill>
                  <a:srgbClr val="526873"/>
                </a:solidFill>
                <a:latin typeface="DejaVu Sans"/>
                <a:ea typeface="DejaVu Sans"/>
                <a:cs typeface="DejaVu Sans"/>
              </a:defRPr>
            </a:lvl1pPr>
            <a:lvl2pPr algn="r">
              <a:defRPr sz="1050" b="0">
                <a:solidFill>
                  <a:srgbClr val="526873"/>
                </a:solidFill>
                <a:latin typeface="DejaVu Sans"/>
                <a:ea typeface="DejaVu Sans"/>
                <a:cs typeface="DejaVu Sans"/>
              </a:defRPr>
            </a:lvl2pPr>
            <a:lvl3pPr algn="r">
              <a:defRPr sz="1050" b="0">
                <a:solidFill>
                  <a:srgbClr val="526873"/>
                </a:solidFill>
                <a:latin typeface="DejaVu Sans"/>
                <a:ea typeface="DejaVu Sans"/>
                <a:cs typeface="DejaVu Sans"/>
              </a:defRPr>
            </a:lvl3pPr>
            <a:lvl4pPr algn="r">
              <a:defRPr sz="1050" b="0">
                <a:solidFill>
                  <a:srgbClr val="526873"/>
                </a:solidFill>
                <a:latin typeface="DejaVu Sans"/>
                <a:ea typeface="DejaVu Sans"/>
                <a:cs typeface="DejaVu Sans"/>
              </a:defRPr>
            </a:lvl4pPr>
            <a:lvl5pPr algn="r">
              <a:defRPr sz="1050" b="0">
                <a:solidFill>
                  <a:srgbClr val="526873"/>
                </a:solidFill>
                <a:latin typeface="DejaVu Sans"/>
                <a:ea typeface="DejaVu Sans"/>
                <a:cs typeface="DejaVu Sans"/>
              </a:defRPr>
            </a:lvl5pPr>
            <a:lvl6pPr algn="r">
              <a:defRPr sz="1050" b="0">
                <a:solidFill>
                  <a:srgbClr val="526873"/>
                </a:solidFill>
                <a:latin typeface="DejaVu Sans"/>
                <a:ea typeface="DejaVu Sans"/>
                <a:cs typeface="DejaVu Sans"/>
              </a:defRPr>
            </a:lvl6pPr>
            <a:lvl7pPr algn="r">
              <a:defRPr sz="1050" b="0">
                <a:solidFill>
                  <a:srgbClr val="526873"/>
                </a:solidFill>
                <a:latin typeface="DejaVu Sans"/>
                <a:ea typeface="DejaVu Sans"/>
                <a:cs typeface="DejaVu Sans"/>
              </a:defRPr>
            </a:lvl7pPr>
            <a:lvl8pPr algn="r">
              <a:defRPr sz="1050" b="0">
                <a:solidFill>
                  <a:srgbClr val="526873"/>
                </a:solidFill>
                <a:latin typeface="DejaVu Sans"/>
                <a:ea typeface="DejaVu Sans"/>
                <a:cs typeface="DejaVu Sans"/>
              </a:defRPr>
            </a:lvl8pPr>
            <a:lvl9pPr algn="r">
              <a:defRPr sz="1050" b="0">
                <a:solidFill>
                  <a:srgbClr val="526873"/>
                </a:solidFill>
                <a:latin typeface="DejaVu Sans"/>
                <a:ea typeface="DejaVu Sans"/>
                <a:cs typeface="DejaVu Sans"/>
              </a:defRPr>
            </a:lvl9pPr>
          </a:lstStyle>
          <a:p>
            <a:pPr algn="r">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12 / 38</a:t>
            </a:r>
          </a:p>
        </p:txBody>
      </p:sp>
      <p:sp>
        <p:nvSpPr>
          <p:cNvPr id="7" name="texto">
            <a:extLst>
              <a:ext uri="{FF2B5EF4-FFF2-40B4-BE49-F238E27FC236}">
                <a16:creationId xmlns:a16="http://schemas.microsoft.com/office/drawing/2014/main" id="{4E5D491C-1B4E-48AE-8F7D-F267693687C6}"/>
              </a:ext>
            </a:extLst>
          </p:cNvPr>
          <p:cNvSpPr>
            <a:spLocks noGrp="1"/>
          </p:cNvSpPr>
          <p:nvPr/>
        </p:nvSpPr>
        <p:spPr>
          <a:xfrm>
            <a:off x="838200" y="1724025"/>
            <a:ext cx="5238750" cy="419100"/>
          </a:xfrm>
          <a:prstGeom prst="rect">
            <a:avLst/>
          </a:prstGeom>
          <a:noFill/>
          <a:ln w="0">
            <a:noFill/>
            <a:prstDash val="solid"/>
          </a:ln>
        </p:spPr>
        <p:txBody>
          <a:bodyPr wrap="square" lIns="0" tIns="0" rIns="0" bIns="0" anchor="t">
            <a:noAutofit/>
          </a:bodyPr>
          <a:lstStyle>
            <a:defPPr algn="l">
              <a:defRPr sz="2100" b="1">
                <a:solidFill>
                  <a:srgbClr val="123247"/>
                </a:solidFill>
                <a:latin typeface="DejaVu Sans"/>
                <a:ea typeface="DejaVu Sans"/>
                <a:cs typeface="DejaVu Sans"/>
              </a:defRPr>
            </a:defPPr>
            <a:lvl1pPr algn="l">
              <a:defRPr sz="2100" b="1">
                <a:solidFill>
                  <a:srgbClr val="123247"/>
                </a:solidFill>
                <a:latin typeface="DejaVu Sans"/>
                <a:ea typeface="DejaVu Sans"/>
                <a:cs typeface="DejaVu Sans"/>
              </a:defRPr>
            </a:lvl1pPr>
            <a:lvl2pPr algn="l">
              <a:defRPr sz="2100" b="1">
                <a:solidFill>
                  <a:srgbClr val="123247"/>
                </a:solidFill>
                <a:latin typeface="DejaVu Sans"/>
                <a:ea typeface="DejaVu Sans"/>
                <a:cs typeface="DejaVu Sans"/>
              </a:defRPr>
            </a:lvl2pPr>
            <a:lvl3pPr algn="l">
              <a:defRPr sz="2100" b="1">
                <a:solidFill>
                  <a:srgbClr val="123247"/>
                </a:solidFill>
                <a:latin typeface="DejaVu Sans"/>
                <a:ea typeface="DejaVu Sans"/>
                <a:cs typeface="DejaVu Sans"/>
              </a:defRPr>
            </a:lvl3pPr>
            <a:lvl4pPr algn="l">
              <a:defRPr sz="2100" b="1">
                <a:solidFill>
                  <a:srgbClr val="123247"/>
                </a:solidFill>
                <a:latin typeface="DejaVu Sans"/>
                <a:ea typeface="DejaVu Sans"/>
                <a:cs typeface="DejaVu Sans"/>
              </a:defRPr>
            </a:lvl4pPr>
            <a:lvl5pPr algn="l">
              <a:defRPr sz="2100" b="1">
                <a:solidFill>
                  <a:srgbClr val="123247"/>
                </a:solidFill>
                <a:latin typeface="DejaVu Sans"/>
                <a:ea typeface="DejaVu Sans"/>
                <a:cs typeface="DejaVu Sans"/>
              </a:defRPr>
            </a:lvl5pPr>
            <a:lvl6pPr algn="l">
              <a:defRPr sz="2100" b="1">
                <a:solidFill>
                  <a:srgbClr val="123247"/>
                </a:solidFill>
                <a:latin typeface="DejaVu Sans"/>
                <a:ea typeface="DejaVu Sans"/>
                <a:cs typeface="DejaVu Sans"/>
              </a:defRPr>
            </a:lvl6pPr>
            <a:lvl7pPr algn="l">
              <a:defRPr sz="2100" b="1">
                <a:solidFill>
                  <a:srgbClr val="123247"/>
                </a:solidFill>
                <a:latin typeface="DejaVu Sans"/>
                <a:ea typeface="DejaVu Sans"/>
                <a:cs typeface="DejaVu Sans"/>
              </a:defRPr>
            </a:lvl7pPr>
            <a:lvl8pPr algn="l">
              <a:defRPr sz="2100" b="1">
                <a:solidFill>
                  <a:srgbClr val="123247"/>
                </a:solidFill>
                <a:latin typeface="DejaVu Sans"/>
                <a:ea typeface="DejaVu Sans"/>
                <a:cs typeface="DejaVu Sans"/>
              </a:defRPr>
            </a:lvl8pPr>
            <a:lvl9pPr algn="l">
              <a:defRPr sz="2100" b="1">
                <a:solidFill>
                  <a:srgbClr val="123247"/>
                </a:solidFill>
                <a:latin typeface="DejaVu Sans"/>
                <a:ea typeface="DejaVu Sans"/>
                <a:cs typeface="DejaVu Sans"/>
              </a:defRPr>
            </a:lvl9pPr>
          </a:lstStyle>
          <a:p>
            <a:pPr algn="l">
              <a:defRPr sz="2100" b="1">
                <a:solidFill>
                  <a:srgbClr val="123247"/>
                </a:solidFill>
                <a:latin typeface="DejaVu Sans"/>
                <a:ea typeface="DejaVu Sans"/>
                <a:cs typeface="DejaVu Sans"/>
              </a:defRPr>
            </a:pPr>
            <a:r>
              <a:rPr sz="2100" b="1">
                <a:solidFill>
                  <a:srgbClr val="123247"/>
                </a:solidFill>
                <a:latin typeface="DejaVu Sans"/>
                <a:ea typeface="DejaVu Sans"/>
                <a:cs typeface="DejaVu Sans"/>
              </a:rPr>
              <a:t>K-means: partição por centroides</a:t>
            </a:r>
          </a:p>
        </p:txBody>
      </p:sp>
      <p:sp>
        <p:nvSpPr>
          <p:cNvPr id="8" name="texto">
            <a:extLst>
              <a:ext uri="{FF2B5EF4-FFF2-40B4-BE49-F238E27FC236}">
                <a16:creationId xmlns:a16="http://schemas.microsoft.com/office/drawing/2014/main" id="{A91D18D2-8680-4608-9F80-1DF5229EBDFE}"/>
              </a:ext>
            </a:extLst>
          </p:cNvPr>
          <p:cNvSpPr>
            <a:spLocks noGrp="1"/>
          </p:cNvSpPr>
          <p:nvPr/>
        </p:nvSpPr>
        <p:spPr>
          <a:xfrm>
            <a:off x="6534150" y="1724025"/>
            <a:ext cx="5048250" cy="419100"/>
          </a:xfrm>
          <a:prstGeom prst="rect">
            <a:avLst/>
          </a:prstGeom>
          <a:noFill/>
          <a:ln w="0">
            <a:noFill/>
            <a:prstDash val="solid"/>
          </a:ln>
        </p:spPr>
        <p:txBody>
          <a:bodyPr wrap="square" lIns="0" tIns="0" rIns="0" bIns="0" anchor="t">
            <a:noAutofit/>
          </a:bodyPr>
          <a:lstStyle>
            <a:defPPr algn="l">
              <a:defRPr sz="2100" b="1">
                <a:solidFill>
                  <a:srgbClr val="123247"/>
                </a:solidFill>
                <a:latin typeface="DejaVu Sans"/>
                <a:ea typeface="DejaVu Sans"/>
                <a:cs typeface="DejaVu Sans"/>
              </a:defRPr>
            </a:defPPr>
            <a:lvl1pPr algn="l">
              <a:defRPr sz="2100" b="1">
                <a:solidFill>
                  <a:srgbClr val="123247"/>
                </a:solidFill>
                <a:latin typeface="DejaVu Sans"/>
                <a:ea typeface="DejaVu Sans"/>
                <a:cs typeface="DejaVu Sans"/>
              </a:defRPr>
            </a:lvl1pPr>
            <a:lvl2pPr algn="l">
              <a:defRPr sz="2100" b="1">
                <a:solidFill>
                  <a:srgbClr val="123247"/>
                </a:solidFill>
                <a:latin typeface="DejaVu Sans"/>
                <a:ea typeface="DejaVu Sans"/>
                <a:cs typeface="DejaVu Sans"/>
              </a:defRPr>
            </a:lvl2pPr>
            <a:lvl3pPr algn="l">
              <a:defRPr sz="2100" b="1">
                <a:solidFill>
                  <a:srgbClr val="123247"/>
                </a:solidFill>
                <a:latin typeface="DejaVu Sans"/>
                <a:ea typeface="DejaVu Sans"/>
                <a:cs typeface="DejaVu Sans"/>
              </a:defRPr>
            </a:lvl3pPr>
            <a:lvl4pPr algn="l">
              <a:defRPr sz="2100" b="1">
                <a:solidFill>
                  <a:srgbClr val="123247"/>
                </a:solidFill>
                <a:latin typeface="DejaVu Sans"/>
                <a:ea typeface="DejaVu Sans"/>
                <a:cs typeface="DejaVu Sans"/>
              </a:defRPr>
            </a:lvl4pPr>
            <a:lvl5pPr algn="l">
              <a:defRPr sz="2100" b="1">
                <a:solidFill>
                  <a:srgbClr val="123247"/>
                </a:solidFill>
                <a:latin typeface="DejaVu Sans"/>
                <a:ea typeface="DejaVu Sans"/>
                <a:cs typeface="DejaVu Sans"/>
              </a:defRPr>
            </a:lvl5pPr>
            <a:lvl6pPr algn="l">
              <a:defRPr sz="2100" b="1">
                <a:solidFill>
                  <a:srgbClr val="123247"/>
                </a:solidFill>
                <a:latin typeface="DejaVu Sans"/>
                <a:ea typeface="DejaVu Sans"/>
                <a:cs typeface="DejaVu Sans"/>
              </a:defRPr>
            </a:lvl6pPr>
            <a:lvl7pPr algn="l">
              <a:defRPr sz="2100" b="1">
                <a:solidFill>
                  <a:srgbClr val="123247"/>
                </a:solidFill>
                <a:latin typeface="DejaVu Sans"/>
                <a:ea typeface="DejaVu Sans"/>
                <a:cs typeface="DejaVu Sans"/>
              </a:defRPr>
            </a:lvl7pPr>
            <a:lvl8pPr algn="l">
              <a:defRPr sz="2100" b="1">
                <a:solidFill>
                  <a:srgbClr val="123247"/>
                </a:solidFill>
                <a:latin typeface="DejaVu Sans"/>
                <a:ea typeface="DejaVu Sans"/>
                <a:cs typeface="DejaVu Sans"/>
              </a:defRPr>
            </a:lvl8pPr>
            <a:lvl9pPr algn="l">
              <a:defRPr sz="2100" b="1">
                <a:solidFill>
                  <a:srgbClr val="123247"/>
                </a:solidFill>
                <a:latin typeface="DejaVu Sans"/>
                <a:ea typeface="DejaVu Sans"/>
                <a:cs typeface="DejaVu Sans"/>
              </a:defRPr>
            </a:lvl9pPr>
          </a:lstStyle>
          <a:p>
            <a:pPr algn="l">
              <a:defRPr sz="2100" b="1">
                <a:solidFill>
                  <a:srgbClr val="123247"/>
                </a:solidFill>
                <a:latin typeface="DejaVu Sans"/>
                <a:ea typeface="DejaVu Sans"/>
                <a:cs typeface="DejaVu Sans"/>
              </a:defRPr>
            </a:pPr>
            <a:r>
              <a:rPr sz="2100" b="1">
                <a:solidFill>
                  <a:srgbClr val="123247"/>
                </a:solidFill>
                <a:latin typeface="DejaVu Sans"/>
                <a:ea typeface="DejaVu Sans"/>
                <a:cs typeface="DejaVu Sans"/>
              </a:rPr>
              <a:t>Ward: corte do dendrograma</a:t>
            </a:r>
          </a:p>
        </p:txBody>
      </p:sp>
      <p:graphicFrame>
        <p:nvGraphicFramePr>
          <p:cNvPr id="9" name="Chart">
            <a:extLst>
              <a:ext uri="{FF2B5EF4-FFF2-40B4-BE49-F238E27FC236}">
                <a16:creationId xmlns:a16="http://schemas.microsoft.com/office/drawing/2014/main" id="{277FAE9A-33E9-4CEB-B022-946645C946A9}"/>
              </a:ext>
            </a:extLst>
          </p:cNvPr>
          <p:cNvGraphicFramePr/>
          <p:nvPr/>
        </p:nvGraphicFramePr>
        <p:xfrm>
          <a:off x="609600" y="2238375"/>
          <a:ext cx="5219700" cy="2952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a:extLst>
              <a:ext uri="{FF2B5EF4-FFF2-40B4-BE49-F238E27FC236}">
                <a16:creationId xmlns:a16="http://schemas.microsoft.com/office/drawing/2014/main" id="{1AAB4E18-0F6D-4D5B-B985-69791515ED0C}"/>
              </a:ext>
            </a:extLst>
          </p:cNvPr>
          <p:cNvGraphicFramePr/>
          <p:nvPr/>
        </p:nvGraphicFramePr>
        <p:xfrm>
          <a:off x="6276975" y="2238375"/>
          <a:ext cx="5305425" cy="2952750"/>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o">
            <a:extLst>
              <a:ext uri="{FF2B5EF4-FFF2-40B4-BE49-F238E27FC236}">
                <a16:creationId xmlns:a16="http://schemas.microsoft.com/office/drawing/2014/main" id="{F7C1A09D-1BDB-40FC-A270-3947504E2560}"/>
              </a:ext>
            </a:extLst>
          </p:cNvPr>
          <p:cNvSpPr>
            <a:spLocks noGrp="1"/>
          </p:cNvSpPr>
          <p:nvPr/>
        </p:nvSpPr>
        <p:spPr>
          <a:xfrm>
            <a:off x="609600" y="5476875"/>
            <a:ext cx="10972800" cy="523875"/>
          </a:xfrm>
          <a:prstGeom prst="rect">
            <a:avLst/>
          </a:prstGeom>
          <a:noFill/>
          <a:ln w="0">
            <a:noFill/>
            <a:prstDash val="solid"/>
          </a:ln>
        </p:spPr>
        <p:txBody>
          <a:bodyPr wrap="square" lIns="0" tIns="0" rIns="0" bIns="0" anchor="t">
            <a:noAutofit/>
          </a:bodyPr>
          <a:lstStyle>
            <a:defPPr algn="l">
              <a:defRPr sz="2100" b="1">
                <a:solidFill>
                  <a:srgbClr val="087F88"/>
                </a:solidFill>
                <a:latin typeface="DejaVu Sans"/>
                <a:ea typeface="DejaVu Sans"/>
                <a:cs typeface="DejaVu Sans"/>
              </a:defRPr>
            </a:defPPr>
            <a:lvl1pPr algn="l">
              <a:defRPr sz="2100" b="1">
                <a:solidFill>
                  <a:srgbClr val="087F88"/>
                </a:solidFill>
                <a:latin typeface="DejaVu Sans"/>
                <a:ea typeface="DejaVu Sans"/>
                <a:cs typeface="DejaVu Sans"/>
              </a:defRPr>
            </a:lvl1pPr>
            <a:lvl2pPr algn="l">
              <a:defRPr sz="2100" b="1">
                <a:solidFill>
                  <a:srgbClr val="087F88"/>
                </a:solidFill>
                <a:latin typeface="DejaVu Sans"/>
                <a:ea typeface="DejaVu Sans"/>
                <a:cs typeface="DejaVu Sans"/>
              </a:defRPr>
            </a:lvl2pPr>
            <a:lvl3pPr algn="l">
              <a:defRPr sz="2100" b="1">
                <a:solidFill>
                  <a:srgbClr val="087F88"/>
                </a:solidFill>
                <a:latin typeface="DejaVu Sans"/>
                <a:ea typeface="DejaVu Sans"/>
                <a:cs typeface="DejaVu Sans"/>
              </a:defRPr>
            </a:lvl3pPr>
            <a:lvl4pPr algn="l">
              <a:defRPr sz="2100" b="1">
                <a:solidFill>
                  <a:srgbClr val="087F88"/>
                </a:solidFill>
                <a:latin typeface="DejaVu Sans"/>
                <a:ea typeface="DejaVu Sans"/>
                <a:cs typeface="DejaVu Sans"/>
              </a:defRPr>
            </a:lvl4pPr>
            <a:lvl5pPr algn="l">
              <a:defRPr sz="2100" b="1">
                <a:solidFill>
                  <a:srgbClr val="087F88"/>
                </a:solidFill>
                <a:latin typeface="DejaVu Sans"/>
                <a:ea typeface="DejaVu Sans"/>
                <a:cs typeface="DejaVu Sans"/>
              </a:defRPr>
            </a:lvl5pPr>
            <a:lvl6pPr algn="l">
              <a:defRPr sz="2100" b="1">
                <a:solidFill>
                  <a:srgbClr val="087F88"/>
                </a:solidFill>
                <a:latin typeface="DejaVu Sans"/>
                <a:ea typeface="DejaVu Sans"/>
                <a:cs typeface="DejaVu Sans"/>
              </a:defRPr>
            </a:lvl6pPr>
            <a:lvl7pPr algn="l">
              <a:defRPr sz="2100" b="1">
                <a:solidFill>
                  <a:srgbClr val="087F88"/>
                </a:solidFill>
                <a:latin typeface="DejaVu Sans"/>
                <a:ea typeface="DejaVu Sans"/>
                <a:cs typeface="DejaVu Sans"/>
              </a:defRPr>
            </a:lvl7pPr>
            <a:lvl8pPr algn="l">
              <a:defRPr sz="2100" b="1">
                <a:solidFill>
                  <a:srgbClr val="087F88"/>
                </a:solidFill>
                <a:latin typeface="DejaVu Sans"/>
                <a:ea typeface="DejaVu Sans"/>
                <a:cs typeface="DejaVu Sans"/>
              </a:defRPr>
            </a:lvl8pPr>
            <a:lvl9pPr algn="l">
              <a:defRPr sz="2100" b="1">
                <a:solidFill>
                  <a:srgbClr val="087F88"/>
                </a:solidFill>
                <a:latin typeface="DejaVu Sans"/>
                <a:ea typeface="DejaVu Sans"/>
                <a:cs typeface="DejaVu Sans"/>
              </a:defRPr>
            </a:lvl9pPr>
          </a:lstStyle>
          <a:p>
            <a:pPr algn="l">
              <a:defRPr sz="2100" b="1">
                <a:solidFill>
                  <a:srgbClr val="087F88"/>
                </a:solidFill>
                <a:latin typeface="DejaVu Sans"/>
                <a:ea typeface="DejaVu Sans"/>
                <a:cs typeface="DejaVu Sans"/>
              </a:defRPr>
            </a:pPr>
            <a:r>
              <a:rPr sz="2100" b="1">
                <a:solidFill>
                  <a:srgbClr val="087F88"/>
                </a:solidFill>
                <a:latin typeface="DejaVu Sans"/>
                <a:ea typeface="DejaVu Sans"/>
                <a:cs typeface="DejaVu Sans"/>
              </a:rPr>
              <a:t>Escolher K: estabilidade + coerência física + informação disponível.</a:t>
            </a:r>
          </a:p>
        </p:txBody>
      </p:sp>
    </p:spTree>
    <p:extLst>
      <p:ext uri="{BB962C8B-B14F-4D97-AF65-F5344CB8AC3E}">
        <p14:creationId xmlns:p14="http://schemas.microsoft.com/office/powerpoint/2010/main" val="9410741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8" name="texto">
            <a:extLst>
              <a:ext uri="{FF2B5EF4-FFF2-40B4-BE49-F238E27FC236}">
                <a16:creationId xmlns:a16="http://schemas.microsoft.com/office/drawing/2014/main" id="{C35EFEAC-87F5-4C8D-A7BE-237254EA671E}"/>
              </a:ext>
            </a:extLst>
          </p:cNvPr>
          <p:cNvSpPr>
            <a:spLocks noGrp="1"/>
          </p:cNvSpPr>
          <p:nvPr/>
        </p:nvSpPr>
        <p:spPr>
          <a:xfrm>
            <a:off x="609600" y="285750"/>
            <a:ext cx="10668000" cy="247650"/>
          </a:xfrm>
          <a:prstGeom prst="rect">
            <a:avLst/>
          </a:prstGeom>
          <a:noFill/>
          <a:ln w="0">
            <a:noFill/>
            <a:prstDash val="solid"/>
          </a:ln>
        </p:spPr>
        <p:txBody>
          <a:bodyPr wrap="square" lIns="0" tIns="0" rIns="0" bIns="0" anchor="t">
            <a:noAutofit/>
          </a:bodyPr>
          <a:lstStyle>
            <a:defPPr algn="l">
              <a:defRPr sz="1275" b="1">
                <a:solidFill>
                  <a:srgbClr val="087F88"/>
                </a:solidFill>
                <a:latin typeface="DejaVu Sans"/>
                <a:ea typeface="DejaVu Sans"/>
                <a:cs typeface="DejaVu Sans"/>
              </a:defRPr>
            </a:defPPr>
            <a:lvl1pPr algn="l">
              <a:defRPr sz="1275" b="1">
                <a:solidFill>
                  <a:srgbClr val="087F88"/>
                </a:solidFill>
                <a:latin typeface="DejaVu Sans"/>
                <a:ea typeface="DejaVu Sans"/>
                <a:cs typeface="DejaVu Sans"/>
              </a:defRPr>
            </a:lvl1pPr>
            <a:lvl2pPr algn="l">
              <a:defRPr sz="1275" b="1">
                <a:solidFill>
                  <a:srgbClr val="087F88"/>
                </a:solidFill>
                <a:latin typeface="DejaVu Sans"/>
                <a:ea typeface="DejaVu Sans"/>
                <a:cs typeface="DejaVu Sans"/>
              </a:defRPr>
            </a:lvl2pPr>
            <a:lvl3pPr algn="l">
              <a:defRPr sz="1275" b="1">
                <a:solidFill>
                  <a:srgbClr val="087F88"/>
                </a:solidFill>
                <a:latin typeface="DejaVu Sans"/>
                <a:ea typeface="DejaVu Sans"/>
                <a:cs typeface="DejaVu Sans"/>
              </a:defRPr>
            </a:lvl3pPr>
            <a:lvl4pPr algn="l">
              <a:defRPr sz="1275" b="1">
                <a:solidFill>
                  <a:srgbClr val="087F88"/>
                </a:solidFill>
                <a:latin typeface="DejaVu Sans"/>
                <a:ea typeface="DejaVu Sans"/>
                <a:cs typeface="DejaVu Sans"/>
              </a:defRPr>
            </a:lvl4pPr>
            <a:lvl5pPr algn="l">
              <a:defRPr sz="1275" b="1">
                <a:solidFill>
                  <a:srgbClr val="087F88"/>
                </a:solidFill>
                <a:latin typeface="DejaVu Sans"/>
                <a:ea typeface="DejaVu Sans"/>
                <a:cs typeface="DejaVu Sans"/>
              </a:defRPr>
            </a:lvl5pPr>
            <a:lvl6pPr algn="l">
              <a:defRPr sz="1275" b="1">
                <a:solidFill>
                  <a:srgbClr val="087F88"/>
                </a:solidFill>
                <a:latin typeface="DejaVu Sans"/>
                <a:ea typeface="DejaVu Sans"/>
                <a:cs typeface="DejaVu Sans"/>
              </a:defRPr>
            </a:lvl6pPr>
            <a:lvl7pPr algn="l">
              <a:defRPr sz="1275" b="1">
                <a:solidFill>
                  <a:srgbClr val="087F88"/>
                </a:solidFill>
                <a:latin typeface="DejaVu Sans"/>
                <a:ea typeface="DejaVu Sans"/>
                <a:cs typeface="DejaVu Sans"/>
              </a:defRPr>
            </a:lvl7pPr>
            <a:lvl8pPr algn="l">
              <a:defRPr sz="1275" b="1">
                <a:solidFill>
                  <a:srgbClr val="087F88"/>
                </a:solidFill>
                <a:latin typeface="DejaVu Sans"/>
                <a:ea typeface="DejaVu Sans"/>
                <a:cs typeface="DejaVu Sans"/>
              </a:defRPr>
            </a:lvl8pPr>
            <a:lvl9pPr algn="l">
              <a:defRPr sz="1275" b="1">
                <a:solidFill>
                  <a:srgbClr val="087F88"/>
                </a:solidFill>
                <a:latin typeface="DejaVu Sans"/>
                <a:ea typeface="DejaVu Sans"/>
                <a:cs typeface="DejaVu Sans"/>
              </a:defRPr>
            </a:lvl9pPr>
          </a:lstStyle>
          <a:p>
            <a:pPr algn="l">
              <a:defRPr sz="1275" b="1">
                <a:solidFill>
                  <a:srgbClr val="087F88"/>
                </a:solidFill>
                <a:latin typeface="DejaVu Sans"/>
                <a:ea typeface="DejaVu Sans"/>
                <a:cs typeface="DejaVu Sans"/>
              </a:defRPr>
            </a:pPr>
            <a:r>
              <a:rPr sz="1275" b="1">
                <a:solidFill>
                  <a:srgbClr val="087F88"/>
                </a:solidFill>
                <a:latin typeface="DejaVu Sans"/>
                <a:ea typeface="DejaVu Sans"/>
                <a:cs typeface="DejaVu Sans"/>
              </a:rPr>
              <a:t>HIPÓTESE DE HOMOGENEIDADE REGIONAL</a:t>
            </a:r>
          </a:p>
        </p:txBody>
      </p:sp>
      <p:sp>
        <p:nvSpPr>
          <p:cNvPr id="2" name="texto">
            <a:extLst>
              <a:ext uri="{FF2B5EF4-FFF2-40B4-BE49-F238E27FC236}">
                <a16:creationId xmlns:a16="http://schemas.microsoft.com/office/drawing/2014/main" id="{1789E8F8-403A-4E86-9388-739F30754AD8}"/>
              </a:ext>
            </a:extLst>
          </p:cNvPr>
          <p:cNvSpPr>
            <a:spLocks noGrp="1"/>
          </p:cNvSpPr>
          <p:nvPr/>
        </p:nvSpPr>
        <p:spPr>
          <a:xfrm>
            <a:off x="609600" y="685800"/>
            <a:ext cx="10972800" cy="1028700"/>
          </a:xfrm>
          <a:prstGeom prst="rect">
            <a:avLst/>
          </a:prstGeom>
          <a:noFill/>
          <a:ln w="0">
            <a:noFill/>
            <a:prstDash val="solid"/>
          </a:ln>
        </p:spPr>
        <p:txBody>
          <a:bodyPr wrap="square" lIns="0" tIns="0" rIns="0" bIns="0" anchor="t">
            <a:noAutofit/>
          </a:bodyPr>
          <a:lstStyle>
            <a:defPPr algn="l">
              <a:defRPr sz="3225" b="1">
                <a:solidFill>
                  <a:srgbClr val="123247"/>
                </a:solidFill>
                <a:latin typeface="DejaVu Sans"/>
                <a:ea typeface="DejaVu Sans"/>
                <a:cs typeface="DejaVu Sans"/>
              </a:defRPr>
            </a:defPPr>
            <a:lvl1pPr algn="l">
              <a:defRPr sz="3225" b="1">
                <a:solidFill>
                  <a:srgbClr val="123247"/>
                </a:solidFill>
                <a:latin typeface="DejaVu Sans"/>
                <a:ea typeface="DejaVu Sans"/>
                <a:cs typeface="DejaVu Sans"/>
              </a:defRPr>
            </a:lvl1pPr>
            <a:lvl2pPr algn="l">
              <a:defRPr sz="3225" b="1">
                <a:solidFill>
                  <a:srgbClr val="123247"/>
                </a:solidFill>
                <a:latin typeface="DejaVu Sans"/>
                <a:ea typeface="DejaVu Sans"/>
                <a:cs typeface="DejaVu Sans"/>
              </a:defRPr>
            </a:lvl2pPr>
            <a:lvl3pPr algn="l">
              <a:defRPr sz="3225" b="1">
                <a:solidFill>
                  <a:srgbClr val="123247"/>
                </a:solidFill>
                <a:latin typeface="DejaVu Sans"/>
                <a:ea typeface="DejaVu Sans"/>
                <a:cs typeface="DejaVu Sans"/>
              </a:defRPr>
            </a:lvl3pPr>
            <a:lvl4pPr algn="l">
              <a:defRPr sz="3225" b="1">
                <a:solidFill>
                  <a:srgbClr val="123247"/>
                </a:solidFill>
                <a:latin typeface="DejaVu Sans"/>
                <a:ea typeface="DejaVu Sans"/>
                <a:cs typeface="DejaVu Sans"/>
              </a:defRPr>
            </a:lvl4pPr>
            <a:lvl5pPr algn="l">
              <a:defRPr sz="3225" b="1">
                <a:solidFill>
                  <a:srgbClr val="123247"/>
                </a:solidFill>
                <a:latin typeface="DejaVu Sans"/>
                <a:ea typeface="DejaVu Sans"/>
                <a:cs typeface="DejaVu Sans"/>
              </a:defRPr>
            </a:lvl5pPr>
            <a:lvl6pPr algn="l">
              <a:defRPr sz="3225" b="1">
                <a:solidFill>
                  <a:srgbClr val="123247"/>
                </a:solidFill>
                <a:latin typeface="DejaVu Sans"/>
                <a:ea typeface="DejaVu Sans"/>
                <a:cs typeface="DejaVu Sans"/>
              </a:defRPr>
            </a:lvl6pPr>
            <a:lvl7pPr algn="l">
              <a:defRPr sz="3225" b="1">
                <a:solidFill>
                  <a:srgbClr val="123247"/>
                </a:solidFill>
                <a:latin typeface="DejaVu Sans"/>
                <a:ea typeface="DejaVu Sans"/>
                <a:cs typeface="DejaVu Sans"/>
              </a:defRPr>
            </a:lvl7pPr>
            <a:lvl8pPr algn="l">
              <a:defRPr sz="3225" b="1">
                <a:solidFill>
                  <a:srgbClr val="123247"/>
                </a:solidFill>
                <a:latin typeface="DejaVu Sans"/>
                <a:ea typeface="DejaVu Sans"/>
                <a:cs typeface="DejaVu Sans"/>
              </a:defRPr>
            </a:lvl8pPr>
            <a:lvl9pPr algn="l">
              <a:defRPr sz="3225" b="1">
                <a:solidFill>
                  <a:srgbClr val="123247"/>
                </a:solidFill>
                <a:latin typeface="DejaVu Sans"/>
                <a:ea typeface="DejaVu Sans"/>
                <a:cs typeface="DejaVu Sans"/>
              </a:defRPr>
            </a:lvl9pPr>
          </a:lstStyle>
          <a:p>
            <a:pPr algn="l">
              <a:defRPr sz="3225" b="1">
                <a:solidFill>
                  <a:srgbClr val="123247"/>
                </a:solidFill>
                <a:latin typeface="DejaVu Sans"/>
                <a:ea typeface="DejaVu Sans"/>
                <a:cs typeface="DejaVu Sans"/>
              </a:defRPr>
            </a:pPr>
            <a:r>
              <a:rPr sz="3225" b="1">
                <a:solidFill>
                  <a:srgbClr val="123247"/>
                </a:solidFill>
                <a:latin typeface="DejaVu Sans"/>
                <a:ea typeface="DejaVu Sans"/>
                <a:cs typeface="DejaVu Sans"/>
              </a:rPr>
              <a:t>Máximas: mesma forma, escalas diferentes</a:t>
            </a:r>
          </a:p>
        </p:txBody>
      </p:sp>
      <p:sp>
        <p:nvSpPr>
          <p:cNvPr id="3" name="texto">
            <a:extLst>
              <a:ext uri="{FF2B5EF4-FFF2-40B4-BE49-F238E27FC236}">
                <a16:creationId xmlns:a16="http://schemas.microsoft.com/office/drawing/2014/main" id="{5331F1A5-000B-4D69-B705-D2B1D8A0ED8F}"/>
              </a:ext>
            </a:extLst>
          </p:cNvPr>
          <p:cNvSpPr>
            <a:spLocks noGrp="1"/>
          </p:cNvSpPr>
          <p:nvPr/>
        </p:nvSpPr>
        <p:spPr>
          <a:xfrm>
            <a:off x="609600" y="6096000"/>
            <a:ext cx="10763250" cy="228600"/>
          </a:xfrm>
          <a:prstGeom prst="rect">
            <a:avLst/>
          </a:prstGeom>
          <a:noFill/>
          <a:ln w="0">
            <a:noFill/>
            <a:prstDash val="solid"/>
          </a:ln>
        </p:spPr>
        <p:txBody>
          <a:bodyPr wrap="square" lIns="0" tIns="0" rIns="0" bIns="0" anchor="t">
            <a:noAutofit/>
          </a:bodyPr>
          <a:lstStyle>
            <a:defPPr algn="l">
              <a:defRPr sz="1050" b="0">
                <a:solidFill>
                  <a:srgbClr val="526873"/>
                </a:solidFill>
                <a:latin typeface="DejaVu Sans"/>
                <a:ea typeface="DejaVu Sans"/>
                <a:cs typeface="DejaVu Sans"/>
              </a:defRPr>
            </a:defPPr>
            <a:lvl1pPr algn="l">
              <a:defRPr sz="1050" b="0">
                <a:solidFill>
                  <a:srgbClr val="526873"/>
                </a:solidFill>
                <a:latin typeface="DejaVu Sans"/>
                <a:ea typeface="DejaVu Sans"/>
                <a:cs typeface="DejaVu Sans"/>
              </a:defRPr>
            </a:lvl1pPr>
            <a:lvl2pPr algn="l">
              <a:defRPr sz="1050" b="0">
                <a:solidFill>
                  <a:srgbClr val="526873"/>
                </a:solidFill>
                <a:latin typeface="DejaVu Sans"/>
                <a:ea typeface="DejaVu Sans"/>
                <a:cs typeface="DejaVu Sans"/>
              </a:defRPr>
            </a:lvl2pPr>
            <a:lvl3pPr algn="l">
              <a:defRPr sz="1050" b="0">
                <a:solidFill>
                  <a:srgbClr val="526873"/>
                </a:solidFill>
                <a:latin typeface="DejaVu Sans"/>
                <a:ea typeface="DejaVu Sans"/>
                <a:cs typeface="DejaVu Sans"/>
              </a:defRPr>
            </a:lvl3pPr>
            <a:lvl4pPr algn="l">
              <a:defRPr sz="1050" b="0">
                <a:solidFill>
                  <a:srgbClr val="526873"/>
                </a:solidFill>
                <a:latin typeface="DejaVu Sans"/>
                <a:ea typeface="DejaVu Sans"/>
                <a:cs typeface="DejaVu Sans"/>
              </a:defRPr>
            </a:lvl4pPr>
            <a:lvl5pPr algn="l">
              <a:defRPr sz="1050" b="0">
                <a:solidFill>
                  <a:srgbClr val="526873"/>
                </a:solidFill>
                <a:latin typeface="DejaVu Sans"/>
                <a:ea typeface="DejaVu Sans"/>
                <a:cs typeface="DejaVu Sans"/>
              </a:defRPr>
            </a:lvl5pPr>
            <a:lvl6pPr algn="l">
              <a:defRPr sz="1050" b="0">
                <a:solidFill>
                  <a:srgbClr val="526873"/>
                </a:solidFill>
                <a:latin typeface="DejaVu Sans"/>
                <a:ea typeface="DejaVu Sans"/>
                <a:cs typeface="DejaVu Sans"/>
              </a:defRPr>
            </a:lvl6pPr>
            <a:lvl7pPr algn="l">
              <a:defRPr sz="1050" b="0">
                <a:solidFill>
                  <a:srgbClr val="526873"/>
                </a:solidFill>
                <a:latin typeface="DejaVu Sans"/>
                <a:ea typeface="DejaVu Sans"/>
                <a:cs typeface="DejaVu Sans"/>
              </a:defRPr>
            </a:lvl7pPr>
            <a:lvl8pPr algn="l">
              <a:defRPr sz="1050" b="0">
                <a:solidFill>
                  <a:srgbClr val="526873"/>
                </a:solidFill>
                <a:latin typeface="DejaVu Sans"/>
                <a:ea typeface="DejaVu Sans"/>
                <a:cs typeface="DejaVu Sans"/>
              </a:defRPr>
            </a:lvl8pPr>
            <a:lvl9pPr algn="l">
              <a:defRPr sz="1050" b="0">
                <a:solidFill>
                  <a:srgbClr val="526873"/>
                </a:solidFill>
                <a:latin typeface="DejaVu Sans"/>
                <a:ea typeface="DejaVu Sans"/>
                <a:cs typeface="DejaVu Sans"/>
              </a:defRPr>
            </a:lvl9pPr>
          </a:lstStyle>
          <a:p>
            <a:pPr algn="l">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EXEMPLO SINTÉTICO · elaboração didática · distribuições acumuladas teóricas das máximas diárias anuais.</a:t>
            </a:r>
          </a:p>
        </p:txBody>
      </p:sp>
      <p:sp>
        <p:nvSpPr>
          <p:cNvPr id="4" name="Straight Connector 3">
            <a:extLst>
              <a:ext uri="{FF2B5EF4-FFF2-40B4-BE49-F238E27FC236}">
                <a16:creationId xmlns:a16="http://schemas.microsoft.com/office/drawing/2014/main" id="{F45CF693-1CB1-4E93-B01F-17C7884F3BC1}"/>
              </a:ext>
            </a:extLst>
          </p:cNvPr>
          <p:cNvSpPr>
            <a:spLocks noGrp="1"/>
          </p:cNvSpPr>
          <p:nvPr/>
        </p:nvSpPr>
        <p:spPr>
          <a:xfrm>
            <a:off x="609600" y="6438900"/>
            <a:ext cx="10972800" cy="0"/>
          </a:xfrm>
          <a:prstGeom prst="line">
            <a:avLst/>
          </a:prstGeom>
          <a:noFill/>
          <a:ln w="9525">
            <a:solidFill>
              <a:srgbClr val="DCE3E3"/>
            </a:solidFill>
            <a:prstDash val="solid"/>
          </a:ln>
        </p:spPr>
        <p:txBody>
          <a:bodyPr/>
          <a:lstStyle/>
          <a:p>
            <a:endParaRPr lang="en-GB"/>
          </a:p>
        </p:txBody>
      </p:sp>
      <p:sp>
        <p:nvSpPr>
          <p:cNvPr id="5" name="texto">
            <a:extLst>
              <a:ext uri="{FF2B5EF4-FFF2-40B4-BE49-F238E27FC236}">
                <a16:creationId xmlns:a16="http://schemas.microsoft.com/office/drawing/2014/main" id="{97E6B374-6E31-4745-B207-CA6B9A30E3B9}"/>
              </a:ext>
            </a:extLst>
          </p:cNvPr>
          <p:cNvSpPr>
            <a:spLocks noGrp="1"/>
          </p:cNvSpPr>
          <p:nvPr/>
        </p:nvSpPr>
        <p:spPr>
          <a:xfrm>
            <a:off x="609600" y="6543675"/>
            <a:ext cx="8572500" cy="190500"/>
          </a:xfrm>
          <a:prstGeom prst="rect">
            <a:avLst/>
          </a:prstGeom>
          <a:noFill/>
          <a:ln w="0">
            <a:noFill/>
            <a:prstDash val="solid"/>
          </a:ln>
        </p:spPr>
        <p:txBody>
          <a:bodyPr wrap="square" lIns="0" tIns="0" rIns="0" bIns="0" anchor="t">
            <a:noAutofit/>
          </a:bodyPr>
          <a:lstStyle>
            <a:defPPr algn="l">
              <a:defRPr sz="975" b="0">
                <a:solidFill>
                  <a:srgbClr val="526873"/>
                </a:solidFill>
                <a:latin typeface="DejaVu Sans"/>
                <a:ea typeface="DejaVu Sans"/>
                <a:cs typeface="DejaVu Sans"/>
              </a:defRPr>
            </a:defPPr>
            <a:lvl1pPr algn="l">
              <a:defRPr sz="975" b="0">
                <a:solidFill>
                  <a:srgbClr val="526873"/>
                </a:solidFill>
                <a:latin typeface="DejaVu Sans"/>
                <a:ea typeface="DejaVu Sans"/>
                <a:cs typeface="DejaVu Sans"/>
              </a:defRPr>
            </a:lvl1pPr>
            <a:lvl2pPr algn="l">
              <a:defRPr sz="975" b="0">
                <a:solidFill>
                  <a:srgbClr val="526873"/>
                </a:solidFill>
                <a:latin typeface="DejaVu Sans"/>
                <a:ea typeface="DejaVu Sans"/>
                <a:cs typeface="DejaVu Sans"/>
              </a:defRPr>
            </a:lvl2pPr>
            <a:lvl3pPr algn="l">
              <a:defRPr sz="975" b="0">
                <a:solidFill>
                  <a:srgbClr val="526873"/>
                </a:solidFill>
                <a:latin typeface="DejaVu Sans"/>
                <a:ea typeface="DejaVu Sans"/>
                <a:cs typeface="DejaVu Sans"/>
              </a:defRPr>
            </a:lvl3pPr>
            <a:lvl4pPr algn="l">
              <a:defRPr sz="975" b="0">
                <a:solidFill>
                  <a:srgbClr val="526873"/>
                </a:solidFill>
                <a:latin typeface="DejaVu Sans"/>
                <a:ea typeface="DejaVu Sans"/>
                <a:cs typeface="DejaVu Sans"/>
              </a:defRPr>
            </a:lvl4pPr>
            <a:lvl5pPr algn="l">
              <a:defRPr sz="975" b="0">
                <a:solidFill>
                  <a:srgbClr val="526873"/>
                </a:solidFill>
                <a:latin typeface="DejaVu Sans"/>
                <a:ea typeface="DejaVu Sans"/>
                <a:cs typeface="DejaVu Sans"/>
              </a:defRPr>
            </a:lvl5pPr>
            <a:lvl6pPr algn="l">
              <a:defRPr sz="975" b="0">
                <a:solidFill>
                  <a:srgbClr val="526873"/>
                </a:solidFill>
                <a:latin typeface="DejaVu Sans"/>
                <a:ea typeface="DejaVu Sans"/>
                <a:cs typeface="DejaVu Sans"/>
              </a:defRPr>
            </a:lvl6pPr>
            <a:lvl7pPr algn="l">
              <a:defRPr sz="975" b="0">
                <a:solidFill>
                  <a:srgbClr val="526873"/>
                </a:solidFill>
                <a:latin typeface="DejaVu Sans"/>
                <a:ea typeface="DejaVu Sans"/>
                <a:cs typeface="DejaVu Sans"/>
              </a:defRPr>
            </a:lvl7pPr>
            <a:lvl8pPr algn="l">
              <a:defRPr sz="975" b="0">
                <a:solidFill>
                  <a:srgbClr val="526873"/>
                </a:solidFill>
                <a:latin typeface="DejaVu Sans"/>
                <a:ea typeface="DejaVu Sans"/>
                <a:cs typeface="DejaVu Sans"/>
              </a:defRPr>
            </a:lvl8pPr>
            <a:lvl9pPr algn="l">
              <a:defRPr sz="975" b="0">
                <a:solidFill>
                  <a:srgbClr val="526873"/>
                </a:solidFill>
                <a:latin typeface="DejaVu Sans"/>
                <a:ea typeface="DejaVu Sans"/>
                <a:cs typeface="DejaVu Sans"/>
              </a:defRPr>
            </a:lvl9pPr>
          </a:lstStyle>
          <a:p>
            <a:pPr algn="l">
              <a:defRPr sz="975" b="0">
                <a:solidFill>
                  <a:srgbClr val="526873"/>
                </a:solidFill>
                <a:latin typeface="DejaVu Sans"/>
                <a:ea typeface="DejaVu Sans"/>
                <a:cs typeface="DejaVu Sans"/>
              </a:defRPr>
            </a:pPr>
            <a:r>
              <a:rPr sz="975" b="0">
                <a:solidFill>
                  <a:srgbClr val="526873"/>
                </a:solidFill>
                <a:latin typeface="DejaVu Sans"/>
                <a:ea typeface="DejaVu Sans"/>
                <a:cs typeface="DejaVu Sans"/>
              </a:rPr>
              <a:t>REGIONALIZAÇÃO DE VAZÕES</a:t>
            </a:r>
          </a:p>
        </p:txBody>
      </p:sp>
      <p:sp>
        <p:nvSpPr>
          <p:cNvPr id="6" name="texto">
            <a:extLst>
              <a:ext uri="{FF2B5EF4-FFF2-40B4-BE49-F238E27FC236}">
                <a16:creationId xmlns:a16="http://schemas.microsoft.com/office/drawing/2014/main" id="{BA1EFA02-C80D-410D-8B79-825CA9A6D361}"/>
              </a:ext>
            </a:extLst>
          </p:cNvPr>
          <p:cNvSpPr>
            <a:spLocks noGrp="1"/>
          </p:cNvSpPr>
          <p:nvPr/>
        </p:nvSpPr>
        <p:spPr>
          <a:xfrm>
            <a:off x="10620375" y="6534150"/>
            <a:ext cx="962025" cy="209550"/>
          </a:xfrm>
          <a:prstGeom prst="rect">
            <a:avLst/>
          </a:prstGeom>
          <a:noFill/>
          <a:ln w="0">
            <a:noFill/>
            <a:prstDash val="solid"/>
          </a:ln>
        </p:spPr>
        <p:txBody>
          <a:bodyPr wrap="square" lIns="0" tIns="0" rIns="0" bIns="0" anchor="t">
            <a:noAutofit/>
          </a:bodyPr>
          <a:lstStyle>
            <a:defPPr algn="r">
              <a:defRPr sz="1050" b="0">
                <a:solidFill>
                  <a:srgbClr val="526873"/>
                </a:solidFill>
                <a:latin typeface="DejaVu Sans"/>
                <a:ea typeface="DejaVu Sans"/>
                <a:cs typeface="DejaVu Sans"/>
              </a:defRPr>
            </a:defPPr>
            <a:lvl1pPr algn="r">
              <a:defRPr sz="1050" b="0">
                <a:solidFill>
                  <a:srgbClr val="526873"/>
                </a:solidFill>
                <a:latin typeface="DejaVu Sans"/>
                <a:ea typeface="DejaVu Sans"/>
                <a:cs typeface="DejaVu Sans"/>
              </a:defRPr>
            </a:lvl1pPr>
            <a:lvl2pPr algn="r">
              <a:defRPr sz="1050" b="0">
                <a:solidFill>
                  <a:srgbClr val="526873"/>
                </a:solidFill>
                <a:latin typeface="DejaVu Sans"/>
                <a:ea typeface="DejaVu Sans"/>
                <a:cs typeface="DejaVu Sans"/>
              </a:defRPr>
            </a:lvl2pPr>
            <a:lvl3pPr algn="r">
              <a:defRPr sz="1050" b="0">
                <a:solidFill>
                  <a:srgbClr val="526873"/>
                </a:solidFill>
                <a:latin typeface="DejaVu Sans"/>
                <a:ea typeface="DejaVu Sans"/>
                <a:cs typeface="DejaVu Sans"/>
              </a:defRPr>
            </a:lvl3pPr>
            <a:lvl4pPr algn="r">
              <a:defRPr sz="1050" b="0">
                <a:solidFill>
                  <a:srgbClr val="526873"/>
                </a:solidFill>
                <a:latin typeface="DejaVu Sans"/>
                <a:ea typeface="DejaVu Sans"/>
                <a:cs typeface="DejaVu Sans"/>
              </a:defRPr>
            </a:lvl4pPr>
            <a:lvl5pPr algn="r">
              <a:defRPr sz="1050" b="0">
                <a:solidFill>
                  <a:srgbClr val="526873"/>
                </a:solidFill>
                <a:latin typeface="DejaVu Sans"/>
                <a:ea typeface="DejaVu Sans"/>
                <a:cs typeface="DejaVu Sans"/>
              </a:defRPr>
            </a:lvl5pPr>
            <a:lvl6pPr algn="r">
              <a:defRPr sz="1050" b="0">
                <a:solidFill>
                  <a:srgbClr val="526873"/>
                </a:solidFill>
                <a:latin typeface="DejaVu Sans"/>
                <a:ea typeface="DejaVu Sans"/>
                <a:cs typeface="DejaVu Sans"/>
              </a:defRPr>
            </a:lvl6pPr>
            <a:lvl7pPr algn="r">
              <a:defRPr sz="1050" b="0">
                <a:solidFill>
                  <a:srgbClr val="526873"/>
                </a:solidFill>
                <a:latin typeface="DejaVu Sans"/>
                <a:ea typeface="DejaVu Sans"/>
                <a:cs typeface="DejaVu Sans"/>
              </a:defRPr>
            </a:lvl7pPr>
            <a:lvl8pPr algn="r">
              <a:defRPr sz="1050" b="0">
                <a:solidFill>
                  <a:srgbClr val="526873"/>
                </a:solidFill>
                <a:latin typeface="DejaVu Sans"/>
                <a:ea typeface="DejaVu Sans"/>
                <a:cs typeface="DejaVu Sans"/>
              </a:defRPr>
            </a:lvl8pPr>
            <a:lvl9pPr algn="r">
              <a:defRPr sz="1050" b="0">
                <a:solidFill>
                  <a:srgbClr val="526873"/>
                </a:solidFill>
                <a:latin typeface="DejaVu Sans"/>
                <a:ea typeface="DejaVu Sans"/>
                <a:cs typeface="DejaVu Sans"/>
              </a:defRPr>
            </a:lvl9pPr>
          </a:lstStyle>
          <a:p>
            <a:pPr algn="r">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13 / 38</a:t>
            </a:r>
          </a:p>
        </p:txBody>
      </p:sp>
      <p:sp>
        <p:nvSpPr>
          <p:cNvPr id="7" name="texto">
            <a:extLst>
              <a:ext uri="{FF2B5EF4-FFF2-40B4-BE49-F238E27FC236}">
                <a16:creationId xmlns:a16="http://schemas.microsoft.com/office/drawing/2014/main" id="{93C23BB3-B964-4730-BD43-3D0DBA3ED69C}"/>
              </a:ext>
            </a:extLst>
          </p:cNvPr>
          <p:cNvSpPr>
            <a:spLocks noGrp="1"/>
          </p:cNvSpPr>
          <p:nvPr/>
        </p:nvSpPr>
        <p:spPr>
          <a:xfrm>
            <a:off x="838200" y="1733550"/>
            <a:ext cx="5048250" cy="400050"/>
          </a:xfrm>
          <a:prstGeom prst="rect">
            <a:avLst/>
          </a:prstGeom>
          <a:noFill/>
          <a:ln w="0">
            <a:noFill/>
            <a:prstDash val="solid"/>
          </a:ln>
        </p:spPr>
        <p:txBody>
          <a:bodyPr wrap="square" lIns="0" tIns="0" rIns="0" bIns="0" anchor="t">
            <a:noAutofit/>
          </a:bodyPr>
          <a:lstStyle>
            <a:defPPr algn="l">
              <a:defRPr sz="2100" b="1">
                <a:solidFill>
                  <a:srgbClr val="123247"/>
                </a:solidFill>
                <a:latin typeface="DejaVu Sans"/>
                <a:ea typeface="DejaVu Sans"/>
                <a:cs typeface="DejaVu Sans"/>
              </a:defRPr>
            </a:defPPr>
            <a:lvl1pPr algn="l">
              <a:defRPr sz="2100" b="1">
                <a:solidFill>
                  <a:srgbClr val="123247"/>
                </a:solidFill>
                <a:latin typeface="DejaVu Sans"/>
                <a:ea typeface="DejaVu Sans"/>
                <a:cs typeface="DejaVu Sans"/>
              </a:defRPr>
            </a:lvl1pPr>
            <a:lvl2pPr algn="l">
              <a:defRPr sz="2100" b="1">
                <a:solidFill>
                  <a:srgbClr val="123247"/>
                </a:solidFill>
                <a:latin typeface="DejaVu Sans"/>
                <a:ea typeface="DejaVu Sans"/>
                <a:cs typeface="DejaVu Sans"/>
              </a:defRPr>
            </a:lvl2pPr>
            <a:lvl3pPr algn="l">
              <a:defRPr sz="2100" b="1">
                <a:solidFill>
                  <a:srgbClr val="123247"/>
                </a:solidFill>
                <a:latin typeface="DejaVu Sans"/>
                <a:ea typeface="DejaVu Sans"/>
                <a:cs typeface="DejaVu Sans"/>
              </a:defRPr>
            </a:lvl3pPr>
            <a:lvl4pPr algn="l">
              <a:defRPr sz="2100" b="1">
                <a:solidFill>
                  <a:srgbClr val="123247"/>
                </a:solidFill>
                <a:latin typeface="DejaVu Sans"/>
                <a:ea typeface="DejaVu Sans"/>
                <a:cs typeface="DejaVu Sans"/>
              </a:defRPr>
            </a:lvl4pPr>
            <a:lvl5pPr algn="l">
              <a:defRPr sz="2100" b="1">
                <a:solidFill>
                  <a:srgbClr val="123247"/>
                </a:solidFill>
                <a:latin typeface="DejaVu Sans"/>
                <a:ea typeface="DejaVu Sans"/>
                <a:cs typeface="DejaVu Sans"/>
              </a:defRPr>
            </a:lvl5pPr>
            <a:lvl6pPr algn="l">
              <a:defRPr sz="2100" b="1">
                <a:solidFill>
                  <a:srgbClr val="123247"/>
                </a:solidFill>
                <a:latin typeface="DejaVu Sans"/>
                <a:ea typeface="DejaVu Sans"/>
                <a:cs typeface="DejaVu Sans"/>
              </a:defRPr>
            </a:lvl6pPr>
            <a:lvl7pPr algn="l">
              <a:defRPr sz="2100" b="1">
                <a:solidFill>
                  <a:srgbClr val="123247"/>
                </a:solidFill>
                <a:latin typeface="DejaVu Sans"/>
                <a:ea typeface="DejaVu Sans"/>
                <a:cs typeface="DejaVu Sans"/>
              </a:defRPr>
            </a:lvl7pPr>
            <a:lvl8pPr algn="l">
              <a:defRPr sz="2100" b="1">
                <a:solidFill>
                  <a:srgbClr val="123247"/>
                </a:solidFill>
                <a:latin typeface="DejaVu Sans"/>
                <a:ea typeface="DejaVu Sans"/>
                <a:cs typeface="DejaVu Sans"/>
              </a:defRPr>
            </a:lvl8pPr>
            <a:lvl9pPr algn="l">
              <a:defRPr sz="2100" b="1">
                <a:solidFill>
                  <a:srgbClr val="123247"/>
                </a:solidFill>
                <a:latin typeface="DejaVu Sans"/>
                <a:ea typeface="DejaVu Sans"/>
                <a:cs typeface="DejaVu Sans"/>
              </a:defRPr>
            </a:lvl9pPr>
          </a:lstStyle>
          <a:p>
            <a:pPr algn="l">
              <a:defRPr sz="2100" b="1">
                <a:solidFill>
                  <a:srgbClr val="123247"/>
                </a:solidFill>
                <a:latin typeface="DejaVu Sans"/>
                <a:ea typeface="DejaVu Sans"/>
                <a:cs typeface="DejaVu Sans"/>
              </a:defRPr>
            </a:pPr>
            <a:r>
              <a:rPr sz="2100" b="1">
                <a:solidFill>
                  <a:srgbClr val="123247"/>
                </a:solidFill>
                <a:latin typeface="DejaVu Sans"/>
                <a:ea typeface="DejaVu Sans"/>
                <a:cs typeface="DejaVu Sans"/>
              </a:rPr>
              <a:t>Vazões em unidades originais</a:t>
            </a:r>
          </a:p>
        </p:txBody>
      </p:sp>
      <p:sp>
        <p:nvSpPr>
          <p:cNvPr id="8" name="texto">
            <a:extLst>
              <a:ext uri="{FF2B5EF4-FFF2-40B4-BE49-F238E27FC236}">
                <a16:creationId xmlns:a16="http://schemas.microsoft.com/office/drawing/2014/main" id="{1D8B68AA-D31D-4544-ABE3-0F8560344E21}"/>
              </a:ext>
            </a:extLst>
          </p:cNvPr>
          <p:cNvSpPr>
            <a:spLocks noGrp="1"/>
          </p:cNvSpPr>
          <p:nvPr/>
        </p:nvSpPr>
        <p:spPr>
          <a:xfrm>
            <a:off x="6524625" y="1733550"/>
            <a:ext cx="5048250" cy="400050"/>
          </a:xfrm>
          <a:prstGeom prst="rect">
            <a:avLst/>
          </a:prstGeom>
          <a:noFill/>
          <a:ln w="0">
            <a:noFill/>
            <a:prstDash val="solid"/>
          </a:ln>
        </p:spPr>
        <p:txBody>
          <a:bodyPr wrap="square" lIns="0" tIns="0" rIns="0" bIns="0" anchor="t">
            <a:noAutofit/>
          </a:bodyPr>
          <a:lstStyle>
            <a:defPPr algn="l">
              <a:defRPr sz="2100" b="1">
                <a:solidFill>
                  <a:srgbClr val="123247"/>
                </a:solidFill>
                <a:latin typeface="DejaVu Sans"/>
                <a:ea typeface="DejaVu Sans"/>
                <a:cs typeface="DejaVu Sans"/>
              </a:defRPr>
            </a:defPPr>
            <a:lvl1pPr algn="l">
              <a:defRPr sz="2100" b="1">
                <a:solidFill>
                  <a:srgbClr val="123247"/>
                </a:solidFill>
                <a:latin typeface="DejaVu Sans"/>
                <a:ea typeface="DejaVu Sans"/>
                <a:cs typeface="DejaVu Sans"/>
              </a:defRPr>
            </a:lvl1pPr>
            <a:lvl2pPr algn="l">
              <a:defRPr sz="2100" b="1">
                <a:solidFill>
                  <a:srgbClr val="123247"/>
                </a:solidFill>
                <a:latin typeface="DejaVu Sans"/>
                <a:ea typeface="DejaVu Sans"/>
                <a:cs typeface="DejaVu Sans"/>
              </a:defRPr>
            </a:lvl2pPr>
            <a:lvl3pPr algn="l">
              <a:defRPr sz="2100" b="1">
                <a:solidFill>
                  <a:srgbClr val="123247"/>
                </a:solidFill>
                <a:latin typeface="DejaVu Sans"/>
                <a:ea typeface="DejaVu Sans"/>
                <a:cs typeface="DejaVu Sans"/>
              </a:defRPr>
            </a:lvl3pPr>
            <a:lvl4pPr algn="l">
              <a:defRPr sz="2100" b="1">
                <a:solidFill>
                  <a:srgbClr val="123247"/>
                </a:solidFill>
                <a:latin typeface="DejaVu Sans"/>
                <a:ea typeface="DejaVu Sans"/>
                <a:cs typeface="DejaVu Sans"/>
              </a:defRPr>
            </a:lvl4pPr>
            <a:lvl5pPr algn="l">
              <a:defRPr sz="2100" b="1">
                <a:solidFill>
                  <a:srgbClr val="123247"/>
                </a:solidFill>
                <a:latin typeface="DejaVu Sans"/>
                <a:ea typeface="DejaVu Sans"/>
                <a:cs typeface="DejaVu Sans"/>
              </a:defRPr>
            </a:lvl5pPr>
            <a:lvl6pPr algn="l">
              <a:defRPr sz="2100" b="1">
                <a:solidFill>
                  <a:srgbClr val="123247"/>
                </a:solidFill>
                <a:latin typeface="DejaVu Sans"/>
                <a:ea typeface="DejaVu Sans"/>
                <a:cs typeface="DejaVu Sans"/>
              </a:defRPr>
            </a:lvl6pPr>
            <a:lvl7pPr algn="l">
              <a:defRPr sz="2100" b="1">
                <a:solidFill>
                  <a:srgbClr val="123247"/>
                </a:solidFill>
                <a:latin typeface="DejaVu Sans"/>
                <a:ea typeface="DejaVu Sans"/>
                <a:cs typeface="DejaVu Sans"/>
              </a:defRPr>
            </a:lvl7pPr>
            <a:lvl8pPr algn="l">
              <a:defRPr sz="2100" b="1">
                <a:solidFill>
                  <a:srgbClr val="123247"/>
                </a:solidFill>
                <a:latin typeface="DejaVu Sans"/>
                <a:ea typeface="DejaVu Sans"/>
                <a:cs typeface="DejaVu Sans"/>
              </a:defRPr>
            </a:lvl8pPr>
            <a:lvl9pPr algn="l">
              <a:defRPr sz="2100" b="1">
                <a:solidFill>
                  <a:srgbClr val="123247"/>
                </a:solidFill>
                <a:latin typeface="DejaVu Sans"/>
                <a:ea typeface="DejaVu Sans"/>
                <a:cs typeface="DejaVu Sans"/>
              </a:defRPr>
            </a:lvl9pPr>
          </a:lstStyle>
          <a:p>
            <a:pPr algn="l">
              <a:defRPr sz="2100" b="1">
                <a:solidFill>
                  <a:srgbClr val="123247"/>
                </a:solidFill>
                <a:latin typeface="DejaVu Sans"/>
                <a:ea typeface="DejaVu Sans"/>
                <a:cs typeface="DejaVu Sans"/>
              </a:defRPr>
            </a:pPr>
            <a:r>
              <a:rPr sz="2100" b="1">
                <a:solidFill>
                  <a:srgbClr val="123247"/>
                </a:solidFill>
                <a:latin typeface="DejaVu Sans"/>
                <a:ea typeface="DejaVu Sans"/>
                <a:cs typeface="DejaVu Sans"/>
              </a:rPr>
              <a:t>Vazões divididas pela média μ</a:t>
            </a:r>
          </a:p>
        </p:txBody>
      </p:sp>
      <p:graphicFrame>
        <p:nvGraphicFramePr>
          <p:cNvPr id="9" name="Chart">
            <a:extLst>
              <a:ext uri="{FF2B5EF4-FFF2-40B4-BE49-F238E27FC236}">
                <a16:creationId xmlns:a16="http://schemas.microsoft.com/office/drawing/2014/main" id="{706C2988-EA6B-4BAB-B5EE-0E0AB87AD2FE}"/>
              </a:ext>
            </a:extLst>
          </p:cNvPr>
          <p:cNvGraphicFramePr/>
          <p:nvPr/>
        </p:nvGraphicFramePr>
        <p:xfrm>
          <a:off x="609600" y="2228850"/>
          <a:ext cx="5219700" cy="290512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a:extLst>
              <a:ext uri="{FF2B5EF4-FFF2-40B4-BE49-F238E27FC236}">
                <a16:creationId xmlns:a16="http://schemas.microsoft.com/office/drawing/2014/main" id="{DFB6A837-DD7A-4927-9A4F-F240AB98E924}"/>
              </a:ext>
            </a:extLst>
          </p:cNvPr>
          <p:cNvGraphicFramePr/>
          <p:nvPr/>
        </p:nvGraphicFramePr>
        <p:xfrm>
          <a:off x="6276975" y="2228850"/>
          <a:ext cx="5305425" cy="2905125"/>
        </p:xfrm>
        <a:graphic>
          <a:graphicData uri="http://schemas.openxmlformats.org/drawingml/2006/chart">
            <c:chart xmlns:c="http://schemas.openxmlformats.org/drawingml/2006/chart" xmlns:r="http://schemas.openxmlformats.org/officeDocument/2006/relationships" r:id="rId4"/>
          </a:graphicData>
        </a:graphic>
      </p:graphicFrame>
      <p:sp>
        <p:nvSpPr>
          <p:cNvPr id="11" name="Rectangle 10">
            <a:extLst>
              <a:ext uri="{FF2B5EF4-FFF2-40B4-BE49-F238E27FC236}">
                <a16:creationId xmlns:a16="http://schemas.microsoft.com/office/drawing/2014/main" id="{73794D03-03DA-4ADB-9BA6-407622B98234}"/>
              </a:ext>
            </a:extLst>
          </p:cNvPr>
          <p:cNvSpPr>
            <a:spLocks noGrp="1"/>
          </p:cNvSpPr>
          <p:nvPr/>
        </p:nvSpPr>
        <p:spPr>
          <a:xfrm>
            <a:off x="781050" y="5400675"/>
            <a:ext cx="180975" cy="57150"/>
          </a:xfrm>
          <a:prstGeom prst="rect">
            <a:avLst/>
          </a:prstGeom>
          <a:solidFill>
            <a:srgbClr val="087F88"/>
          </a:solidFill>
          <a:ln w="0">
            <a:noFill/>
            <a:prstDash val="solid"/>
          </a:ln>
        </p:spPr>
        <p:txBody>
          <a:bodyPr/>
          <a:lstStyle/>
          <a:p>
            <a:endParaRPr lang="en-GB"/>
          </a:p>
        </p:txBody>
      </p:sp>
      <p:sp>
        <p:nvSpPr>
          <p:cNvPr id="12" name="texto">
            <a:extLst>
              <a:ext uri="{FF2B5EF4-FFF2-40B4-BE49-F238E27FC236}">
                <a16:creationId xmlns:a16="http://schemas.microsoft.com/office/drawing/2014/main" id="{EDEB3243-C11C-4379-B58E-C17C6EAD83B4}"/>
              </a:ext>
            </a:extLst>
          </p:cNvPr>
          <p:cNvSpPr>
            <a:spLocks noGrp="1"/>
          </p:cNvSpPr>
          <p:nvPr/>
        </p:nvSpPr>
        <p:spPr>
          <a:xfrm>
            <a:off x="1047750" y="5324475"/>
            <a:ext cx="1381125" cy="304800"/>
          </a:xfrm>
          <a:prstGeom prst="rect">
            <a:avLst/>
          </a:prstGeom>
          <a:noFill/>
          <a:ln w="0">
            <a:noFill/>
            <a:prstDash val="solid"/>
          </a:ln>
        </p:spPr>
        <p:txBody>
          <a:bodyPr wrap="square" lIns="0" tIns="0" rIns="0" bIns="0" anchor="t">
            <a:noAutofit/>
          </a:bodyPr>
          <a:lstStyle>
            <a:defPPr algn="l">
              <a:defRPr sz="1425" b="0">
                <a:solidFill>
                  <a:srgbClr val="193647"/>
                </a:solidFill>
                <a:latin typeface="DejaVu Sans"/>
                <a:ea typeface="DejaVu Sans"/>
                <a:cs typeface="DejaVu Sans"/>
              </a:defRPr>
            </a:defPPr>
            <a:lvl1pPr algn="l">
              <a:defRPr sz="1425" b="0">
                <a:solidFill>
                  <a:srgbClr val="193647"/>
                </a:solidFill>
                <a:latin typeface="DejaVu Sans"/>
                <a:ea typeface="DejaVu Sans"/>
                <a:cs typeface="DejaVu Sans"/>
              </a:defRPr>
            </a:lvl1pPr>
            <a:lvl2pPr algn="l">
              <a:defRPr sz="1425" b="0">
                <a:solidFill>
                  <a:srgbClr val="193647"/>
                </a:solidFill>
                <a:latin typeface="DejaVu Sans"/>
                <a:ea typeface="DejaVu Sans"/>
                <a:cs typeface="DejaVu Sans"/>
              </a:defRPr>
            </a:lvl2pPr>
            <a:lvl3pPr algn="l">
              <a:defRPr sz="1425" b="0">
                <a:solidFill>
                  <a:srgbClr val="193647"/>
                </a:solidFill>
                <a:latin typeface="DejaVu Sans"/>
                <a:ea typeface="DejaVu Sans"/>
                <a:cs typeface="DejaVu Sans"/>
              </a:defRPr>
            </a:lvl3pPr>
            <a:lvl4pPr algn="l">
              <a:defRPr sz="1425" b="0">
                <a:solidFill>
                  <a:srgbClr val="193647"/>
                </a:solidFill>
                <a:latin typeface="DejaVu Sans"/>
                <a:ea typeface="DejaVu Sans"/>
                <a:cs typeface="DejaVu Sans"/>
              </a:defRPr>
            </a:lvl4pPr>
            <a:lvl5pPr algn="l">
              <a:defRPr sz="1425" b="0">
                <a:solidFill>
                  <a:srgbClr val="193647"/>
                </a:solidFill>
                <a:latin typeface="DejaVu Sans"/>
                <a:ea typeface="DejaVu Sans"/>
                <a:cs typeface="DejaVu Sans"/>
              </a:defRPr>
            </a:lvl5pPr>
            <a:lvl6pPr algn="l">
              <a:defRPr sz="1425" b="0">
                <a:solidFill>
                  <a:srgbClr val="193647"/>
                </a:solidFill>
                <a:latin typeface="DejaVu Sans"/>
                <a:ea typeface="DejaVu Sans"/>
                <a:cs typeface="DejaVu Sans"/>
              </a:defRPr>
            </a:lvl6pPr>
            <a:lvl7pPr algn="l">
              <a:defRPr sz="1425" b="0">
                <a:solidFill>
                  <a:srgbClr val="193647"/>
                </a:solidFill>
                <a:latin typeface="DejaVu Sans"/>
                <a:ea typeface="DejaVu Sans"/>
                <a:cs typeface="DejaVu Sans"/>
              </a:defRPr>
            </a:lvl7pPr>
            <a:lvl8pPr algn="l">
              <a:defRPr sz="1425" b="0">
                <a:solidFill>
                  <a:srgbClr val="193647"/>
                </a:solidFill>
                <a:latin typeface="DejaVu Sans"/>
                <a:ea typeface="DejaVu Sans"/>
                <a:cs typeface="DejaVu Sans"/>
              </a:defRPr>
            </a:lvl8pPr>
            <a:lvl9pPr algn="l">
              <a:defRPr sz="1425" b="0">
                <a:solidFill>
                  <a:srgbClr val="193647"/>
                </a:solidFill>
                <a:latin typeface="DejaVu Sans"/>
                <a:ea typeface="DejaVu Sans"/>
                <a:cs typeface="DejaVu Sans"/>
              </a:defRPr>
            </a:lvl9pPr>
          </a:lstStyle>
          <a:p>
            <a:pPr algn="l">
              <a:defRPr sz="1425" b="0">
                <a:solidFill>
                  <a:srgbClr val="193647"/>
                </a:solidFill>
                <a:latin typeface="DejaVu Sans"/>
                <a:ea typeface="DejaVu Sans"/>
                <a:cs typeface="DejaVu Sans"/>
              </a:defRPr>
            </a:pPr>
            <a:r>
              <a:rPr sz="1425" b="0">
                <a:solidFill>
                  <a:srgbClr val="193647"/>
                </a:solidFill>
                <a:latin typeface="DejaVu Sans"/>
                <a:ea typeface="DejaVu Sans"/>
                <a:cs typeface="DejaVu Sans"/>
              </a:rPr>
              <a:t>μ = 40</a:t>
            </a:r>
          </a:p>
        </p:txBody>
      </p:sp>
      <p:sp>
        <p:nvSpPr>
          <p:cNvPr id="13" name="Rectangle 12">
            <a:extLst>
              <a:ext uri="{FF2B5EF4-FFF2-40B4-BE49-F238E27FC236}">
                <a16:creationId xmlns:a16="http://schemas.microsoft.com/office/drawing/2014/main" id="{938FCE7A-4BBF-4F95-90E9-A18B81EBEB93}"/>
              </a:ext>
            </a:extLst>
          </p:cNvPr>
          <p:cNvSpPr>
            <a:spLocks noGrp="1"/>
          </p:cNvSpPr>
          <p:nvPr/>
        </p:nvSpPr>
        <p:spPr>
          <a:xfrm>
            <a:off x="2476500" y="5400675"/>
            <a:ext cx="180975" cy="57150"/>
          </a:xfrm>
          <a:prstGeom prst="rect">
            <a:avLst/>
          </a:prstGeom>
          <a:solidFill>
            <a:srgbClr val="C47B23"/>
          </a:solidFill>
          <a:ln w="0">
            <a:noFill/>
            <a:prstDash val="solid"/>
          </a:ln>
        </p:spPr>
        <p:txBody>
          <a:bodyPr/>
          <a:lstStyle/>
          <a:p>
            <a:endParaRPr lang="en-GB"/>
          </a:p>
        </p:txBody>
      </p:sp>
      <p:sp>
        <p:nvSpPr>
          <p:cNvPr id="14" name="texto">
            <a:extLst>
              <a:ext uri="{FF2B5EF4-FFF2-40B4-BE49-F238E27FC236}">
                <a16:creationId xmlns:a16="http://schemas.microsoft.com/office/drawing/2014/main" id="{DFEBD730-CBD2-4008-9FBD-A46EC3A5ED2E}"/>
              </a:ext>
            </a:extLst>
          </p:cNvPr>
          <p:cNvSpPr>
            <a:spLocks noGrp="1"/>
          </p:cNvSpPr>
          <p:nvPr/>
        </p:nvSpPr>
        <p:spPr>
          <a:xfrm>
            <a:off x="2743200" y="5324475"/>
            <a:ext cx="1381125" cy="304800"/>
          </a:xfrm>
          <a:prstGeom prst="rect">
            <a:avLst/>
          </a:prstGeom>
          <a:noFill/>
          <a:ln w="0">
            <a:noFill/>
            <a:prstDash val="solid"/>
          </a:ln>
        </p:spPr>
        <p:txBody>
          <a:bodyPr wrap="square" lIns="0" tIns="0" rIns="0" bIns="0" anchor="t">
            <a:noAutofit/>
          </a:bodyPr>
          <a:lstStyle>
            <a:defPPr algn="l">
              <a:defRPr sz="1425" b="0">
                <a:solidFill>
                  <a:srgbClr val="193647"/>
                </a:solidFill>
                <a:latin typeface="DejaVu Sans"/>
                <a:ea typeface="DejaVu Sans"/>
                <a:cs typeface="DejaVu Sans"/>
              </a:defRPr>
            </a:defPPr>
            <a:lvl1pPr algn="l">
              <a:defRPr sz="1425" b="0">
                <a:solidFill>
                  <a:srgbClr val="193647"/>
                </a:solidFill>
                <a:latin typeface="DejaVu Sans"/>
                <a:ea typeface="DejaVu Sans"/>
                <a:cs typeface="DejaVu Sans"/>
              </a:defRPr>
            </a:lvl1pPr>
            <a:lvl2pPr algn="l">
              <a:defRPr sz="1425" b="0">
                <a:solidFill>
                  <a:srgbClr val="193647"/>
                </a:solidFill>
                <a:latin typeface="DejaVu Sans"/>
                <a:ea typeface="DejaVu Sans"/>
                <a:cs typeface="DejaVu Sans"/>
              </a:defRPr>
            </a:lvl2pPr>
            <a:lvl3pPr algn="l">
              <a:defRPr sz="1425" b="0">
                <a:solidFill>
                  <a:srgbClr val="193647"/>
                </a:solidFill>
                <a:latin typeface="DejaVu Sans"/>
                <a:ea typeface="DejaVu Sans"/>
                <a:cs typeface="DejaVu Sans"/>
              </a:defRPr>
            </a:lvl3pPr>
            <a:lvl4pPr algn="l">
              <a:defRPr sz="1425" b="0">
                <a:solidFill>
                  <a:srgbClr val="193647"/>
                </a:solidFill>
                <a:latin typeface="DejaVu Sans"/>
                <a:ea typeface="DejaVu Sans"/>
                <a:cs typeface="DejaVu Sans"/>
              </a:defRPr>
            </a:lvl4pPr>
            <a:lvl5pPr algn="l">
              <a:defRPr sz="1425" b="0">
                <a:solidFill>
                  <a:srgbClr val="193647"/>
                </a:solidFill>
                <a:latin typeface="DejaVu Sans"/>
                <a:ea typeface="DejaVu Sans"/>
                <a:cs typeface="DejaVu Sans"/>
              </a:defRPr>
            </a:lvl5pPr>
            <a:lvl6pPr algn="l">
              <a:defRPr sz="1425" b="0">
                <a:solidFill>
                  <a:srgbClr val="193647"/>
                </a:solidFill>
                <a:latin typeface="DejaVu Sans"/>
                <a:ea typeface="DejaVu Sans"/>
                <a:cs typeface="DejaVu Sans"/>
              </a:defRPr>
            </a:lvl6pPr>
            <a:lvl7pPr algn="l">
              <a:defRPr sz="1425" b="0">
                <a:solidFill>
                  <a:srgbClr val="193647"/>
                </a:solidFill>
                <a:latin typeface="DejaVu Sans"/>
                <a:ea typeface="DejaVu Sans"/>
                <a:cs typeface="DejaVu Sans"/>
              </a:defRPr>
            </a:lvl7pPr>
            <a:lvl8pPr algn="l">
              <a:defRPr sz="1425" b="0">
                <a:solidFill>
                  <a:srgbClr val="193647"/>
                </a:solidFill>
                <a:latin typeface="DejaVu Sans"/>
                <a:ea typeface="DejaVu Sans"/>
                <a:cs typeface="DejaVu Sans"/>
              </a:defRPr>
            </a:lvl8pPr>
            <a:lvl9pPr algn="l">
              <a:defRPr sz="1425" b="0">
                <a:solidFill>
                  <a:srgbClr val="193647"/>
                </a:solidFill>
                <a:latin typeface="DejaVu Sans"/>
                <a:ea typeface="DejaVu Sans"/>
                <a:cs typeface="DejaVu Sans"/>
              </a:defRPr>
            </a:lvl9pPr>
          </a:lstStyle>
          <a:p>
            <a:pPr algn="l">
              <a:defRPr sz="1425" b="0">
                <a:solidFill>
                  <a:srgbClr val="193647"/>
                </a:solidFill>
                <a:latin typeface="DejaVu Sans"/>
                <a:ea typeface="DejaVu Sans"/>
                <a:cs typeface="DejaVu Sans"/>
              </a:defRPr>
            </a:pPr>
            <a:r>
              <a:rPr sz="1425" b="0">
                <a:solidFill>
                  <a:srgbClr val="193647"/>
                </a:solidFill>
                <a:latin typeface="DejaVu Sans"/>
                <a:ea typeface="DejaVu Sans"/>
                <a:cs typeface="DejaVu Sans"/>
              </a:rPr>
              <a:t>μ = 80</a:t>
            </a:r>
          </a:p>
        </p:txBody>
      </p:sp>
      <p:sp>
        <p:nvSpPr>
          <p:cNvPr id="15" name="Rectangle 14">
            <a:extLst>
              <a:ext uri="{FF2B5EF4-FFF2-40B4-BE49-F238E27FC236}">
                <a16:creationId xmlns:a16="http://schemas.microsoft.com/office/drawing/2014/main" id="{7BCC555A-8A0C-466A-8AE8-08E4784102B9}"/>
              </a:ext>
            </a:extLst>
          </p:cNvPr>
          <p:cNvSpPr>
            <a:spLocks noGrp="1"/>
          </p:cNvSpPr>
          <p:nvPr/>
        </p:nvSpPr>
        <p:spPr>
          <a:xfrm>
            <a:off x="4171950" y="5400675"/>
            <a:ext cx="180975" cy="57150"/>
          </a:xfrm>
          <a:prstGeom prst="rect">
            <a:avLst/>
          </a:prstGeom>
          <a:solidFill>
            <a:srgbClr val="995A80"/>
          </a:solidFill>
          <a:ln w="0">
            <a:noFill/>
            <a:prstDash val="solid"/>
          </a:ln>
        </p:spPr>
        <p:txBody>
          <a:bodyPr/>
          <a:lstStyle/>
          <a:p>
            <a:endParaRPr lang="en-GB"/>
          </a:p>
        </p:txBody>
      </p:sp>
      <p:sp>
        <p:nvSpPr>
          <p:cNvPr id="16" name="texto">
            <a:extLst>
              <a:ext uri="{FF2B5EF4-FFF2-40B4-BE49-F238E27FC236}">
                <a16:creationId xmlns:a16="http://schemas.microsoft.com/office/drawing/2014/main" id="{28625756-B9BE-414F-8C15-C2429765F776}"/>
              </a:ext>
            </a:extLst>
          </p:cNvPr>
          <p:cNvSpPr>
            <a:spLocks noGrp="1"/>
          </p:cNvSpPr>
          <p:nvPr/>
        </p:nvSpPr>
        <p:spPr>
          <a:xfrm>
            <a:off x="4438650" y="5324475"/>
            <a:ext cx="1381125" cy="304800"/>
          </a:xfrm>
          <a:prstGeom prst="rect">
            <a:avLst/>
          </a:prstGeom>
          <a:noFill/>
          <a:ln w="0">
            <a:noFill/>
            <a:prstDash val="solid"/>
          </a:ln>
        </p:spPr>
        <p:txBody>
          <a:bodyPr wrap="square" lIns="0" tIns="0" rIns="0" bIns="0" anchor="t">
            <a:noAutofit/>
          </a:bodyPr>
          <a:lstStyle>
            <a:defPPr algn="l">
              <a:defRPr sz="1425" b="0">
                <a:solidFill>
                  <a:srgbClr val="193647"/>
                </a:solidFill>
                <a:latin typeface="DejaVu Sans"/>
                <a:ea typeface="DejaVu Sans"/>
                <a:cs typeface="DejaVu Sans"/>
              </a:defRPr>
            </a:defPPr>
            <a:lvl1pPr algn="l">
              <a:defRPr sz="1425" b="0">
                <a:solidFill>
                  <a:srgbClr val="193647"/>
                </a:solidFill>
                <a:latin typeface="DejaVu Sans"/>
                <a:ea typeface="DejaVu Sans"/>
                <a:cs typeface="DejaVu Sans"/>
              </a:defRPr>
            </a:lvl1pPr>
            <a:lvl2pPr algn="l">
              <a:defRPr sz="1425" b="0">
                <a:solidFill>
                  <a:srgbClr val="193647"/>
                </a:solidFill>
                <a:latin typeface="DejaVu Sans"/>
                <a:ea typeface="DejaVu Sans"/>
                <a:cs typeface="DejaVu Sans"/>
              </a:defRPr>
            </a:lvl2pPr>
            <a:lvl3pPr algn="l">
              <a:defRPr sz="1425" b="0">
                <a:solidFill>
                  <a:srgbClr val="193647"/>
                </a:solidFill>
                <a:latin typeface="DejaVu Sans"/>
                <a:ea typeface="DejaVu Sans"/>
                <a:cs typeface="DejaVu Sans"/>
              </a:defRPr>
            </a:lvl3pPr>
            <a:lvl4pPr algn="l">
              <a:defRPr sz="1425" b="0">
                <a:solidFill>
                  <a:srgbClr val="193647"/>
                </a:solidFill>
                <a:latin typeface="DejaVu Sans"/>
                <a:ea typeface="DejaVu Sans"/>
                <a:cs typeface="DejaVu Sans"/>
              </a:defRPr>
            </a:lvl4pPr>
            <a:lvl5pPr algn="l">
              <a:defRPr sz="1425" b="0">
                <a:solidFill>
                  <a:srgbClr val="193647"/>
                </a:solidFill>
                <a:latin typeface="DejaVu Sans"/>
                <a:ea typeface="DejaVu Sans"/>
                <a:cs typeface="DejaVu Sans"/>
              </a:defRPr>
            </a:lvl5pPr>
            <a:lvl6pPr algn="l">
              <a:defRPr sz="1425" b="0">
                <a:solidFill>
                  <a:srgbClr val="193647"/>
                </a:solidFill>
                <a:latin typeface="DejaVu Sans"/>
                <a:ea typeface="DejaVu Sans"/>
                <a:cs typeface="DejaVu Sans"/>
              </a:defRPr>
            </a:lvl6pPr>
            <a:lvl7pPr algn="l">
              <a:defRPr sz="1425" b="0">
                <a:solidFill>
                  <a:srgbClr val="193647"/>
                </a:solidFill>
                <a:latin typeface="DejaVu Sans"/>
                <a:ea typeface="DejaVu Sans"/>
                <a:cs typeface="DejaVu Sans"/>
              </a:defRPr>
            </a:lvl7pPr>
            <a:lvl8pPr algn="l">
              <a:defRPr sz="1425" b="0">
                <a:solidFill>
                  <a:srgbClr val="193647"/>
                </a:solidFill>
                <a:latin typeface="DejaVu Sans"/>
                <a:ea typeface="DejaVu Sans"/>
                <a:cs typeface="DejaVu Sans"/>
              </a:defRPr>
            </a:lvl8pPr>
            <a:lvl9pPr algn="l">
              <a:defRPr sz="1425" b="0">
                <a:solidFill>
                  <a:srgbClr val="193647"/>
                </a:solidFill>
                <a:latin typeface="DejaVu Sans"/>
                <a:ea typeface="DejaVu Sans"/>
                <a:cs typeface="DejaVu Sans"/>
              </a:defRPr>
            </a:lvl9pPr>
          </a:lstStyle>
          <a:p>
            <a:pPr algn="l">
              <a:defRPr sz="1425" b="0">
                <a:solidFill>
                  <a:srgbClr val="193647"/>
                </a:solidFill>
                <a:latin typeface="DejaVu Sans"/>
                <a:ea typeface="DejaVu Sans"/>
                <a:cs typeface="DejaVu Sans"/>
              </a:defRPr>
            </a:pPr>
            <a:r>
              <a:rPr sz="1425" b="0">
                <a:solidFill>
                  <a:srgbClr val="193647"/>
                </a:solidFill>
                <a:latin typeface="DejaVu Sans"/>
                <a:ea typeface="DejaVu Sans"/>
                <a:cs typeface="DejaVu Sans"/>
              </a:rPr>
              <a:t>μ = 140 m³/s</a:t>
            </a:r>
          </a:p>
        </p:txBody>
      </p:sp>
      <p:sp>
        <p:nvSpPr>
          <p:cNvPr id="17" name="texto">
            <a:extLst>
              <a:ext uri="{FF2B5EF4-FFF2-40B4-BE49-F238E27FC236}">
                <a16:creationId xmlns:a16="http://schemas.microsoft.com/office/drawing/2014/main" id="{3250515D-22E1-44B1-9CB6-55057AB1E072}"/>
              </a:ext>
            </a:extLst>
          </p:cNvPr>
          <p:cNvSpPr>
            <a:spLocks noGrp="1"/>
          </p:cNvSpPr>
          <p:nvPr/>
        </p:nvSpPr>
        <p:spPr>
          <a:xfrm>
            <a:off x="6772275" y="5324475"/>
            <a:ext cx="4810125" cy="581025"/>
          </a:xfrm>
          <a:prstGeom prst="rect">
            <a:avLst/>
          </a:prstGeom>
          <a:noFill/>
          <a:ln w="0">
            <a:noFill/>
            <a:prstDash val="solid"/>
          </a:ln>
        </p:spPr>
        <p:txBody>
          <a:bodyPr wrap="square" lIns="0" tIns="0" rIns="0" bIns="0" anchor="t">
            <a:noAutofit/>
          </a:bodyPr>
          <a:lstStyle>
            <a:defPPr algn="l">
              <a:defRPr sz="2400" b="1">
                <a:solidFill>
                  <a:srgbClr val="087F88"/>
                </a:solidFill>
                <a:latin typeface="DejaVu Sans"/>
                <a:ea typeface="DejaVu Sans"/>
                <a:cs typeface="DejaVu Sans"/>
              </a:defRPr>
            </a:defPPr>
            <a:lvl1pPr algn="l">
              <a:defRPr sz="2400" b="1">
                <a:solidFill>
                  <a:srgbClr val="087F88"/>
                </a:solidFill>
                <a:latin typeface="DejaVu Sans"/>
                <a:ea typeface="DejaVu Sans"/>
                <a:cs typeface="DejaVu Sans"/>
              </a:defRPr>
            </a:lvl1pPr>
            <a:lvl2pPr algn="l">
              <a:defRPr sz="2400" b="1">
                <a:solidFill>
                  <a:srgbClr val="087F88"/>
                </a:solidFill>
                <a:latin typeface="DejaVu Sans"/>
                <a:ea typeface="DejaVu Sans"/>
                <a:cs typeface="DejaVu Sans"/>
              </a:defRPr>
            </a:lvl2pPr>
            <a:lvl3pPr algn="l">
              <a:defRPr sz="2400" b="1">
                <a:solidFill>
                  <a:srgbClr val="087F88"/>
                </a:solidFill>
                <a:latin typeface="DejaVu Sans"/>
                <a:ea typeface="DejaVu Sans"/>
                <a:cs typeface="DejaVu Sans"/>
              </a:defRPr>
            </a:lvl3pPr>
            <a:lvl4pPr algn="l">
              <a:defRPr sz="2400" b="1">
                <a:solidFill>
                  <a:srgbClr val="087F88"/>
                </a:solidFill>
                <a:latin typeface="DejaVu Sans"/>
                <a:ea typeface="DejaVu Sans"/>
                <a:cs typeface="DejaVu Sans"/>
              </a:defRPr>
            </a:lvl4pPr>
            <a:lvl5pPr algn="l">
              <a:defRPr sz="2400" b="1">
                <a:solidFill>
                  <a:srgbClr val="087F88"/>
                </a:solidFill>
                <a:latin typeface="DejaVu Sans"/>
                <a:ea typeface="DejaVu Sans"/>
                <a:cs typeface="DejaVu Sans"/>
              </a:defRPr>
            </a:lvl5pPr>
            <a:lvl6pPr algn="l">
              <a:defRPr sz="2400" b="1">
                <a:solidFill>
                  <a:srgbClr val="087F88"/>
                </a:solidFill>
                <a:latin typeface="DejaVu Sans"/>
                <a:ea typeface="DejaVu Sans"/>
                <a:cs typeface="DejaVu Sans"/>
              </a:defRPr>
            </a:lvl6pPr>
            <a:lvl7pPr algn="l">
              <a:defRPr sz="2400" b="1">
                <a:solidFill>
                  <a:srgbClr val="087F88"/>
                </a:solidFill>
                <a:latin typeface="DejaVu Sans"/>
                <a:ea typeface="DejaVu Sans"/>
                <a:cs typeface="DejaVu Sans"/>
              </a:defRPr>
            </a:lvl7pPr>
            <a:lvl8pPr algn="l">
              <a:defRPr sz="2400" b="1">
                <a:solidFill>
                  <a:srgbClr val="087F88"/>
                </a:solidFill>
                <a:latin typeface="DejaVu Sans"/>
                <a:ea typeface="DejaVu Sans"/>
                <a:cs typeface="DejaVu Sans"/>
              </a:defRPr>
            </a:lvl8pPr>
            <a:lvl9pPr algn="l">
              <a:defRPr sz="2400" b="1">
                <a:solidFill>
                  <a:srgbClr val="087F88"/>
                </a:solidFill>
                <a:latin typeface="DejaVu Sans"/>
                <a:ea typeface="DejaVu Sans"/>
                <a:cs typeface="DejaVu Sans"/>
              </a:defRPr>
            </a:lvl9pPr>
          </a:lstStyle>
          <a:p>
            <a:pPr algn="l">
              <a:defRPr sz="2400" b="1">
                <a:solidFill>
                  <a:srgbClr val="087F88"/>
                </a:solidFill>
                <a:latin typeface="DejaVu Sans"/>
                <a:ea typeface="DejaVu Sans"/>
                <a:cs typeface="DejaVu Sans"/>
              </a:defRPr>
            </a:pPr>
            <a:r>
              <a:rPr sz="2400" b="1">
                <a:solidFill>
                  <a:srgbClr val="087F88"/>
                </a:solidFill>
                <a:latin typeface="DejaVu Sans"/>
                <a:ea typeface="DejaVu Sans"/>
                <a:cs typeface="DejaVu Sans"/>
              </a:rPr>
              <a:t>Fᵢ(q) = Fᴿ(q / μᵢ)</a:t>
            </a:r>
          </a:p>
        </p:txBody>
      </p:sp>
    </p:spTree>
    <p:extLst>
      <p:ext uri="{BB962C8B-B14F-4D97-AF65-F5344CB8AC3E}">
        <p14:creationId xmlns:p14="http://schemas.microsoft.com/office/powerpoint/2010/main" val="150369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4" name="texto">
            <a:extLst>
              <a:ext uri="{FF2B5EF4-FFF2-40B4-BE49-F238E27FC236}">
                <a16:creationId xmlns:a16="http://schemas.microsoft.com/office/drawing/2014/main" id="{E8615ECD-7EFB-47F6-A685-5A7B6EC30490}"/>
              </a:ext>
            </a:extLst>
          </p:cNvPr>
          <p:cNvSpPr>
            <a:spLocks noGrp="1"/>
          </p:cNvSpPr>
          <p:nvPr/>
        </p:nvSpPr>
        <p:spPr>
          <a:xfrm>
            <a:off x="609600" y="285750"/>
            <a:ext cx="10668000" cy="247650"/>
          </a:xfrm>
          <a:prstGeom prst="rect">
            <a:avLst/>
          </a:prstGeom>
          <a:noFill/>
          <a:ln w="0">
            <a:noFill/>
            <a:prstDash val="solid"/>
          </a:ln>
        </p:spPr>
        <p:txBody>
          <a:bodyPr wrap="square" lIns="0" tIns="0" rIns="0" bIns="0" anchor="t">
            <a:noAutofit/>
          </a:bodyPr>
          <a:lstStyle>
            <a:defPPr algn="l">
              <a:defRPr sz="1275" b="1">
                <a:solidFill>
                  <a:srgbClr val="087F88"/>
                </a:solidFill>
                <a:latin typeface="DejaVu Sans"/>
                <a:ea typeface="DejaVu Sans"/>
                <a:cs typeface="DejaVu Sans"/>
              </a:defRPr>
            </a:defPPr>
            <a:lvl1pPr algn="l">
              <a:defRPr sz="1275" b="1">
                <a:solidFill>
                  <a:srgbClr val="087F88"/>
                </a:solidFill>
                <a:latin typeface="DejaVu Sans"/>
                <a:ea typeface="DejaVu Sans"/>
                <a:cs typeface="DejaVu Sans"/>
              </a:defRPr>
            </a:lvl1pPr>
            <a:lvl2pPr algn="l">
              <a:defRPr sz="1275" b="1">
                <a:solidFill>
                  <a:srgbClr val="087F88"/>
                </a:solidFill>
                <a:latin typeface="DejaVu Sans"/>
                <a:ea typeface="DejaVu Sans"/>
                <a:cs typeface="DejaVu Sans"/>
              </a:defRPr>
            </a:lvl2pPr>
            <a:lvl3pPr algn="l">
              <a:defRPr sz="1275" b="1">
                <a:solidFill>
                  <a:srgbClr val="087F88"/>
                </a:solidFill>
                <a:latin typeface="DejaVu Sans"/>
                <a:ea typeface="DejaVu Sans"/>
                <a:cs typeface="DejaVu Sans"/>
              </a:defRPr>
            </a:lvl3pPr>
            <a:lvl4pPr algn="l">
              <a:defRPr sz="1275" b="1">
                <a:solidFill>
                  <a:srgbClr val="087F88"/>
                </a:solidFill>
                <a:latin typeface="DejaVu Sans"/>
                <a:ea typeface="DejaVu Sans"/>
                <a:cs typeface="DejaVu Sans"/>
              </a:defRPr>
            </a:lvl4pPr>
            <a:lvl5pPr algn="l">
              <a:defRPr sz="1275" b="1">
                <a:solidFill>
                  <a:srgbClr val="087F88"/>
                </a:solidFill>
                <a:latin typeface="DejaVu Sans"/>
                <a:ea typeface="DejaVu Sans"/>
                <a:cs typeface="DejaVu Sans"/>
              </a:defRPr>
            </a:lvl5pPr>
            <a:lvl6pPr algn="l">
              <a:defRPr sz="1275" b="1">
                <a:solidFill>
                  <a:srgbClr val="087F88"/>
                </a:solidFill>
                <a:latin typeface="DejaVu Sans"/>
                <a:ea typeface="DejaVu Sans"/>
                <a:cs typeface="DejaVu Sans"/>
              </a:defRPr>
            </a:lvl6pPr>
            <a:lvl7pPr algn="l">
              <a:defRPr sz="1275" b="1">
                <a:solidFill>
                  <a:srgbClr val="087F88"/>
                </a:solidFill>
                <a:latin typeface="DejaVu Sans"/>
                <a:ea typeface="DejaVu Sans"/>
                <a:cs typeface="DejaVu Sans"/>
              </a:defRPr>
            </a:lvl7pPr>
            <a:lvl8pPr algn="l">
              <a:defRPr sz="1275" b="1">
                <a:solidFill>
                  <a:srgbClr val="087F88"/>
                </a:solidFill>
                <a:latin typeface="DejaVu Sans"/>
                <a:ea typeface="DejaVu Sans"/>
                <a:cs typeface="DejaVu Sans"/>
              </a:defRPr>
            </a:lvl8pPr>
            <a:lvl9pPr algn="l">
              <a:defRPr sz="1275" b="1">
                <a:solidFill>
                  <a:srgbClr val="087F88"/>
                </a:solidFill>
                <a:latin typeface="DejaVu Sans"/>
                <a:ea typeface="DejaVu Sans"/>
                <a:cs typeface="DejaVu Sans"/>
              </a:defRPr>
            </a:lvl9pPr>
          </a:lstStyle>
          <a:p>
            <a:pPr algn="l">
              <a:defRPr sz="1275" b="1">
                <a:solidFill>
                  <a:srgbClr val="087F88"/>
                </a:solidFill>
                <a:latin typeface="DejaVu Sans"/>
                <a:ea typeface="DejaVu Sans"/>
                <a:cs typeface="DejaVu Sans"/>
              </a:defRPr>
            </a:pPr>
            <a:r>
              <a:rPr sz="1275" b="1">
                <a:solidFill>
                  <a:srgbClr val="087F88"/>
                </a:solidFill>
                <a:latin typeface="DejaVu Sans"/>
                <a:ea typeface="DejaVu Sans"/>
                <a:cs typeface="DejaVu Sans"/>
              </a:rPr>
              <a:t>MÁXIMAS · INDEX-FLOOD</a:t>
            </a:r>
          </a:p>
        </p:txBody>
      </p:sp>
      <p:sp>
        <p:nvSpPr>
          <p:cNvPr id="2" name="texto">
            <a:extLst>
              <a:ext uri="{FF2B5EF4-FFF2-40B4-BE49-F238E27FC236}">
                <a16:creationId xmlns:a16="http://schemas.microsoft.com/office/drawing/2014/main" id="{989A9D25-642C-44A6-B3F6-060866E10159}"/>
              </a:ext>
            </a:extLst>
          </p:cNvPr>
          <p:cNvSpPr>
            <a:spLocks noGrp="1"/>
          </p:cNvSpPr>
          <p:nvPr/>
        </p:nvSpPr>
        <p:spPr>
          <a:xfrm>
            <a:off x="609600" y="685800"/>
            <a:ext cx="10972800" cy="1028700"/>
          </a:xfrm>
          <a:prstGeom prst="rect">
            <a:avLst/>
          </a:prstGeom>
          <a:noFill/>
          <a:ln w="0">
            <a:noFill/>
            <a:prstDash val="solid"/>
          </a:ln>
        </p:spPr>
        <p:txBody>
          <a:bodyPr wrap="square" lIns="0" tIns="0" rIns="0" bIns="0" anchor="t">
            <a:noAutofit/>
          </a:bodyPr>
          <a:lstStyle>
            <a:defPPr algn="l">
              <a:defRPr sz="3225" b="1">
                <a:solidFill>
                  <a:srgbClr val="123247"/>
                </a:solidFill>
                <a:latin typeface="DejaVu Sans"/>
                <a:ea typeface="DejaVu Sans"/>
                <a:cs typeface="DejaVu Sans"/>
              </a:defRPr>
            </a:defPPr>
            <a:lvl1pPr algn="l">
              <a:defRPr sz="3225" b="1">
                <a:solidFill>
                  <a:srgbClr val="123247"/>
                </a:solidFill>
                <a:latin typeface="DejaVu Sans"/>
                <a:ea typeface="DejaVu Sans"/>
                <a:cs typeface="DejaVu Sans"/>
              </a:defRPr>
            </a:lvl1pPr>
            <a:lvl2pPr algn="l">
              <a:defRPr sz="3225" b="1">
                <a:solidFill>
                  <a:srgbClr val="123247"/>
                </a:solidFill>
                <a:latin typeface="DejaVu Sans"/>
                <a:ea typeface="DejaVu Sans"/>
                <a:cs typeface="DejaVu Sans"/>
              </a:defRPr>
            </a:lvl2pPr>
            <a:lvl3pPr algn="l">
              <a:defRPr sz="3225" b="1">
                <a:solidFill>
                  <a:srgbClr val="123247"/>
                </a:solidFill>
                <a:latin typeface="DejaVu Sans"/>
                <a:ea typeface="DejaVu Sans"/>
                <a:cs typeface="DejaVu Sans"/>
              </a:defRPr>
            </a:lvl3pPr>
            <a:lvl4pPr algn="l">
              <a:defRPr sz="3225" b="1">
                <a:solidFill>
                  <a:srgbClr val="123247"/>
                </a:solidFill>
                <a:latin typeface="DejaVu Sans"/>
                <a:ea typeface="DejaVu Sans"/>
                <a:cs typeface="DejaVu Sans"/>
              </a:defRPr>
            </a:lvl4pPr>
            <a:lvl5pPr algn="l">
              <a:defRPr sz="3225" b="1">
                <a:solidFill>
                  <a:srgbClr val="123247"/>
                </a:solidFill>
                <a:latin typeface="DejaVu Sans"/>
                <a:ea typeface="DejaVu Sans"/>
                <a:cs typeface="DejaVu Sans"/>
              </a:defRPr>
            </a:lvl5pPr>
            <a:lvl6pPr algn="l">
              <a:defRPr sz="3225" b="1">
                <a:solidFill>
                  <a:srgbClr val="123247"/>
                </a:solidFill>
                <a:latin typeface="DejaVu Sans"/>
                <a:ea typeface="DejaVu Sans"/>
                <a:cs typeface="DejaVu Sans"/>
              </a:defRPr>
            </a:lvl6pPr>
            <a:lvl7pPr algn="l">
              <a:defRPr sz="3225" b="1">
                <a:solidFill>
                  <a:srgbClr val="123247"/>
                </a:solidFill>
                <a:latin typeface="DejaVu Sans"/>
                <a:ea typeface="DejaVu Sans"/>
                <a:cs typeface="DejaVu Sans"/>
              </a:defRPr>
            </a:lvl7pPr>
            <a:lvl8pPr algn="l">
              <a:defRPr sz="3225" b="1">
                <a:solidFill>
                  <a:srgbClr val="123247"/>
                </a:solidFill>
                <a:latin typeface="DejaVu Sans"/>
                <a:ea typeface="DejaVu Sans"/>
                <a:cs typeface="DejaVu Sans"/>
              </a:defRPr>
            </a:lvl8pPr>
            <a:lvl9pPr algn="l">
              <a:defRPr sz="3225" b="1">
                <a:solidFill>
                  <a:srgbClr val="123247"/>
                </a:solidFill>
                <a:latin typeface="DejaVu Sans"/>
                <a:ea typeface="DejaVu Sans"/>
                <a:cs typeface="DejaVu Sans"/>
              </a:defRPr>
            </a:lvl9pPr>
          </a:lstStyle>
          <a:p>
            <a:pPr algn="l">
              <a:defRPr sz="3225" b="1">
                <a:solidFill>
                  <a:srgbClr val="123247"/>
                </a:solidFill>
                <a:latin typeface="DejaVu Sans"/>
                <a:ea typeface="DejaVu Sans"/>
                <a:cs typeface="DejaVu Sans"/>
              </a:defRPr>
            </a:pPr>
            <a:r>
              <a:rPr sz="3225" b="1">
                <a:solidFill>
                  <a:srgbClr val="123247"/>
                </a:solidFill>
                <a:latin typeface="DejaVu Sans"/>
                <a:ea typeface="DejaVu Sans"/>
                <a:cs typeface="DejaVu Sans"/>
              </a:rPr>
              <a:t>Princípio do index-flood</a:t>
            </a:r>
          </a:p>
        </p:txBody>
      </p:sp>
      <p:sp>
        <p:nvSpPr>
          <p:cNvPr id="3" name="texto">
            <a:extLst>
              <a:ext uri="{FF2B5EF4-FFF2-40B4-BE49-F238E27FC236}">
                <a16:creationId xmlns:a16="http://schemas.microsoft.com/office/drawing/2014/main" id="{5DC18E44-01B9-4279-9050-AAFDAFBC503C}"/>
              </a:ext>
            </a:extLst>
          </p:cNvPr>
          <p:cNvSpPr>
            <a:spLocks noGrp="1"/>
          </p:cNvSpPr>
          <p:nvPr/>
        </p:nvSpPr>
        <p:spPr>
          <a:xfrm>
            <a:off x="609600" y="6096000"/>
            <a:ext cx="10763250" cy="228600"/>
          </a:xfrm>
          <a:prstGeom prst="rect">
            <a:avLst/>
          </a:prstGeom>
          <a:noFill/>
          <a:ln w="0">
            <a:noFill/>
            <a:prstDash val="solid"/>
          </a:ln>
        </p:spPr>
        <p:txBody>
          <a:bodyPr wrap="square" lIns="0" tIns="0" rIns="0" bIns="0" anchor="t">
            <a:noAutofit/>
          </a:bodyPr>
          <a:lstStyle>
            <a:defPPr algn="l">
              <a:defRPr sz="1050" b="0">
                <a:solidFill>
                  <a:srgbClr val="526873"/>
                </a:solidFill>
                <a:latin typeface="DejaVu Sans"/>
                <a:ea typeface="DejaVu Sans"/>
                <a:cs typeface="DejaVu Sans"/>
              </a:defRPr>
            </a:defPPr>
            <a:lvl1pPr algn="l">
              <a:defRPr sz="1050" b="0">
                <a:solidFill>
                  <a:srgbClr val="526873"/>
                </a:solidFill>
                <a:latin typeface="DejaVu Sans"/>
                <a:ea typeface="DejaVu Sans"/>
                <a:cs typeface="DejaVu Sans"/>
              </a:defRPr>
            </a:lvl1pPr>
            <a:lvl2pPr algn="l">
              <a:defRPr sz="1050" b="0">
                <a:solidFill>
                  <a:srgbClr val="526873"/>
                </a:solidFill>
                <a:latin typeface="DejaVu Sans"/>
                <a:ea typeface="DejaVu Sans"/>
                <a:cs typeface="DejaVu Sans"/>
              </a:defRPr>
            </a:lvl2pPr>
            <a:lvl3pPr algn="l">
              <a:defRPr sz="1050" b="0">
                <a:solidFill>
                  <a:srgbClr val="526873"/>
                </a:solidFill>
                <a:latin typeface="DejaVu Sans"/>
                <a:ea typeface="DejaVu Sans"/>
                <a:cs typeface="DejaVu Sans"/>
              </a:defRPr>
            </a:lvl3pPr>
            <a:lvl4pPr algn="l">
              <a:defRPr sz="1050" b="0">
                <a:solidFill>
                  <a:srgbClr val="526873"/>
                </a:solidFill>
                <a:latin typeface="DejaVu Sans"/>
                <a:ea typeface="DejaVu Sans"/>
                <a:cs typeface="DejaVu Sans"/>
              </a:defRPr>
            </a:lvl4pPr>
            <a:lvl5pPr algn="l">
              <a:defRPr sz="1050" b="0">
                <a:solidFill>
                  <a:srgbClr val="526873"/>
                </a:solidFill>
                <a:latin typeface="DejaVu Sans"/>
                <a:ea typeface="DejaVu Sans"/>
                <a:cs typeface="DejaVu Sans"/>
              </a:defRPr>
            </a:lvl5pPr>
            <a:lvl6pPr algn="l">
              <a:defRPr sz="1050" b="0">
                <a:solidFill>
                  <a:srgbClr val="526873"/>
                </a:solidFill>
                <a:latin typeface="DejaVu Sans"/>
                <a:ea typeface="DejaVu Sans"/>
                <a:cs typeface="DejaVu Sans"/>
              </a:defRPr>
            </a:lvl6pPr>
            <a:lvl7pPr algn="l">
              <a:defRPr sz="1050" b="0">
                <a:solidFill>
                  <a:srgbClr val="526873"/>
                </a:solidFill>
                <a:latin typeface="DejaVu Sans"/>
                <a:ea typeface="DejaVu Sans"/>
                <a:cs typeface="DejaVu Sans"/>
              </a:defRPr>
            </a:lvl7pPr>
            <a:lvl8pPr algn="l">
              <a:defRPr sz="1050" b="0">
                <a:solidFill>
                  <a:srgbClr val="526873"/>
                </a:solidFill>
                <a:latin typeface="DejaVu Sans"/>
                <a:ea typeface="DejaVu Sans"/>
                <a:cs typeface="DejaVu Sans"/>
              </a:defRPr>
            </a:lvl8pPr>
            <a:lvl9pPr algn="l">
              <a:defRPr sz="1050" b="0">
                <a:solidFill>
                  <a:srgbClr val="526873"/>
                </a:solidFill>
                <a:latin typeface="DejaVu Sans"/>
                <a:ea typeface="DejaVu Sans"/>
                <a:cs typeface="DejaVu Sans"/>
              </a:defRPr>
            </a:lvl9pPr>
          </a:lstStyle>
          <a:p>
            <a:pPr algn="l">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Fontes: Dalrymple (1960); Hosking e Wallis (1997).</a:t>
            </a:r>
          </a:p>
        </p:txBody>
      </p:sp>
      <p:sp>
        <p:nvSpPr>
          <p:cNvPr id="4" name="Straight Connector 3">
            <a:extLst>
              <a:ext uri="{FF2B5EF4-FFF2-40B4-BE49-F238E27FC236}">
                <a16:creationId xmlns:a16="http://schemas.microsoft.com/office/drawing/2014/main" id="{8B59CC3C-14F0-4C97-8310-3CA5698D5F00}"/>
              </a:ext>
            </a:extLst>
          </p:cNvPr>
          <p:cNvSpPr>
            <a:spLocks noGrp="1"/>
          </p:cNvSpPr>
          <p:nvPr/>
        </p:nvSpPr>
        <p:spPr>
          <a:xfrm>
            <a:off x="609600" y="6438900"/>
            <a:ext cx="10972800" cy="0"/>
          </a:xfrm>
          <a:prstGeom prst="line">
            <a:avLst/>
          </a:prstGeom>
          <a:noFill/>
          <a:ln w="9525">
            <a:solidFill>
              <a:srgbClr val="DCE3E3"/>
            </a:solidFill>
            <a:prstDash val="solid"/>
          </a:ln>
        </p:spPr>
        <p:txBody>
          <a:bodyPr/>
          <a:lstStyle/>
          <a:p>
            <a:endParaRPr lang="en-GB"/>
          </a:p>
        </p:txBody>
      </p:sp>
      <p:sp>
        <p:nvSpPr>
          <p:cNvPr id="5" name="texto">
            <a:extLst>
              <a:ext uri="{FF2B5EF4-FFF2-40B4-BE49-F238E27FC236}">
                <a16:creationId xmlns:a16="http://schemas.microsoft.com/office/drawing/2014/main" id="{E3D1BF44-3281-4EEF-BD29-69710A36BACD}"/>
              </a:ext>
            </a:extLst>
          </p:cNvPr>
          <p:cNvSpPr>
            <a:spLocks noGrp="1"/>
          </p:cNvSpPr>
          <p:nvPr/>
        </p:nvSpPr>
        <p:spPr>
          <a:xfrm>
            <a:off x="609600" y="6543675"/>
            <a:ext cx="8572500" cy="190500"/>
          </a:xfrm>
          <a:prstGeom prst="rect">
            <a:avLst/>
          </a:prstGeom>
          <a:noFill/>
          <a:ln w="0">
            <a:noFill/>
            <a:prstDash val="solid"/>
          </a:ln>
        </p:spPr>
        <p:txBody>
          <a:bodyPr wrap="square" lIns="0" tIns="0" rIns="0" bIns="0" anchor="t">
            <a:noAutofit/>
          </a:bodyPr>
          <a:lstStyle>
            <a:defPPr algn="l">
              <a:defRPr sz="975" b="0">
                <a:solidFill>
                  <a:srgbClr val="526873"/>
                </a:solidFill>
                <a:latin typeface="DejaVu Sans"/>
                <a:ea typeface="DejaVu Sans"/>
                <a:cs typeface="DejaVu Sans"/>
              </a:defRPr>
            </a:defPPr>
            <a:lvl1pPr algn="l">
              <a:defRPr sz="975" b="0">
                <a:solidFill>
                  <a:srgbClr val="526873"/>
                </a:solidFill>
                <a:latin typeface="DejaVu Sans"/>
                <a:ea typeface="DejaVu Sans"/>
                <a:cs typeface="DejaVu Sans"/>
              </a:defRPr>
            </a:lvl1pPr>
            <a:lvl2pPr algn="l">
              <a:defRPr sz="975" b="0">
                <a:solidFill>
                  <a:srgbClr val="526873"/>
                </a:solidFill>
                <a:latin typeface="DejaVu Sans"/>
                <a:ea typeface="DejaVu Sans"/>
                <a:cs typeface="DejaVu Sans"/>
              </a:defRPr>
            </a:lvl2pPr>
            <a:lvl3pPr algn="l">
              <a:defRPr sz="975" b="0">
                <a:solidFill>
                  <a:srgbClr val="526873"/>
                </a:solidFill>
                <a:latin typeface="DejaVu Sans"/>
                <a:ea typeface="DejaVu Sans"/>
                <a:cs typeface="DejaVu Sans"/>
              </a:defRPr>
            </a:lvl3pPr>
            <a:lvl4pPr algn="l">
              <a:defRPr sz="975" b="0">
                <a:solidFill>
                  <a:srgbClr val="526873"/>
                </a:solidFill>
                <a:latin typeface="DejaVu Sans"/>
                <a:ea typeface="DejaVu Sans"/>
                <a:cs typeface="DejaVu Sans"/>
              </a:defRPr>
            </a:lvl4pPr>
            <a:lvl5pPr algn="l">
              <a:defRPr sz="975" b="0">
                <a:solidFill>
                  <a:srgbClr val="526873"/>
                </a:solidFill>
                <a:latin typeface="DejaVu Sans"/>
                <a:ea typeface="DejaVu Sans"/>
                <a:cs typeface="DejaVu Sans"/>
              </a:defRPr>
            </a:lvl5pPr>
            <a:lvl6pPr algn="l">
              <a:defRPr sz="975" b="0">
                <a:solidFill>
                  <a:srgbClr val="526873"/>
                </a:solidFill>
                <a:latin typeface="DejaVu Sans"/>
                <a:ea typeface="DejaVu Sans"/>
                <a:cs typeface="DejaVu Sans"/>
              </a:defRPr>
            </a:lvl6pPr>
            <a:lvl7pPr algn="l">
              <a:defRPr sz="975" b="0">
                <a:solidFill>
                  <a:srgbClr val="526873"/>
                </a:solidFill>
                <a:latin typeface="DejaVu Sans"/>
                <a:ea typeface="DejaVu Sans"/>
                <a:cs typeface="DejaVu Sans"/>
              </a:defRPr>
            </a:lvl7pPr>
            <a:lvl8pPr algn="l">
              <a:defRPr sz="975" b="0">
                <a:solidFill>
                  <a:srgbClr val="526873"/>
                </a:solidFill>
                <a:latin typeface="DejaVu Sans"/>
                <a:ea typeface="DejaVu Sans"/>
                <a:cs typeface="DejaVu Sans"/>
              </a:defRPr>
            </a:lvl8pPr>
            <a:lvl9pPr algn="l">
              <a:defRPr sz="975" b="0">
                <a:solidFill>
                  <a:srgbClr val="526873"/>
                </a:solidFill>
                <a:latin typeface="DejaVu Sans"/>
                <a:ea typeface="DejaVu Sans"/>
                <a:cs typeface="DejaVu Sans"/>
              </a:defRPr>
            </a:lvl9pPr>
          </a:lstStyle>
          <a:p>
            <a:pPr algn="l">
              <a:defRPr sz="975" b="0">
                <a:solidFill>
                  <a:srgbClr val="526873"/>
                </a:solidFill>
                <a:latin typeface="DejaVu Sans"/>
                <a:ea typeface="DejaVu Sans"/>
                <a:cs typeface="DejaVu Sans"/>
              </a:defRPr>
            </a:pPr>
            <a:r>
              <a:rPr sz="975" b="0">
                <a:solidFill>
                  <a:srgbClr val="526873"/>
                </a:solidFill>
                <a:latin typeface="DejaVu Sans"/>
                <a:ea typeface="DejaVu Sans"/>
                <a:cs typeface="DejaVu Sans"/>
              </a:rPr>
              <a:t>REGIONALIZAÇÃO DE VAZÕES</a:t>
            </a:r>
          </a:p>
        </p:txBody>
      </p:sp>
      <p:sp>
        <p:nvSpPr>
          <p:cNvPr id="6" name="texto">
            <a:extLst>
              <a:ext uri="{FF2B5EF4-FFF2-40B4-BE49-F238E27FC236}">
                <a16:creationId xmlns:a16="http://schemas.microsoft.com/office/drawing/2014/main" id="{860C4FC1-B45A-40EF-805B-7146A2E0F88F}"/>
              </a:ext>
            </a:extLst>
          </p:cNvPr>
          <p:cNvSpPr>
            <a:spLocks noGrp="1"/>
          </p:cNvSpPr>
          <p:nvPr/>
        </p:nvSpPr>
        <p:spPr>
          <a:xfrm>
            <a:off x="10620375" y="6534150"/>
            <a:ext cx="962025" cy="209550"/>
          </a:xfrm>
          <a:prstGeom prst="rect">
            <a:avLst/>
          </a:prstGeom>
          <a:noFill/>
          <a:ln w="0">
            <a:noFill/>
            <a:prstDash val="solid"/>
          </a:ln>
        </p:spPr>
        <p:txBody>
          <a:bodyPr wrap="square" lIns="0" tIns="0" rIns="0" bIns="0" anchor="t">
            <a:noAutofit/>
          </a:bodyPr>
          <a:lstStyle>
            <a:defPPr algn="r">
              <a:defRPr sz="1050" b="0">
                <a:solidFill>
                  <a:srgbClr val="526873"/>
                </a:solidFill>
                <a:latin typeface="DejaVu Sans"/>
                <a:ea typeface="DejaVu Sans"/>
                <a:cs typeface="DejaVu Sans"/>
              </a:defRPr>
            </a:defPPr>
            <a:lvl1pPr algn="r">
              <a:defRPr sz="1050" b="0">
                <a:solidFill>
                  <a:srgbClr val="526873"/>
                </a:solidFill>
                <a:latin typeface="DejaVu Sans"/>
                <a:ea typeface="DejaVu Sans"/>
                <a:cs typeface="DejaVu Sans"/>
              </a:defRPr>
            </a:lvl1pPr>
            <a:lvl2pPr algn="r">
              <a:defRPr sz="1050" b="0">
                <a:solidFill>
                  <a:srgbClr val="526873"/>
                </a:solidFill>
                <a:latin typeface="DejaVu Sans"/>
                <a:ea typeface="DejaVu Sans"/>
                <a:cs typeface="DejaVu Sans"/>
              </a:defRPr>
            </a:lvl2pPr>
            <a:lvl3pPr algn="r">
              <a:defRPr sz="1050" b="0">
                <a:solidFill>
                  <a:srgbClr val="526873"/>
                </a:solidFill>
                <a:latin typeface="DejaVu Sans"/>
                <a:ea typeface="DejaVu Sans"/>
                <a:cs typeface="DejaVu Sans"/>
              </a:defRPr>
            </a:lvl3pPr>
            <a:lvl4pPr algn="r">
              <a:defRPr sz="1050" b="0">
                <a:solidFill>
                  <a:srgbClr val="526873"/>
                </a:solidFill>
                <a:latin typeface="DejaVu Sans"/>
                <a:ea typeface="DejaVu Sans"/>
                <a:cs typeface="DejaVu Sans"/>
              </a:defRPr>
            </a:lvl4pPr>
            <a:lvl5pPr algn="r">
              <a:defRPr sz="1050" b="0">
                <a:solidFill>
                  <a:srgbClr val="526873"/>
                </a:solidFill>
                <a:latin typeface="DejaVu Sans"/>
                <a:ea typeface="DejaVu Sans"/>
                <a:cs typeface="DejaVu Sans"/>
              </a:defRPr>
            </a:lvl5pPr>
            <a:lvl6pPr algn="r">
              <a:defRPr sz="1050" b="0">
                <a:solidFill>
                  <a:srgbClr val="526873"/>
                </a:solidFill>
                <a:latin typeface="DejaVu Sans"/>
                <a:ea typeface="DejaVu Sans"/>
                <a:cs typeface="DejaVu Sans"/>
              </a:defRPr>
            </a:lvl6pPr>
            <a:lvl7pPr algn="r">
              <a:defRPr sz="1050" b="0">
                <a:solidFill>
                  <a:srgbClr val="526873"/>
                </a:solidFill>
                <a:latin typeface="DejaVu Sans"/>
                <a:ea typeface="DejaVu Sans"/>
                <a:cs typeface="DejaVu Sans"/>
              </a:defRPr>
            </a:lvl7pPr>
            <a:lvl8pPr algn="r">
              <a:defRPr sz="1050" b="0">
                <a:solidFill>
                  <a:srgbClr val="526873"/>
                </a:solidFill>
                <a:latin typeface="DejaVu Sans"/>
                <a:ea typeface="DejaVu Sans"/>
                <a:cs typeface="DejaVu Sans"/>
              </a:defRPr>
            </a:lvl8pPr>
            <a:lvl9pPr algn="r">
              <a:defRPr sz="1050" b="0">
                <a:solidFill>
                  <a:srgbClr val="526873"/>
                </a:solidFill>
                <a:latin typeface="DejaVu Sans"/>
                <a:ea typeface="DejaVu Sans"/>
                <a:cs typeface="DejaVu Sans"/>
              </a:defRPr>
            </a:lvl9pPr>
          </a:lstStyle>
          <a:p>
            <a:pPr algn="r">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14 / 38</a:t>
            </a:r>
          </a:p>
        </p:txBody>
      </p:sp>
      <p:sp>
        <p:nvSpPr>
          <p:cNvPr id="7" name="texto">
            <a:extLst>
              <a:ext uri="{FF2B5EF4-FFF2-40B4-BE49-F238E27FC236}">
                <a16:creationId xmlns:a16="http://schemas.microsoft.com/office/drawing/2014/main" id="{A12CA4C0-329D-49A0-9955-76BA46AF9933}"/>
              </a:ext>
            </a:extLst>
          </p:cNvPr>
          <p:cNvSpPr>
            <a:spLocks noGrp="1"/>
          </p:cNvSpPr>
          <p:nvPr/>
        </p:nvSpPr>
        <p:spPr>
          <a:xfrm>
            <a:off x="609600" y="1885950"/>
            <a:ext cx="10972800" cy="952500"/>
          </a:xfrm>
          <a:prstGeom prst="rect">
            <a:avLst/>
          </a:prstGeom>
          <a:noFill/>
          <a:ln w="0">
            <a:noFill/>
            <a:prstDash val="solid"/>
          </a:ln>
        </p:spPr>
        <p:txBody>
          <a:bodyPr wrap="square" lIns="0" tIns="0" rIns="0" bIns="0" anchor="t">
            <a:noAutofit/>
          </a:bodyPr>
          <a:lstStyle>
            <a:defPPr algn="l">
              <a:defRPr sz="4800" b="1">
                <a:solidFill>
                  <a:srgbClr val="123247"/>
                </a:solidFill>
                <a:latin typeface="DejaVu Sans"/>
                <a:ea typeface="DejaVu Sans"/>
                <a:cs typeface="DejaVu Sans"/>
              </a:defRPr>
            </a:defPPr>
            <a:lvl1pPr algn="l">
              <a:defRPr sz="4800" b="1">
                <a:solidFill>
                  <a:srgbClr val="123247"/>
                </a:solidFill>
                <a:latin typeface="DejaVu Sans"/>
                <a:ea typeface="DejaVu Sans"/>
                <a:cs typeface="DejaVu Sans"/>
              </a:defRPr>
            </a:lvl1pPr>
            <a:lvl2pPr algn="l">
              <a:defRPr sz="4800" b="1">
                <a:solidFill>
                  <a:srgbClr val="123247"/>
                </a:solidFill>
                <a:latin typeface="DejaVu Sans"/>
                <a:ea typeface="DejaVu Sans"/>
                <a:cs typeface="DejaVu Sans"/>
              </a:defRPr>
            </a:lvl2pPr>
            <a:lvl3pPr algn="l">
              <a:defRPr sz="4800" b="1">
                <a:solidFill>
                  <a:srgbClr val="123247"/>
                </a:solidFill>
                <a:latin typeface="DejaVu Sans"/>
                <a:ea typeface="DejaVu Sans"/>
                <a:cs typeface="DejaVu Sans"/>
              </a:defRPr>
            </a:lvl3pPr>
            <a:lvl4pPr algn="l">
              <a:defRPr sz="4800" b="1">
                <a:solidFill>
                  <a:srgbClr val="123247"/>
                </a:solidFill>
                <a:latin typeface="DejaVu Sans"/>
                <a:ea typeface="DejaVu Sans"/>
                <a:cs typeface="DejaVu Sans"/>
              </a:defRPr>
            </a:lvl4pPr>
            <a:lvl5pPr algn="l">
              <a:defRPr sz="4800" b="1">
                <a:solidFill>
                  <a:srgbClr val="123247"/>
                </a:solidFill>
                <a:latin typeface="DejaVu Sans"/>
                <a:ea typeface="DejaVu Sans"/>
                <a:cs typeface="DejaVu Sans"/>
              </a:defRPr>
            </a:lvl5pPr>
            <a:lvl6pPr algn="l">
              <a:defRPr sz="4800" b="1">
                <a:solidFill>
                  <a:srgbClr val="123247"/>
                </a:solidFill>
                <a:latin typeface="DejaVu Sans"/>
                <a:ea typeface="DejaVu Sans"/>
                <a:cs typeface="DejaVu Sans"/>
              </a:defRPr>
            </a:lvl6pPr>
            <a:lvl7pPr algn="l">
              <a:defRPr sz="4800" b="1">
                <a:solidFill>
                  <a:srgbClr val="123247"/>
                </a:solidFill>
                <a:latin typeface="DejaVu Sans"/>
                <a:ea typeface="DejaVu Sans"/>
                <a:cs typeface="DejaVu Sans"/>
              </a:defRPr>
            </a:lvl7pPr>
            <a:lvl8pPr algn="l">
              <a:defRPr sz="4800" b="1">
                <a:solidFill>
                  <a:srgbClr val="123247"/>
                </a:solidFill>
                <a:latin typeface="DejaVu Sans"/>
                <a:ea typeface="DejaVu Sans"/>
                <a:cs typeface="DejaVu Sans"/>
              </a:defRPr>
            </a:lvl8pPr>
            <a:lvl9pPr algn="l">
              <a:defRPr sz="4800" b="1">
                <a:solidFill>
                  <a:srgbClr val="123247"/>
                </a:solidFill>
                <a:latin typeface="DejaVu Sans"/>
                <a:ea typeface="DejaVu Sans"/>
                <a:cs typeface="DejaVu Sans"/>
              </a:defRPr>
            </a:lvl9pPr>
          </a:lstStyle>
          <a:p>
            <a:pPr algn="l">
              <a:defRPr sz="4800" b="1">
                <a:solidFill>
                  <a:srgbClr val="123247"/>
                </a:solidFill>
                <a:latin typeface="DejaVu Sans"/>
                <a:ea typeface="DejaVu Sans"/>
                <a:cs typeface="DejaVu Sans"/>
              </a:defRPr>
            </a:pPr>
            <a:r>
              <a:rPr sz="4800" b="1">
                <a:solidFill>
                  <a:srgbClr val="123247"/>
                </a:solidFill>
                <a:latin typeface="DejaVu Sans"/>
                <a:ea typeface="DejaVu Sans"/>
                <a:cs typeface="DejaVu Sans"/>
              </a:rPr>
              <a:t>Qᵢ(T) = μᵢ × gᴿ(T)</a:t>
            </a:r>
          </a:p>
        </p:txBody>
      </p:sp>
      <p:sp>
        <p:nvSpPr>
          <p:cNvPr id="8" name="texto">
            <a:extLst>
              <a:ext uri="{FF2B5EF4-FFF2-40B4-BE49-F238E27FC236}">
                <a16:creationId xmlns:a16="http://schemas.microsoft.com/office/drawing/2014/main" id="{F9CE4303-9C14-42ED-964E-7B83B12EC3DC}"/>
              </a:ext>
            </a:extLst>
          </p:cNvPr>
          <p:cNvSpPr>
            <a:spLocks noGrp="1"/>
          </p:cNvSpPr>
          <p:nvPr/>
        </p:nvSpPr>
        <p:spPr>
          <a:xfrm>
            <a:off x="609600" y="3486150"/>
            <a:ext cx="5095875" cy="400050"/>
          </a:xfrm>
          <a:prstGeom prst="rect">
            <a:avLst/>
          </a:prstGeom>
          <a:noFill/>
          <a:ln w="0">
            <a:noFill/>
            <a:prstDash val="solid"/>
          </a:ln>
        </p:spPr>
        <p:txBody>
          <a:bodyPr wrap="square" lIns="0" tIns="0" rIns="0" bIns="0" anchor="t">
            <a:noAutofit/>
          </a:bodyPr>
          <a:lstStyle>
            <a:defPPr algn="l">
              <a:defRPr sz="2250" b="1">
                <a:solidFill>
                  <a:srgbClr val="087F88"/>
                </a:solidFill>
                <a:latin typeface="DejaVu Sans"/>
                <a:ea typeface="DejaVu Sans"/>
                <a:cs typeface="DejaVu Sans"/>
              </a:defRPr>
            </a:defPPr>
            <a:lvl1pPr algn="l">
              <a:defRPr sz="2250" b="1">
                <a:solidFill>
                  <a:srgbClr val="087F88"/>
                </a:solidFill>
                <a:latin typeface="DejaVu Sans"/>
                <a:ea typeface="DejaVu Sans"/>
                <a:cs typeface="DejaVu Sans"/>
              </a:defRPr>
            </a:lvl1pPr>
            <a:lvl2pPr algn="l">
              <a:defRPr sz="2250" b="1">
                <a:solidFill>
                  <a:srgbClr val="087F88"/>
                </a:solidFill>
                <a:latin typeface="DejaVu Sans"/>
                <a:ea typeface="DejaVu Sans"/>
                <a:cs typeface="DejaVu Sans"/>
              </a:defRPr>
            </a:lvl2pPr>
            <a:lvl3pPr algn="l">
              <a:defRPr sz="2250" b="1">
                <a:solidFill>
                  <a:srgbClr val="087F88"/>
                </a:solidFill>
                <a:latin typeface="DejaVu Sans"/>
                <a:ea typeface="DejaVu Sans"/>
                <a:cs typeface="DejaVu Sans"/>
              </a:defRPr>
            </a:lvl3pPr>
            <a:lvl4pPr algn="l">
              <a:defRPr sz="2250" b="1">
                <a:solidFill>
                  <a:srgbClr val="087F88"/>
                </a:solidFill>
                <a:latin typeface="DejaVu Sans"/>
                <a:ea typeface="DejaVu Sans"/>
                <a:cs typeface="DejaVu Sans"/>
              </a:defRPr>
            </a:lvl4pPr>
            <a:lvl5pPr algn="l">
              <a:defRPr sz="2250" b="1">
                <a:solidFill>
                  <a:srgbClr val="087F88"/>
                </a:solidFill>
                <a:latin typeface="DejaVu Sans"/>
                <a:ea typeface="DejaVu Sans"/>
                <a:cs typeface="DejaVu Sans"/>
              </a:defRPr>
            </a:lvl5pPr>
            <a:lvl6pPr algn="l">
              <a:defRPr sz="2250" b="1">
                <a:solidFill>
                  <a:srgbClr val="087F88"/>
                </a:solidFill>
                <a:latin typeface="DejaVu Sans"/>
                <a:ea typeface="DejaVu Sans"/>
                <a:cs typeface="DejaVu Sans"/>
              </a:defRPr>
            </a:lvl6pPr>
            <a:lvl7pPr algn="l">
              <a:defRPr sz="2250" b="1">
                <a:solidFill>
                  <a:srgbClr val="087F88"/>
                </a:solidFill>
                <a:latin typeface="DejaVu Sans"/>
                <a:ea typeface="DejaVu Sans"/>
                <a:cs typeface="DejaVu Sans"/>
              </a:defRPr>
            </a:lvl7pPr>
            <a:lvl8pPr algn="l">
              <a:defRPr sz="2250" b="1">
                <a:solidFill>
                  <a:srgbClr val="087F88"/>
                </a:solidFill>
                <a:latin typeface="DejaVu Sans"/>
                <a:ea typeface="DejaVu Sans"/>
                <a:cs typeface="DejaVu Sans"/>
              </a:defRPr>
            </a:lvl8pPr>
            <a:lvl9pPr algn="l">
              <a:defRPr sz="2250" b="1">
                <a:solidFill>
                  <a:srgbClr val="087F88"/>
                </a:solidFill>
                <a:latin typeface="DejaVu Sans"/>
                <a:ea typeface="DejaVu Sans"/>
                <a:cs typeface="DejaVu Sans"/>
              </a:defRPr>
            </a:lvl9pPr>
          </a:lstStyle>
          <a:p>
            <a:pPr algn="l">
              <a:defRPr sz="2250" b="1">
                <a:solidFill>
                  <a:srgbClr val="087F88"/>
                </a:solidFill>
                <a:latin typeface="DejaVu Sans"/>
                <a:ea typeface="DejaVu Sans"/>
                <a:cs typeface="DejaVu Sans"/>
              </a:defRPr>
            </a:pPr>
            <a:r>
              <a:rPr sz="2250" b="1">
                <a:solidFill>
                  <a:srgbClr val="087F88"/>
                </a:solidFill>
                <a:latin typeface="DejaVu Sans"/>
                <a:ea typeface="DejaVu Sans"/>
                <a:cs typeface="DejaVu Sans"/>
              </a:rPr>
              <a:t>μᵢ: escala da bacia</a:t>
            </a:r>
          </a:p>
        </p:txBody>
      </p:sp>
      <p:sp>
        <p:nvSpPr>
          <p:cNvPr id="9" name="texto">
            <a:extLst>
              <a:ext uri="{FF2B5EF4-FFF2-40B4-BE49-F238E27FC236}">
                <a16:creationId xmlns:a16="http://schemas.microsoft.com/office/drawing/2014/main" id="{84E8F0E5-4F23-4943-BA32-9955A90EB70F}"/>
              </a:ext>
            </a:extLst>
          </p:cNvPr>
          <p:cNvSpPr>
            <a:spLocks noGrp="1"/>
          </p:cNvSpPr>
          <p:nvPr/>
        </p:nvSpPr>
        <p:spPr>
          <a:xfrm>
            <a:off x="609600" y="3981450"/>
            <a:ext cx="5095875" cy="1428750"/>
          </a:xfrm>
          <a:prstGeom prst="rect">
            <a:avLst/>
          </a:prstGeom>
          <a:noFill/>
          <a:ln w="0">
            <a:noFill/>
            <a:prstDash val="solid"/>
          </a:ln>
        </p:spPr>
        <p:txBody>
          <a:bodyPr wrap="square" lIns="0" tIns="0" rIns="0" bIns="0" anchor="t">
            <a:noAutofit/>
          </a:bodyPr>
          <a:lstStyle>
            <a:defPPr algn="l">
              <a:defRPr sz="2100" b="0">
                <a:solidFill>
                  <a:srgbClr val="193647"/>
                </a:solidFill>
                <a:latin typeface="DejaVu Sans"/>
                <a:ea typeface="DejaVu Sans"/>
                <a:cs typeface="DejaVu Sans"/>
              </a:defRPr>
            </a:defPPr>
            <a:lvl1pPr algn="l">
              <a:defRPr sz="2100" b="0">
                <a:solidFill>
                  <a:srgbClr val="193647"/>
                </a:solidFill>
                <a:latin typeface="DejaVu Sans"/>
                <a:ea typeface="DejaVu Sans"/>
                <a:cs typeface="DejaVu Sans"/>
              </a:defRPr>
            </a:lvl1pPr>
            <a:lvl2pPr algn="l">
              <a:defRPr sz="2100" b="0">
                <a:solidFill>
                  <a:srgbClr val="193647"/>
                </a:solidFill>
                <a:latin typeface="DejaVu Sans"/>
                <a:ea typeface="DejaVu Sans"/>
                <a:cs typeface="DejaVu Sans"/>
              </a:defRPr>
            </a:lvl2pPr>
            <a:lvl3pPr algn="l">
              <a:defRPr sz="2100" b="0">
                <a:solidFill>
                  <a:srgbClr val="193647"/>
                </a:solidFill>
                <a:latin typeface="DejaVu Sans"/>
                <a:ea typeface="DejaVu Sans"/>
                <a:cs typeface="DejaVu Sans"/>
              </a:defRPr>
            </a:lvl3pPr>
            <a:lvl4pPr algn="l">
              <a:defRPr sz="2100" b="0">
                <a:solidFill>
                  <a:srgbClr val="193647"/>
                </a:solidFill>
                <a:latin typeface="DejaVu Sans"/>
                <a:ea typeface="DejaVu Sans"/>
                <a:cs typeface="DejaVu Sans"/>
              </a:defRPr>
            </a:lvl4pPr>
            <a:lvl5pPr algn="l">
              <a:defRPr sz="2100" b="0">
                <a:solidFill>
                  <a:srgbClr val="193647"/>
                </a:solidFill>
                <a:latin typeface="DejaVu Sans"/>
                <a:ea typeface="DejaVu Sans"/>
                <a:cs typeface="DejaVu Sans"/>
              </a:defRPr>
            </a:lvl5pPr>
            <a:lvl6pPr algn="l">
              <a:defRPr sz="2100" b="0">
                <a:solidFill>
                  <a:srgbClr val="193647"/>
                </a:solidFill>
                <a:latin typeface="DejaVu Sans"/>
                <a:ea typeface="DejaVu Sans"/>
                <a:cs typeface="DejaVu Sans"/>
              </a:defRPr>
            </a:lvl6pPr>
            <a:lvl7pPr algn="l">
              <a:defRPr sz="2100" b="0">
                <a:solidFill>
                  <a:srgbClr val="193647"/>
                </a:solidFill>
                <a:latin typeface="DejaVu Sans"/>
                <a:ea typeface="DejaVu Sans"/>
                <a:cs typeface="DejaVu Sans"/>
              </a:defRPr>
            </a:lvl7pPr>
            <a:lvl8pPr algn="l">
              <a:defRPr sz="2100" b="0">
                <a:solidFill>
                  <a:srgbClr val="193647"/>
                </a:solidFill>
                <a:latin typeface="DejaVu Sans"/>
                <a:ea typeface="DejaVu Sans"/>
                <a:cs typeface="DejaVu Sans"/>
              </a:defRPr>
            </a:lvl8pPr>
            <a:lvl9pPr algn="l">
              <a:defRPr sz="2100" b="0">
                <a:solidFill>
                  <a:srgbClr val="193647"/>
                </a:solidFill>
                <a:latin typeface="DejaVu Sans"/>
                <a:ea typeface="DejaVu Sans"/>
                <a:cs typeface="DejaVu Sans"/>
              </a:defRPr>
            </a:lvl9pPr>
          </a:lstStyle>
          <a:p>
            <a:pPr algn="l">
              <a:defRPr sz="2100" b="0">
                <a:solidFill>
                  <a:srgbClr val="193647"/>
                </a:solidFill>
                <a:latin typeface="DejaVu Sans"/>
                <a:ea typeface="DejaVu Sans"/>
                <a:cs typeface="DejaVu Sans"/>
              </a:defRPr>
            </a:pPr>
            <a:r>
              <a:rPr sz="2100" b="0">
                <a:solidFill>
                  <a:srgbClr val="193647"/>
                </a:solidFill>
                <a:latin typeface="DejaVu Sans"/>
                <a:ea typeface="DejaVu Sans"/>
                <a:cs typeface="DejaVu Sans"/>
              </a:rPr>
              <a:t>Índice local: nesta aula,</a:t>
            </a:r>
          </a:p>
          <a:p>
            <a:pPr algn="l">
              <a:defRPr sz="2100" b="0">
                <a:solidFill>
                  <a:srgbClr val="193647"/>
                </a:solidFill>
                <a:latin typeface="DejaVu Sans"/>
                <a:ea typeface="DejaVu Sans"/>
                <a:cs typeface="DejaVu Sans"/>
              </a:defRPr>
            </a:pPr>
            <a:r>
              <a:rPr sz="2100" b="0">
                <a:solidFill>
                  <a:srgbClr val="193647"/>
                </a:solidFill>
                <a:latin typeface="DejaVu Sans"/>
                <a:ea typeface="DejaVu Sans"/>
                <a:cs typeface="DejaVu Sans"/>
              </a:rPr>
              <a:t>a média das máximas</a:t>
            </a:r>
          </a:p>
          <a:p>
            <a:pPr algn="l">
              <a:defRPr sz="2100" b="0">
                <a:solidFill>
                  <a:srgbClr val="193647"/>
                </a:solidFill>
                <a:latin typeface="DejaVu Sans"/>
                <a:ea typeface="DejaVu Sans"/>
                <a:cs typeface="DejaVu Sans"/>
              </a:defRPr>
            </a:pPr>
            <a:r>
              <a:rPr sz="2100" b="0">
                <a:solidFill>
                  <a:srgbClr val="193647"/>
                </a:solidFill>
                <a:latin typeface="DejaVu Sans"/>
                <a:ea typeface="DejaVu Sans"/>
                <a:cs typeface="DejaVu Sans"/>
              </a:rPr>
              <a:t>diárias anuais.</a:t>
            </a:r>
          </a:p>
        </p:txBody>
      </p:sp>
      <p:sp>
        <p:nvSpPr>
          <p:cNvPr id="10" name="texto">
            <a:extLst>
              <a:ext uri="{FF2B5EF4-FFF2-40B4-BE49-F238E27FC236}">
                <a16:creationId xmlns:a16="http://schemas.microsoft.com/office/drawing/2014/main" id="{C333FEB3-7506-4A09-B40A-C8EF58F9FF3C}"/>
              </a:ext>
            </a:extLst>
          </p:cNvPr>
          <p:cNvSpPr>
            <a:spLocks noGrp="1"/>
          </p:cNvSpPr>
          <p:nvPr/>
        </p:nvSpPr>
        <p:spPr>
          <a:xfrm>
            <a:off x="6477000" y="3486150"/>
            <a:ext cx="5105400" cy="400050"/>
          </a:xfrm>
          <a:prstGeom prst="rect">
            <a:avLst/>
          </a:prstGeom>
          <a:noFill/>
          <a:ln w="0">
            <a:noFill/>
            <a:prstDash val="solid"/>
          </a:ln>
        </p:spPr>
        <p:txBody>
          <a:bodyPr wrap="square" lIns="0" tIns="0" rIns="0" bIns="0" anchor="t">
            <a:noAutofit/>
          </a:bodyPr>
          <a:lstStyle>
            <a:defPPr algn="l">
              <a:defRPr sz="2250" b="1">
                <a:solidFill>
                  <a:srgbClr val="C47B23"/>
                </a:solidFill>
                <a:latin typeface="DejaVu Sans"/>
                <a:ea typeface="DejaVu Sans"/>
                <a:cs typeface="DejaVu Sans"/>
              </a:defRPr>
            </a:defPPr>
            <a:lvl1pPr algn="l">
              <a:defRPr sz="2250" b="1">
                <a:solidFill>
                  <a:srgbClr val="C47B23"/>
                </a:solidFill>
                <a:latin typeface="DejaVu Sans"/>
                <a:ea typeface="DejaVu Sans"/>
                <a:cs typeface="DejaVu Sans"/>
              </a:defRPr>
            </a:lvl1pPr>
            <a:lvl2pPr algn="l">
              <a:defRPr sz="2250" b="1">
                <a:solidFill>
                  <a:srgbClr val="C47B23"/>
                </a:solidFill>
                <a:latin typeface="DejaVu Sans"/>
                <a:ea typeface="DejaVu Sans"/>
                <a:cs typeface="DejaVu Sans"/>
              </a:defRPr>
            </a:lvl2pPr>
            <a:lvl3pPr algn="l">
              <a:defRPr sz="2250" b="1">
                <a:solidFill>
                  <a:srgbClr val="C47B23"/>
                </a:solidFill>
                <a:latin typeface="DejaVu Sans"/>
                <a:ea typeface="DejaVu Sans"/>
                <a:cs typeface="DejaVu Sans"/>
              </a:defRPr>
            </a:lvl3pPr>
            <a:lvl4pPr algn="l">
              <a:defRPr sz="2250" b="1">
                <a:solidFill>
                  <a:srgbClr val="C47B23"/>
                </a:solidFill>
                <a:latin typeface="DejaVu Sans"/>
                <a:ea typeface="DejaVu Sans"/>
                <a:cs typeface="DejaVu Sans"/>
              </a:defRPr>
            </a:lvl4pPr>
            <a:lvl5pPr algn="l">
              <a:defRPr sz="2250" b="1">
                <a:solidFill>
                  <a:srgbClr val="C47B23"/>
                </a:solidFill>
                <a:latin typeface="DejaVu Sans"/>
                <a:ea typeface="DejaVu Sans"/>
                <a:cs typeface="DejaVu Sans"/>
              </a:defRPr>
            </a:lvl5pPr>
            <a:lvl6pPr algn="l">
              <a:defRPr sz="2250" b="1">
                <a:solidFill>
                  <a:srgbClr val="C47B23"/>
                </a:solidFill>
                <a:latin typeface="DejaVu Sans"/>
                <a:ea typeface="DejaVu Sans"/>
                <a:cs typeface="DejaVu Sans"/>
              </a:defRPr>
            </a:lvl6pPr>
            <a:lvl7pPr algn="l">
              <a:defRPr sz="2250" b="1">
                <a:solidFill>
                  <a:srgbClr val="C47B23"/>
                </a:solidFill>
                <a:latin typeface="DejaVu Sans"/>
                <a:ea typeface="DejaVu Sans"/>
                <a:cs typeface="DejaVu Sans"/>
              </a:defRPr>
            </a:lvl7pPr>
            <a:lvl8pPr algn="l">
              <a:defRPr sz="2250" b="1">
                <a:solidFill>
                  <a:srgbClr val="C47B23"/>
                </a:solidFill>
                <a:latin typeface="DejaVu Sans"/>
                <a:ea typeface="DejaVu Sans"/>
                <a:cs typeface="DejaVu Sans"/>
              </a:defRPr>
            </a:lvl8pPr>
            <a:lvl9pPr algn="l">
              <a:defRPr sz="2250" b="1">
                <a:solidFill>
                  <a:srgbClr val="C47B23"/>
                </a:solidFill>
                <a:latin typeface="DejaVu Sans"/>
                <a:ea typeface="DejaVu Sans"/>
                <a:cs typeface="DejaVu Sans"/>
              </a:defRPr>
            </a:lvl9pPr>
          </a:lstStyle>
          <a:p>
            <a:pPr algn="l">
              <a:defRPr sz="2250" b="1">
                <a:solidFill>
                  <a:srgbClr val="C47B23"/>
                </a:solidFill>
                <a:latin typeface="DejaVu Sans"/>
                <a:ea typeface="DejaVu Sans"/>
                <a:cs typeface="DejaVu Sans"/>
              </a:defRPr>
            </a:pPr>
            <a:r>
              <a:rPr sz="2250" b="1">
                <a:solidFill>
                  <a:srgbClr val="C47B23"/>
                </a:solidFill>
                <a:latin typeface="DejaVu Sans"/>
                <a:ea typeface="DejaVu Sans"/>
                <a:cs typeface="DejaVu Sans"/>
              </a:rPr>
              <a:t>gᴿ(T): crescimento regional</a:t>
            </a:r>
          </a:p>
        </p:txBody>
      </p:sp>
      <p:sp>
        <p:nvSpPr>
          <p:cNvPr id="11" name="texto">
            <a:extLst>
              <a:ext uri="{FF2B5EF4-FFF2-40B4-BE49-F238E27FC236}">
                <a16:creationId xmlns:a16="http://schemas.microsoft.com/office/drawing/2014/main" id="{D376EFFA-CB34-4126-82CC-72F88393BAE8}"/>
              </a:ext>
            </a:extLst>
          </p:cNvPr>
          <p:cNvSpPr>
            <a:spLocks noGrp="1"/>
          </p:cNvSpPr>
          <p:nvPr/>
        </p:nvSpPr>
        <p:spPr>
          <a:xfrm>
            <a:off x="6477000" y="3981450"/>
            <a:ext cx="5105400" cy="1428750"/>
          </a:xfrm>
          <a:prstGeom prst="rect">
            <a:avLst/>
          </a:prstGeom>
          <a:noFill/>
          <a:ln w="0">
            <a:noFill/>
            <a:prstDash val="solid"/>
          </a:ln>
        </p:spPr>
        <p:txBody>
          <a:bodyPr wrap="square" lIns="0" tIns="0" rIns="0" bIns="0" anchor="t">
            <a:noAutofit/>
          </a:bodyPr>
          <a:lstStyle>
            <a:defPPr algn="l">
              <a:defRPr sz="2100" b="0">
                <a:solidFill>
                  <a:srgbClr val="193647"/>
                </a:solidFill>
                <a:latin typeface="DejaVu Sans"/>
                <a:ea typeface="DejaVu Sans"/>
                <a:cs typeface="DejaVu Sans"/>
              </a:defRPr>
            </a:defPPr>
            <a:lvl1pPr algn="l">
              <a:defRPr sz="2100" b="0">
                <a:solidFill>
                  <a:srgbClr val="193647"/>
                </a:solidFill>
                <a:latin typeface="DejaVu Sans"/>
                <a:ea typeface="DejaVu Sans"/>
                <a:cs typeface="DejaVu Sans"/>
              </a:defRPr>
            </a:lvl1pPr>
            <a:lvl2pPr algn="l">
              <a:defRPr sz="2100" b="0">
                <a:solidFill>
                  <a:srgbClr val="193647"/>
                </a:solidFill>
                <a:latin typeface="DejaVu Sans"/>
                <a:ea typeface="DejaVu Sans"/>
                <a:cs typeface="DejaVu Sans"/>
              </a:defRPr>
            </a:lvl2pPr>
            <a:lvl3pPr algn="l">
              <a:defRPr sz="2100" b="0">
                <a:solidFill>
                  <a:srgbClr val="193647"/>
                </a:solidFill>
                <a:latin typeface="DejaVu Sans"/>
                <a:ea typeface="DejaVu Sans"/>
                <a:cs typeface="DejaVu Sans"/>
              </a:defRPr>
            </a:lvl3pPr>
            <a:lvl4pPr algn="l">
              <a:defRPr sz="2100" b="0">
                <a:solidFill>
                  <a:srgbClr val="193647"/>
                </a:solidFill>
                <a:latin typeface="DejaVu Sans"/>
                <a:ea typeface="DejaVu Sans"/>
                <a:cs typeface="DejaVu Sans"/>
              </a:defRPr>
            </a:lvl4pPr>
            <a:lvl5pPr algn="l">
              <a:defRPr sz="2100" b="0">
                <a:solidFill>
                  <a:srgbClr val="193647"/>
                </a:solidFill>
                <a:latin typeface="DejaVu Sans"/>
                <a:ea typeface="DejaVu Sans"/>
                <a:cs typeface="DejaVu Sans"/>
              </a:defRPr>
            </a:lvl5pPr>
            <a:lvl6pPr algn="l">
              <a:defRPr sz="2100" b="0">
                <a:solidFill>
                  <a:srgbClr val="193647"/>
                </a:solidFill>
                <a:latin typeface="DejaVu Sans"/>
                <a:ea typeface="DejaVu Sans"/>
                <a:cs typeface="DejaVu Sans"/>
              </a:defRPr>
            </a:lvl6pPr>
            <a:lvl7pPr algn="l">
              <a:defRPr sz="2100" b="0">
                <a:solidFill>
                  <a:srgbClr val="193647"/>
                </a:solidFill>
                <a:latin typeface="DejaVu Sans"/>
                <a:ea typeface="DejaVu Sans"/>
                <a:cs typeface="DejaVu Sans"/>
              </a:defRPr>
            </a:lvl7pPr>
            <a:lvl8pPr algn="l">
              <a:defRPr sz="2100" b="0">
                <a:solidFill>
                  <a:srgbClr val="193647"/>
                </a:solidFill>
                <a:latin typeface="DejaVu Sans"/>
                <a:ea typeface="DejaVu Sans"/>
                <a:cs typeface="DejaVu Sans"/>
              </a:defRPr>
            </a:lvl8pPr>
            <a:lvl9pPr algn="l">
              <a:defRPr sz="2100" b="0">
                <a:solidFill>
                  <a:srgbClr val="193647"/>
                </a:solidFill>
                <a:latin typeface="DejaVu Sans"/>
                <a:ea typeface="DejaVu Sans"/>
                <a:cs typeface="DejaVu Sans"/>
              </a:defRPr>
            </a:lvl9pPr>
          </a:lstStyle>
          <a:p>
            <a:pPr algn="l">
              <a:defRPr sz="2100" b="0">
                <a:solidFill>
                  <a:srgbClr val="193647"/>
                </a:solidFill>
                <a:latin typeface="DejaVu Sans"/>
                <a:ea typeface="DejaVu Sans"/>
                <a:cs typeface="DejaVu Sans"/>
              </a:defRPr>
            </a:pPr>
            <a:r>
              <a:rPr sz="2100" b="0">
                <a:solidFill>
                  <a:srgbClr val="193647"/>
                </a:solidFill>
                <a:latin typeface="DejaVu Sans"/>
                <a:ea typeface="DejaVu Sans"/>
                <a:cs typeface="DejaVu Sans"/>
              </a:rPr>
              <a:t>Quantil adimensional comum</a:t>
            </a:r>
          </a:p>
          <a:p>
            <a:pPr algn="l">
              <a:defRPr sz="2100" b="0">
                <a:solidFill>
                  <a:srgbClr val="193647"/>
                </a:solidFill>
                <a:latin typeface="DejaVu Sans"/>
                <a:ea typeface="DejaVu Sans"/>
                <a:cs typeface="DejaVu Sans"/>
              </a:defRPr>
            </a:pPr>
            <a:r>
              <a:rPr sz="2100" b="0">
                <a:solidFill>
                  <a:srgbClr val="193647"/>
                </a:solidFill>
                <a:latin typeface="DejaVu Sans"/>
                <a:ea typeface="DejaVu Sans"/>
                <a:cs typeface="DejaVu Sans"/>
              </a:rPr>
              <a:t>às bacias da região.</a:t>
            </a:r>
          </a:p>
        </p:txBody>
      </p:sp>
      <p:sp>
        <p:nvSpPr>
          <p:cNvPr id="12" name="Straight Connector 11">
            <a:extLst>
              <a:ext uri="{FF2B5EF4-FFF2-40B4-BE49-F238E27FC236}">
                <a16:creationId xmlns:a16="http://schemas.microsoft.com/office/drawing/2014/main" id="{0F4CB535-6FC2-4068-B642-9EA0B218D8F0}"/>
              </a:ext>
            </a:extLst>
          </p:cNvPr>
          <p:cNvSpPr>
            <a:spLocks noGrp="1"/>
          </p:cNvSpPr>
          <p:nvPr/>
        </p:nvSpPr>
        <p:spPr>
          <a:xfrm>
            <a:off x="609600" y="5391150"/>
            <a:ext cx="476250" cy="0"/>
          </a:xfrm>
          <a:prstGeom prst="line">
            <a:avLst/>
          </a:prstGeom>
          <a:noFill/>
          <a:ln w="38100">
            <a:solidFill>
              <a:srgbClr val="087F88"/>
            </a:solidFill>
            <a:prstDash val="solid"/>
          </a:ln>
        </p:spPr>
        <p:txBody>
          <a:bodyPr/>
          <a:lstStyle/>
          <a:p>
            <a:endParaRPr lang="en-GB"/>
          </a:p>
        </p:txBody>
      </p:sp>
      <p:sp>
        <p:nvSpPr>
          <p:cNvPr id="13" name="texto">
            <a:extLst>
              <a:ext uri="{FF2B5EF4-FFF2-40B4-BE49-F238E27FC236}">
                <a16:creationId xmlns:a16="http://schemas.microsoft.com/office/drawing/2014/main" id="{D041F7D5-7299-4212-B4D7-AF4FDF1CBE07}"/>
              </a:ext>
            </a:extLst>
          </p:cNvPr>
          <p:cNvSpPr>
            <a:spLocks noGrp="1"/>
          </p:cNvSpPr>
          <p:nvPr/>
        </p:nvSpPr>
        <p:spPr>
          <a:xfrm>
            <a:off x="609600" y="5524500"/>
            <a:ext cx="10972800" cy="514350"/>
          </a:xfrm>
          <a:prstGeom prst="rect">
            <a:avLst/>
          </a:prstGeom>
          <a:noFill/>
          <a:ln w="0">
            <a:noFill/>
            <a:prstDash val="solid"/>
          </a:ln>
        </p:spPr>
        <p:txBody>
          <a:bodyPr wrap="square" lIns="0" tIns="0" rIns="0" bIns="0" anchor="t">
            <a:noAutofit/>
          </a:bodyPr>
          <a:lstStyle>
            <a:defPPr algn="l">
              <a:defRPr sz="2025" b="1">
                <a:solidFill>
                  <a:srgbClr val="087F88"/>
                </a:solidFill>
                <a:latin typeface="DejaVu Sans"/>
                <a:ea typeface="DejaVu Sans"/>
                <a:cs typeface="DejaVu Sans"/>
              </a:defRPr>
            </a:defPPr>
            <a:lvl1pPr algn="l">
              <a:defRPr sz="2025" b="1">
                <a:solidFill>
                  <a:srgbClr val="087F88"/>
                </a:solidFill>
                <a:latin typeface="DejaVu Sans"/>
                <a:ea typeface="DejaVu Sans"/>
                <a:cs typeface="DejaVu Sans"/>
              </a:defRPr>
            </a:lvl1pPr>
            <a:lvl2pPr algn="l">
              <a:defRPr sz="2025" b="1">
                <a:solidFill>
                  <a:srgbClr val="087F88"/>
                </a:solidFill>
                <a:latin typeface="DejaVu Sans"/>
                <a:ea typeface="DejaVu Sans"/>
                <a:cs typeface="DejaVu Sans"/>
              </a:defRPr>
            </a:lvl2pPr>
            <a:lvl3pPr algn="l">
              <a:defRPr sz="2025" b="1">
                <a:solidFill>
                  <a:srgbClr val="087F88"/>
                </a:solidFill>
                <a:latin typeface="DejaVu Sans"/>
                <a:ea typeface="DejaVu Sans"/>
                <a:cs typeface="DejaVu Sans"/>
              </a:defRPr>
            </a:lvl3pPr>
            <a:lvl4pPr algn="l">
              <a:defRPr sz="2025" b="1">
                <a:solidFill>
                  <a:srgbClr val="087F88"/>
                </a:solidFill>
                <a:latin typeface="DejaVu Sans"/>
                <a:ea typeface="DejaVu Sans"/>
                <a:cs typeface="DejaVu Sans"/>
              </a:defRPr>
            </a:lvl4pPr>
            <a:lvl5pPr algn="l">
              <a:defRPr sz="2025" b="1">
                <a:solidFill>
                  <a:srgbClr val="087F88"/>
                </a:solidFill>
                <a:latin typeface="DejaVu Sans"/>
                <a:ea typeface="DejaVu Sans"/>
                <a:cs typeface="DejaVu Sans"/>
              </a:defRPr>
            </a:lvl5pPr>
            <a:lvl6pPr algn="l">
              <a:defRPr sz="2025" b="1">
                <a:solidFill>
                  <a:srgbClr val="087F88"/>
                </a:solidFill>
                <a:latin typeface="DejaVu Sans"/>
                <a:ea typeface="DejaVu Sans"/>
                <a:cs typeface="DejaVu Sans"/>
              </a:defRPr>
            </a:lvl6pPr>
            <a:lvl7pPr algn="l">
              <a:defRPr sz="2025" b="1">
                <a:solidFill>
                  <a:srgbClr val="087F88"/>
                </a:solidFill>
                <a:latin typeface="DejaVu Sans"/>
                <a:ea typeface="DejaVu Sans"/>
                <a:cs typeface="DejaVu Sans"/>
              </a:defRPr>
            </a:lvl7pPr>
            <a:lvl8pPr algn="l">
              <a:defRPr sz="2025" b="1">
                <a:solidFill>
                  <a:srgbClr val="087F88"/>
                </a:solidFill>
                <a:latin typeface="DejaVu Sans"/>
                <a:ea typeface="DejaVu Sans"/>
                <a:cs typeface="DejaVu Sans"/>
              </a:defRPr>
            </a:lvl8pPr>
            <a:lvl9pPr algn="l">
              <a:defRPr sz="2025" b="1">
                <a:solidFill>
                  <a:srgbClr val="087F88"/>
                </a:solidFill>
                <a:latin typeface="DejaVu Sans"/>
                <a:ea typeface="DejaVu Sans"/>
                <a:cs typeface="DejaVu Sans"/>
              </a:defRPr>
            </a:lvl9pPr>
          </a:lstStyle>
          <a:p>
            <a:pPr algn="l">
              <a:defRPr sz="2025" b="1">
                <a:solidFill>
                  <a:srgbClr val="087F88"/>
                </a:solidFill>
                <a:latin typeface="DejaVu Sans"/>
                <a:ea typeface="DejaVu Sans"/>
                <a:cs typeface="DejaVu Sans"/>
              </a:defRPr>
            </a:pPr>
            <a:r>
              <a:rPr sz="2025" b="1">
                <a:solidFill>
                  <a:srgbClr val="087F88"/>
                </a:solidFill>
                <a:latin typeface="DejaVu Sans"/>
                <a:ea typeface="DejaVu Sans"/>
                <a:cs typeface="DejaVu Sans"/>
              </a:rPr>
              <a:t>A magnitude é local; a forma da distribuição é compartilhada.</a:t>
            </a:r>
          </a:p>
        </p:txBody>
      </p:sp>
    </p:spTree>
    <p:extLst>
      <p:ext uri="{BB962C8B-B14F-4D97-AF65-F5344CB8AC3E}">
        <p14:creationId xmlns:p14="http://schemas.microsoft.com/office/powerpoint/2010/main" val="2904968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1" name="texto">
            <a:extLst>
              <a:ext uri="{FF2B5EF4-FFF2-40B4-BE49-F238E27FC236}">
                <a16:creationId xmlns:a16="http://schemas.microsoft.com/office/drawing/2014/main" id="{3AF69F95-5031-42F9-9A75-1718245E0E3B}"/>
              </a:ext>
            </a:extLst>
          </p:cNvPr>
          <p:cNvSpPr>
            <a:spLocks noGrp="1"/>
          </p:cNvSpPr>
          <p:nvPr/>
        </p:nvSpPr>
        <p:spPr>
          <a:xfrm>
            <a:off x="609600" y="285750"/>
            <a:ext cx="10668000" cy="247650"/>
          </a:xfrm>
          <a:prstGeom prst="rect">
            <a:avLst/>
          </a:prstGeom>
          <a:noFill/>
          <a:ln w="0">
            <a:noFill/>
            <a:prstDash val="solid"/>
          </a:ln>
        </p:spPr>
        <p:txBody>
          <a:bodyPr wrap="square" lIns="0" tIns="0" rIns="0" bIns="0" anchor="t">
            <a:noAutofit/>
          </a:bodyPr>
          <a:lstStyle>
            <a:defPPr algn="l">
              <a:defRPr sz="1275" b="1">
                <a:solidFill>
                  <a:srgbClr val="087F88"/>
                </a:solidFill>
                <a:latin typeface="DejaVu Sans"/>
                <a:ea typeface="DejaVu Sans"/>
                <a:cs typeface="DejaVu Sans"/>
              </a:defRPr>
            </a:defPPr>
            <a:lvl1pPr algn="l">
              <a:defRPr sz="1275" b="1">
                <a:solidFill>
                  <a:srgbClr val="087F88"/>
                </a:solidFill>
                <a:latin typeface="DejaVu Sans"/>
                <a:ea typeface="DejaVu Sans"/>
                <a:cs typeface="DejaVu Sans"/>
              </a:defRPr>
            </a:lvl1pPr>
            <a:lvl2pPr algn="l">
              <a:defRPr sz="1275" b="1">
                <a:solidFill>
                  <a:srgbClr val="087F88"/>
                </a:solidFill>
                <a:latin typeface="DejaVu Sans"/>
                <a:ea typeface="DejaVu Sans"/>
                <a:cs typeface="DejaVu Sans"/>
              </a:defRPr>
            </a:lvl2pPr>
            <a:lvl3pPr algn="l">
              <a:defRPr sz="1275" b="1">
                <a:solidFill>
                  <a:srgbClr val="087F88"/>
                </a:solidFill>
                <a:latin typeface="DejaVu Sans"/>
                <a:ea typeface="DejaVu Sans"/>
                <a:cs typeface="DejaVu Sans"/>
              </a:defRPr>
            </a:lvl3pPr>
            <a:lvl4pPr algn="l">
              <a:defRPr sz="1275" b="1">
                <a:solidFill>
                  <a:srgbClr val="087F88"/>
                </a:solidFill>
                <a:latin typeface="DejaVu Sans"/>
                <a:ea typeface="DejaVu Sans"/>
                <a:cs typeface="DejaVu Sans"/>
              </a:defRPr>
            </a:lvl4pPr>
            <a:lvl5pPr algn="l">
              <a:defRPr sz="1275" b="1">
                <a:solidFill>
                  <a:srgbClr val="087F88"/>
                </a:solidFill>
                <a:latin typeface="DejaVu Sans"/>
                <a:ea typeface="DejaVu Sans"/>
                <a:cs typeface="DejaVu Sans"/>
              </a:defRPr>
            </a:lvl5pPr>
            <a:lvl6pPr algn="l">
              <a:defRPr sz="1275" b="1">
                <a:solidFill>
                  <a:srgbClr val="087F88"/>
                </a:solidFill>
                <a:latin typeface="DejaVu Sans"/>
                <a:ea typeface="DejaVu Sans"/>
                <a:cs typeface="DejaVu Sans"/>
              </a:defRPr>
            </a:lvl6pPr>
            <a:lvl7pPr algn="l">
              <a:defRPr sz="1275" b="1">
                <a:solidFill>
                  <a:srgbClr val="087F88"/>
                </a:solidFill>
                <a:latin typeface="DejaVu Sans"/>
                <a:ea typeface="DejaVu Sans"/>
                <a:cs typeface="DejaVu Sans"/>
              </a:defRPr>
            </a:lvl7pPr>
            <a:lvl8pPr algn="l">
              <a:defRPr sz="1275" b="1">
                <a:solidFill>
                  <a:srgbClr val="087F88"/>
                </a:solidFill>
                <a:latin typeface="DejaVu Sans"/>
                <a:ea typeface="DejaVu Sans"/>
                <a:cs typeface="DejaVu Sans"/>
              </a:defRPr>
            </a:lvl8pPr>
            <a:lvl9pPr algn="l">
              <a:defRPr sz="1275" b="1">
                <a:solidFill>
                  <a:srgbClr val="087F88"/>
                </a:solidFill>
                <a:latin typeface="DejaVu Sans"/>
                <a:ea typeface="DejaVu Sans"/>
                <a:cs typeface="DejaVu Sans"/>
              </a:defRPr>
            </a:lvl9pPr>
          </a:lstStyle>
          <a:p>
            <a:pPr algn="l">
              <a:defRPr sz="1275" b="1">
                <a:solidFill>
                  <a:srgbClr val="087F88"/>
                </a:solidFill>
                <a:latin typeface="DejaVu Sans"/>
                <a:ea typeface="DejaVu Sans"/>
                <a:cs typeface="DejaVu Sans"/>
              </a:defRPr>
            </a:pPr>
            <a:r>
              <a:rPr sz="1275" b="1">
                <a:solidFill>
                  <a:srgbClr val="087F88"/>
                </a:solidFill>
                <a:latin typeface="DejaVu Sans"/>
                <a:ea typeface="DejaVu Sans"/>
                <a:cs typeface="DejaVu Sans"/>
              </a:rPr>
              <a:t>INDEX-FLOOD · CURVA DE CRESCIMENTO</a:t>
            </a:r>
          </a:p>
        </p:txBody>
      </p:sp>
      <p:sp>
        <p:nvSpPr>
          <p:cNvPr id="2" name="texto">
            <a:extLst>
              <a:ext uri="{FF2B5EF4-FFF2-40B4-BE49-F238E27FC236}">
                <a16:creationId xmlns:a16="http://schemas.microsoft.com/office/drawing/2014/main" id="{84E7DCE0-2F22-41E1-9CF3-F8FD81EDC8EB}"/>
              </a:ext>
            </a:extLst>
          </p:cNvPr>
          <p:cNvSpPr>
            <a:spLocks noGrp="1"/>
          </p:cNvSpPr>
          <p:nvPr/>
        </p:nvSpPr>
        <p:spPr>
          <a:xfrm>
            <a:off x="609600" y="685800"/>
            <a:ext cx="10972800" cy="1028700"/>
          </a:xfrm>
          <a:prstGeom prst="rect">
            <a:avLst/>
          </a:prstGeom>
          <a:noFill/>
          <a:ln w="0">
            <a:noFill/>
            <a:prstDash val="solid"/>
          </a:ln>
        </p:spPr>
        <p:txBody>
          <a:bodyPr wrap="square" lIns="0" tIns="0" rIns="0" bIns="0" anchor="t">
            <a:noAutofit/>
          </a:bodyPr>
          <a:lstStyle>
            <a:defPPr algn="l">
              <a:defRPr sz="3225" b="1">
                <a:solidFill>
                  <a:srgbClr val="123247"/>
                </a:solidFill>
                <a:latin typeface="DejaVu Sans"/>
                <a:ea typeface="DejaVu Sans"/>
                <a:cs typeface="DejaVu Sans"/>
              </a:defRPr>
            </a:defPPr>
            <a:lvl1pPr algn="l">
              <a:defRPr sz="3225" b="1">
                <a:solidFill>
                  <a:srgbClr val="123247"/>
                </a:solidFill>
                <a:latin typeface="DejaVu Sans"/>
                <a:ea typeface="DejaVu Sans"/>
                <a:cs typeface="DejaVu Sans"/>
              </a:defRPr>
            </a:lvl1pPr>
            <a:lvl2pPr algn="l">
              <a:defRPr sz="3225" b="1">
                <a:solidFill>
                  <a:srgbClr val="123247"/>
                </a:solidFill>
                <a:latin typeface="DejaVu Sans"/>
                <a:ea typeface="DejaVu Sans"/>
                <a:cs typeface="DejaVu Sans"/>
              </a:defRPr>
            </a:lvl2pPr>
            <a:lvl3pPr algn="l">
              <a:defRPr sz="3225" b="1">
                <a:solidFill>
                  <a:srgbClr val="123247"/>
                </a:solidFill>
                <a:latin typeface="DejaVu Sans"/>
                <a:ea typeface="DejaVu Sans"/>
                <a:cs typeface="DejaVu Sans"/>
              </a:defRPr>
            </a:lvl3pPr>
            <a:lvl4pPr algn="l">
              <a:defRPr sz="3225" b="1">
                <a:solidFill>
                  <a:srgbClr val="123247"/>
                </a:solidFill>
                <a:latin typeface="DejaVu Sans"/>
                <a:ea typeface="DejaVu Sans"/>
                <a:cs typeface="DejaVu Sans"/>
              </a:defRPr>
            </a:lvl4pPr>
            <a:lvl5pPr algn="l">
              <a:defRPr sz="3225" b="1">
                <a:solidFill>
                  <a:srgbClr val="123247"/>
                </a:solidFill>
                <a:latin typeface="DejaVu Sans"/>
                <a:ea typeface="DejaVu Sans"/>
                <a:cs typeface="DejaVu Sans"/>
              </a:defRPr>
            </a:lvl5pPr>
            <a:lvl6pPr algn="l">
              <a:defRPr sz="3225" b="1">
                <a:solidFill>
                  <a:srgbClr val="123247"/>
                </a:solidFill>
                <a:latin typeface="DejaVu Sans"/>
                <a:ea typeface="DejaVu Sans"/>
                <a:cs typeface="DejaVu Sans"/>
              </a:defRPr>
            </a:lvl6pPr>
            <a:lvl7pPr algn="l">
              <a:defRPr sz="3225" b="1">
                <a:solidFill>
                  <a:srgbClr val="123247"/>
                </a:solidFill>
                <a:latin typeface="DejaVu Sans"/>
                <a:ea typeface="DejaVu Sans"/>
                <a:cs typeface="DejaVu Sans"/>
              </a:defRPr>
            </a:lvl7pPr>
            <a:lvl8pPr algn="l">
              <a:defRPr sz="3225" b="1">
                <a:solidFill>
                  <a:srgbClr val="123247"/>
                </a:solidFill>
                <a:latin typeface="DejaVu Sans"/>
                <a:ea typeface="DejaVu Sans"/>
                <a:cs typeface="DejaVu Sans"/>
              </a:defRPr>
            </a:lvl8pPr>
            <a:lvl9pPr algn="l">
              <a:defRPr sz="3225" b="1">
                <a:solidFill>
                  <a:srgbClr val="123247"/>
                </a:solidFill>
                <a:latin typeface="DejaVu Sans"/>
                <a:ea typeface="DejaVu Sans"/>
                <a:cs typeface="DejaVu Sans"/>
              </a:defRPr>
            </a:lvl9pPr>
          </a:lstStyle>
          <a:p>
            <a:pPr algn="l">
              <a:defRPr sz="3225" b="1">
                <a:solidFill>
                  <a:srgbClr val="123247"/>
                </a:solidFill>
                <a:latin typeface="DejaVu Sans"/>
                <a:ea typeface="DejaVu Sans"/>
                <a:cs typeface="DejaVu Sans"/>
              </a:defRPr>
            </a:pPr>
            <a:r>
              <a:rPr sz="3225" b="1">
                <a:solidFill>
                  <a:srgbClr val="123247"/>
                </a:solidFill>
                <a:latin typeface="DejaVu Sans"/>
                <a:ea typeface="DejaVu Sans"/>
                <a:cs typeface="DejaVu Sans"/>
              </a:rPr>
              <a:t>Da frequência acumulada ao tempo de retorno</a:t>
            </a:r>
          </a:p>
        </p:txBody>
      </p:sp>
      <p:sp>
        <p:nvSpPr>
          <p:cNvPr id="3" name="texto">
            <a:extLst>
              <a:ext uri="{FF2B5EF4-FFF2-40B4-BE49-F238E27FC236}">
                <a16:creationId xmlns:a16="http://schemas.microsoft.com/office/drawing/2014/main" id="{0269F229-2839-4C91-B7E0-929CAEB87F53}"/>
              </a:ext>
            </a:extLst>
          </p:cNvPr>
          <p:cNvSpPr>
            <a:spLocks noGrp="1"/>
          </p:cNvSpPr>
          <p:nvPr/>
        </p:nvSpPr>
        <p:spPr>
          <a:xfrm>
            <a:off x="609600" y="6096000"/>
            <a:ext cx="10763250" cy="228600"/>
          </a:xfrm>
          <a:prstGeom prst="rect">
            <a:avLst/>
          </a:prstGeom>
          <a:noFill/>
          <a:ln w="0">
            <a:noFill/>
            <a:prstDash val="solid"/>
          </a:ln>
        </p:spPr>
        <p:txBody>
          <a:bodyPr wrap="square" lIns="0" tIns="0" rIns="0" bIns="0" anchor="t">
            <a:noAutofit/>
          </a:bodyPr>
          <a:lstStyle>
            <a:defPPr algn="l">
              <a:defRPr sz="1050" b="0">
                <a:solidFill>
                  <a:srgbClr val="526873"/>
                </a:solidFill>
                <a:latin typeface="DejaVu Sans"/>
                <a:ea typeface="DejaVu Sans"/>
                <a:cs typeface="DejaVu Sans"/>
              </a:defRPr>
            </a:defPPr>
            <a:lvl1pPr algn="l">
              <a:defRPr sz="1050" b="0">
                <a:solidFill>
                  <a:srgbClr val="526873"/>
                </a:solidFill>
                <a:latin typeface="DejaVu Sans"/>
                <a:ea typeface="DejaVu Sans"/>
                <a:cs typeface="DejaVu Sans"/>
              </a:defRPr>
            </a:lvl1pPr>
            <a:lvl2pPr algn="l">
              <a:defRPr sz="1050" b="0">
                <a:solidFill>
                  <a:srgbClr val="526873"/>
                </a:solidFill>
                <a:latin typeface="DejaVu Sans"/>
                <a:ea typeface="DejaVu Sans"/>
                <a:cs typeface="DejaVu Sans"/>
              </a:defRPr>
            </a:lvl2pPr>
            <a:lvl3pPr algn="l">
              <a:defRPr sz="1050" b="0">
                <a:solidFill>
                  <a:srgbClr val="526873"/>
                </a:solidFill>
                <a:latin typeface="DejaVu Sans"/>
                <a:ea typeface="DejaVu Sans"/>
                <a:cs typeface="DejaVu Sans"/>
              </a:defRPr>
            </a:lvl3pPr>
            <a:lvl4pPr algn="l">
              <a:defRPr sz="1050" b="0">
                <a:solidFill>
                  <a:srgbClr val="526873"/>
                </a:solidFill>
                <a:latin typeface="DejaVu Sans"/>
                <a:ea typeface="DejaVu Sans"/>
                <a:cs typeface="DejaVu Sans"/>
              </a:defRPr>
            </a:lvl4pPr>
            <a:lvl5pPr algn="l">
              <a:defRPr sz="1050" b="0">
                <a:solidFill>
                  <a:srgbClr val="526873"/>
                </a:solidFill>
                <a:latin typeface="DejaVu Sans"/>
                <a:ea typeface="DejaVu Sans"/>
                <a:cs typeface="DejaVu Sans"/>
              </a:defRPr>
            </a:lvl5pPr>
            <a:lvl6pPr algn="l">
              <a:defRPr sz="1050" b="0">
                <a:solidFill>
                  <a:srgbClr val="526873"/>
                </a:solidFill>
                <a:latin typeface="DejaVu Sans"/>
                <a:ea typeface="DejaVu Sans"/>
                <a:cs typeface="DejaVu Sans"/>
              </a:defRPr>
            </a:lvl6pPr>
            <a:lvl7pPr algn="l">
              <a:defRPr sz="1050" b="0">
                <a:solidFill>
                  <a:srgbClr val="526873"/>
                </a:solidFill>
                <a:latin typeface="DejaVu Sans"/>
                <a:ea typeface="DejaVu Sans"/>
                <a:cs typeface="DejaVu Sans"/>
              </a:defRPr>
            </a:lvl7pPr>
            <a:lvl8pPr algn="l">
              <a:defRPr sz="1050" b="0">
                <a:solidFill>
                  <a:srgbClr val="526873"/>
                </a:solidFill>
                <a:latin typeface="DejaVu Sans"/>
                <a:ea typeface="DejaVu Sans"/>
                <a:cs typeface="DejaVu Sans"/>
              </a:defRPr>
            </a:lvl8pPr>
            <a:lvl9pPr algn="l">
              <a:defRPr sz="1050" b="0">
                <a:solidFill>
                  <a:srgbClr val="526873"/>
                </a:solidFill>
                <a:latin typeface="DejaVu Sans"/>
                <a:ea typeface="DejaVu Sans"/>
                <a:cs typeface="DejaVu Sans"/>
              </a:defRPr>
            </a:lvl9pPr>
          </a:lstStyle>
          <a:p>
            <a:pPr algn="l">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EXEMPLO SINTÉTICO · elaboração didática · curva regional GEV teórica, com média adimensional igual a 1.</a:t>
            </a:r>
          </a:p>
        </p:txBody>
      </p:sp>
      <p:sp>
        <p:nvSpPr>
          <p:cNvPr id="4" name="Straight Connector 3">
            <a:extLst>
              <a:ext uri="{FF2B5EF4-FFF2-40B4-BE49-F238E27FC236}">
                <a16:creationId xmlns:a16="http://schemas.microsoft.com/office/drawing/2014/main" id="{A1900BCF-4BFD-4372-A289-AD93F220DD27}"/>
              </a:ext>
            </a:extLst>
          </p:cNvPr>
          <p:cNvSpPr>
            <a:spLocks noGrp="1"/>
          </p:cNvSpPr>
          <p:nvPr/>
        </p:nvSpPr>
        <p:spPr>
          <a:xfrm>
            <a:off x="609600" y="6438900"/>
            <a:ext cx="10972800" cy="0"/>
          </a:xfrm>
          <a:prstGeom prst="line">
            <a:avLst/>
          </a:prstGeom>
          <a:noFill/>
          <a:ln w="9525">
            <a:solidFill>
              <a:srgbClr val="DCE3E3"/>
            </a:solidFill>
            <a:prstDash val="solid"/>
          </a:ln>
        </p:spPr>
        <p:txBody>
          <a:bodyPr/>
          <a:lstStyle/>
          <a:p>
            <a:endParaRPr lang="en-GB"/>
          </a:p>
        </p:txBody>
      </p:sp>
      <p:sp>
        <p:nvSpPr>
          <p:cNvPr id="5" name="texto">
            <a:extLst>
              <a:ext uri="{FF2B5EF4-FFF2-40B4-BE49-F238E27FC236}">
                <a16:creationId xmlns:a16="http://schemas.microsoft.com/office/drawing/2014/main" id="{15273914-C2EE-4593-86B0-919FEF4CEFA4}"/>
              </a:ext>
            </a:extLst>
          </p:cNvPr>
          <p:cNvSpPr>
            <a:spLocks noGrp="1"/>
          </p:cNvSpPr>
          <p:nvPr/>
        </p:nvSpPr>
        <p:spPr>
          <a:xfrm>
            <a:off x="609600" y="6543675"/>
            <a:ext cx="8572500" cy="190500"/>
          </a:xfrm>
          <a:prstGeom prst="rect">
            <a:avLst/>
          </a:prstGeom>
          <a:noFill/>
          <a:ln w="0">
            <a:noFill/>
            <a:prstDash val="solid"/>
          </a:ln>
        </p:spPr>
        <p:txBody>
          <a:bodyPr wrap="square" lIns="0" tIns="0" rIns="0" bIns="0" anchor="t">
            <a:noAutofit/>
          </a:bodyPr>
          <a:lstStyle>
            <a:defPPr algn="l">
              <a:defRPr sz="975" b="0">
                <a:solidFill>
                  <a:srgbClr val="526873"/>
                </a:solidFill>
                <a:latin typeface="DejaVu Sans"/>
                <a:ea typeface="DejaVu Sans"/>
                <a:cs typeface="DejaVu Sans"/>
              </a:defRPr>
            </a:defPPr>
            <a:lvl1pPr algn="l">
              <a:defRPr sz="975" b="0">
                <a:solidFill>
                  <a:srgbClr val="526873"/>
                </a:solidFill>
                <a:latin typeface="DejaVu Sans"/>
                <a:ea typeface="DejaVu Sans"/>
                <a:cs typeface="DejaVu Sans"/>
              </a:defRPr>
            </a:lvl1pPr>
            <a:lvl2pPr algn="l">
              <a:defRPr sz="975" b="0">
                <a:solidFill>
                  <a:srgbClr val="526873"/>
                </a:solidFill>
                <a:latin typeface="DejaVu Sans"/>
                <a:ea typeface="DejaVu Sans"/>
                <a:cs typeface="DejaVu Sans"/>
              </a:defRPr>
            </a:lvl2pPr>
            <a:lvl3pPr algn="l">
              <a:defRPr sz="975" b="0">
                <a:solidFill>
                  <a:srgbClr val="526873"/>
                </a:solidFill>
                <a:latin typeface="DejaVu Sans"/>
                <a:ea typeface="DejaVu Sans"/>
                <a:cs typeface="DejaVu Sans"/>
              </a:defRPr>
            </a:lvl3pPr>
            <a:lvl4pPr algn="l">
              <a:defRPr sz="975" b="0">
                <a:solidFill>
                  <a:srgbClr val="526873"/>
                </a:solidFill>
                <a:latin typeface="DejaVu Sans"/>
                <a:ea typeface="DejaVu Sans"/>
                <a:cs typeface="DejaVu Sans"/>
              </a:defRPr>
            </a:lvl4pPr>
            <a:lvl5pPr algn="l">
              <a:defRPr sz="975" b="0">
                <a:solidFill>
                  <a:srgbClr val="526873"/>
                </a:solidFill>
                <a:latin typeface="DejaVu Sans"/>
                <a:ea typeface="DejaVu Sans"/>
                <a:cs typeface="DejaVu Sans"/>
              </a:defRPr>
            </a:lvl5pPr>
            <a:lvl6pPr algn="l">
              <a:defRPr sz="975" b="0">
                <a:solidFill>
                  <a:srgbClr val="526873"/>
                </a:solidFill>
                <a:latin typeface="DejaVu Sans"/>
                <a:ea typeface="DejaVu Sans"/>
                <a:cs typeface="DejaVu Sans"/>
              </a:defRPr>
            </a:lvl6pPr>
            <a:lvl7pPr algn="l">
              <a:defRPr sz="975" b="0">
                <a:solidFill>
                  <a:srgbClr val="526873"/>
                </a:solidFill>
                <a:latin typeface="DejaVu Sans"/>
                <a:ea typeface="DejaVu Sans"/>
                <a:cs typeface="DejaVu Sans"/>
              </a:defRPr>
            </a:lvl7pPr>
            <a:lvl8pPr algn="l">
              <a:defRPr sz="975" b="0">
                <a:solidFill>
                  <a:srgbClr val="526873"/>
                </a:solidFill>
                <a:latin typeface="DejaVu Sans"/>
                <a:ea typeface="DejaVu Sans"/>
                <a:cs typeface="DejaVu Sans"/>
              </a:defRPr>
            </a:lvl8pPr>
            <a:lvl9pPr algn="l">
              <a:defRPr sz="975" b="0">
                <a:solidFill>
                  <a:srgbClr val="526873"/>
                </a:solidFill>
                <a:latin typeface="DejaVu Sans"/>
                <a:ea typeface="DejaVu Sans"/>
                <a:cs typeface="DejaVu Sans"/>
              </a:defRPr>
            </a:lvl9pPr>
          </a:lstStyle>
          <a:p>
            <a:pPr algn="l">
              <a:defRPr sz="975" b="0">
                <a:solidFill>
                  <a:srgbClr val="526873"/>
                </a:solidFill>
                <a:latin typeface="DejaVu Sans"/>
                <a:ea typeface="DejaVu Sans"/>
                <a:cs typeface="DejaVu Sans"/>
              </a:defRPr>
            </a:pPr>
            <a:r>
              <a:rPr sz="975" b="0">
                <a:solidFill>
                  <a:srgbClr val="526873"/>
                </a:solidFill>
                <a:latin typeface="DejaVu Sans"/>
                <a:ea typeface="DejaVu Sans"/>
                <a:cs typeface="DejaVu Sans"/>
              </a:rPr>
              <a:t>REGIONALIZAÇÃO DE VAZÕES</a:t>
            </a:r>
          </a:p>
        </p:txBody>
      </p:sp>
      <p:sp>
        <p:nvSpPr>
          <p:cNvPr id="6" name="texto">
            <a:extLst>
              <a:ext uri="{FF2B5EF4-FFF2-40B4-BE49-F238E27FC236}">
                <a16:creationId xmlns:a16="http://schemas.microsoft.com/office/drawing/2014/main" id="{5F737C5C-5478-4062-AE39-80B517825A5F}"/>
              </a:ext>
            </a:extLst>
          </p:cNvPr>
          <p:cNvSpPr>
            <a:spLocks noGrp="1"/>
          </p:cNvSpPr>
          <p:nvPr/>
        </p:nvSpPr>
        <p:spPr>
          <a:xfrm>
            <a:off x="10620375" y="6534150"/>
            <a:ext cx="962025" cy="209550"/>
          </a:xfrm>
          <a:prstGeom prst="rect">
            <a:avLst/>
          </a:prstGeom>
          <a:noFill/>
          <a:ln w="0">
            <a:noFill/>
            <a:prstDash val="solid"/>
          </a:ln>
        </p:spPr>
        <p:txBody>
          <a:bodyPr wrap="square" lIns="0" tIns="0" rIns="0" bIns="0" anchor="t">
            <a:noAutofit/>
          </a:bodyPr>
          <a:lstStyle>
            <a:defPPr algn="r">
              <a:defRPr sz="1050" b="0">
                <a:solidFill>
                  <a:srgbClr val="526873"/>
                </a:solidFill>
                <a:latin typeface="DejaVu Sans"/>
                <a:ea typeface="DejaVu Sans"/>
                <a:cs typeface="DejaVu Sans"/>
              </a:defRPr>
            </a:defPPr>
            <a:lvl1pPr algn="r">
              <a:defRPr sz="1050" b="0">
                <a:solidFill>
                  <a:srgbClr val="526873"/>
                </a:solidFill>
                <a:latin typeface="DejaVu Sans"/>
                <a:ea typeface="DejaVu Sans"/>
                <a:cs typeface="DejaVu Sans"/>
              </a:defRPr>
            </a:lvl1pPr>
            <a:lvl2pPr algn="r">
              <a:defRPr sz="1050" b="0">
                <a:solidFill>
                  <a:srgbClr val="526873"/>
                </a:solidFill>
                <a:latin typeface="DejaVu Sans"/>
                <a:ea typeface="DejaVu Sans"/>
                <a:cs typeface="DejaVu Sans"/>
              </a:defRPr>
            </a:lvl2pPr>
            <a:lvl3pPr algn="r">
              <a:defRPr sz="1050" b="0">
                <a:solidFill>
                  <a:srgbClr val="526873"/>
                </a:solidFill>
                <a:latin typeface="DejaVu Sans"/>
                <a:ea typeface="DejaVu Sans"/>
                <a:cs typeface="DejaVu Sans"/>
              </a:defRPr>
            </a:lvl3pPr>
            <a:lvl4pPr algn="r">
              <a:defRPr sz="1050" b="0">
                <a:solidFill>
                  <a:srgbClr val="526873"/>
                </a:solidFill>
                <a:latin typeface="DejaVu Sans"/>
                <a:ea typeface="DejaVu Sans"/>
                <a:cs typeface="DejaVu Sans"/>
              </a:defRPr>
            </a:lvl4pPr>
            <a:lvl5pPr algn="r">
              <a:defRPr sz="1050" b="0">
                <a:solidFill>
                  <a:srgbClr val="526873"/>
                </a:solidFill>
                <a:latin typeface="DejaVu Sans"/>
                <a:ea typeface="DejaVu Sans"/>
                <a:cs typeface="DejaVu Sans"/>
              </a:defRPr>
            </a:lvl5pPr>
            <a:lvl6pPr algn="r">
              <a:defRPr sz="1050" b="0">
                <a:solidFill>
                  <a:srgbClr val="526873"/>
                </a:solidFill>
                <a:latin typeface="DejaVu Sans"/>
                <a:ea typeface="DejaVu Sans"/>
                <a:cs typeface="DejaVu Sans"/>
              </a:defRPr>
            </a:lvl6pPr>
            <a:lvl7pPr algn="r">
              <a:defRPr sz="1050" b="0">
                <a:solidFill>
                  <a:srgbClr val="526873"/>
                </a:solidFill>
                <a:latin typeface="DejaVu Sans"/>
                <a:ea typeface="DejaVu Sans"/>
                <a:cs typeface="DejaVu Sans"/>
              </a:defRPr>
            </a:lvl7pPr>
            <a:lvl8pPr algn="r">
              <a:defRPr sz="1050" b="0">
                <a:solidFill>
                  <a:srgbClr val="526873"/>
                </a:solidFill>
                <a:latin typeface="DejaVu Sans"/>
                <a:ea typeface="DejaVu Sans"/>
                <a:cs typeface="DejaVu Sans"/>
              </a:defRPr>
            </a:lvl8pPr>
            <a:lvl9pPr algn="r">
              <a:defRPr sz="1050" b="0">
                <a:solidFill>
                  <a:srgbClr val="526873"/>
                </a:solidFill>
                <a:latin typeface="DejaVu Sans"/>
                <a:ea typeface="DejaVu Sans"/>
                <a:cs typeface="DejaVu Sans"/>
              </a:defRPr>
            </a:lvl9pPr>
          </a:lstStyle>
          <a:p>
            <a:pPr algn="r">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15 / 38</a:t>
            </a:r>
          </a:p>
        </p:txBody>
      </p:sp>
      <p:graphicFrame>
        <p:nvGraphicFramePr>
          <p:cNvPr id="7" name="Chart">
            <a:extLst>
              <a:ext uri="{FF2B5EF4-FFF2-40B4-BE49-F238E27FC236}">
                <a16:creationId xmlns:a16="http://schemas.microsoft.com/office/drawing/2014/main" id="{292084D1-1717-4920-90ED-22F741351901}"/>
              </a:ext>
            </a:extLst>
          </p:cNvPr>
          <p:cNvGraphicFramePr/>
          <p:nvPr/>
        </p:nvGraphicFramePr>
        <p:xfrm>
          <a:off x="609600" y="1876425"/>
          <a:ext cx="6791325" cy="33718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Table 7">
            <a:extLst>
              <a:ext uri="{FF2B5EF4-FFF2-40B4-BE49-F238E27FC236}">
                <a16:creationId xmlns:a16="http://schemas.microsoft.com/office/drawing/2014/main" id="{5112782D-098F-4281-A36E-2C42D82370D2}"/>
              </a:ext>
            </a:extLst>
          </p:cNvPr>
          <p:cNvGraphicFramePr/>
          <p:nvPr/>
        </p:nvGraphicFramePr>
        <p:xfrm>
          <a:off x="7829550" y="1943100"/>
          <a:ext cx="3752850" cy="2857500"/>
        </p:xfrm>
        <a:graphic>
          <a:graphicData uri="http://schemas.openxmlformats.org/drawingml/2006/table">
            <a:tbl>
              <a:tblPr/>
              <a:tblGrid>
                <a:gridCol w="1095375">
                  <a:extLst>
                    <a:ext uri="{9D8B030D-6E8A-4147-A177-3AD203B41FA5}">
                      <a16:colId xmlns:a16="http://schemas.microsoft.com/office/drawing/2014/main" val="20000"/>
                    </a:ext>
                  </a:extLst>
                </a:gridCol>
                <a:gridCol w="1085850">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tblGrid>
              <a:tr h="560070">
                <a:tc>
                  <a:txBody>
                    <a:bodyPr/>
                    <a:lstStyle/>
                    <a:p>
                      <a:pPr algn="l"/>
                      <a:r>
                        <a:rPr sz="1725" b="1">
                          <a:solidFill>
                            <a:srgbClr val="FFFFFF"/>
                          </a:solidFill>
                          <a:latin typeface="DejaVu Sans"/>
                          <a:ea typeface="DejaVu Sans"/>
                          <a:cs typeface="DejaVu Sans"/>
                        </a:rPr>
                        <a:t>T (anos)</a:t>
                      </a:r>
                    </a:p>
                  </a:txBody>
                  <a:tcPr anchor="ctr">
                    <a:lnL w="6668">
                      <a:solidFill>
                        <a:srgbClr val="DCE3E3"/>
                      </a:solidFill>
                      <a:prstDash val="solid"/>
                    </a:lnL>
                    <a:lnR w="6668">
                      <a:solidFill>
                        <a:srgbClr val="DCE3E3"/>
                      </a:solidFill>
                      <a:prstDash val="solid"/>
                    </a:lnR>
                    <a:lnT w="6668">
                      <a:solidFill>
                        <a:srgbClr val="DCE3E3"/>
                      </a:solidFill>
                      <a:prstDash val="solid"/>
                    </a:lnT>
                    <a:lnB w="6668">
                      <a:solidFill>
                        <a:srgbClr val="DCE3E3"/>
                      </a:solidFill>
                      <a:prstDash val="solid"/>
                    </a:lnB>
                    <a:solidFill>
                      <a:srgbClr val="123247"/>
                    </a:solidFill>
                  </a:tcPr>
                </a:tc>
                <a:tc>
                  <a:txBody>
                    <a:bodyPr/>
                    <a:lstStyle/>
                    <a:p>
                      <a:pPr algn="l"/>
                      <a:r>
                        <a:rPr sz="1725" b="1">
                          <a:solidFill>
                            <a:srgbClr val="FFFFFF"/>
                          </a:solidFill>
                          <a:latin typeface="DejaVu Sans"/>
                          <a:ea typeface="DejaVu Sans"/>
                          <a:cs typeface="DejaVu Sans"/>
                        </a:rPr>
                        <a:t>F</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a:solidFill>
                        <a:srgbClr val="DCE3E3"/>
                      </a:solidFill>
                      <a:prstDash val="solid"/>
                    </a:lnT>
                    <a:lnB w="6668">
                      <a:solidFill>
                        <a:srgbClr val="DCE3E3"/>
                      </a:solidFill>
                      <a:prstDash val="solid"/>
                    </a:lnB>
                    <a:solidFill>
                      <a:srgbClr val="123247"/>
                    </a:solidFill>
                  </a:tcPr>
                </a:tc>
                <a:tc>
                  <a:txBody>
                    <a:bodyPr/>
                    <a:lstStyle/>
                    <a:p>
                      <a:pPr algn="l"/>
                      <a:r>
                        <a:rPr sz="1725" b="1">
                          <a:solidFill>
                            <a:srgbClr val="FFFFFF"/>
                          </a:solidFill>
                          <a:latin typeface="DejaVu Sans"/>
                          <a:ea typeface="DejaVu Sans"/>
                          <a:cs typeface="DejaVu Sans"/>
                        </a:rPr>
                        <a:t>gᴿ(T)</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a:solidFill>
                        <a:srgbClr val="DCE3E3"/>
                      </a:solidFill>
                      <a:prstDash val="solid"/>
                    </a:lnT>
                    <a:lnB w="6668">
                      <a:solidFill>
                        <a:srgbClr val="DCE3E3"/>
                      </a:solidFill>
                      <a:prstDash val="solid"/>
                    </a:lnB>
                    <a:solidFill>
                      <a:srgbClr val="123247"/>
                    </a:solidFill>
                  </a:tcPr>
                </a:tc>
                <a:extLst>
                  <a:ext uri="{0D108BD9-81ED-4DB2-BD59-A6C34878D82A}">
                    <a16:rowId xmlns:a16="http://schemas.microsoft.com/office/drawing/2014/main" val="10000"/>
                  </a:ext>
                </a:extLst>
              </a:tr>
              <a:tr h="560070">
                <a:tc>
                  <a:txBody>
                    <a:bodyPr/>
                    <a:lstStyle/>
                    <a:p>
                      <a:pPr algn="l"/>
                      <a:r>
                        <a:rPr sz="1725" b="0">
                          <a:solidFill>
                            <a:srgbClr val="193647"/>
                          </a:solidFill>
                          <a:latin typeface="DejaVu Sans"/>
                          <a:ea typeface="DejaVu Sans"/>
                          <a:cs typeface="DejaVu Sans"/>
                        </a:rPr>
                        <a:t>2</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1725" b="0">
                          <a:solidFill>
                            <a:srgbClr val="193647"/>
                          </a:solidFill>
                          <a:latin typeface="DejaVu Sans"/>
                          <a:ea typeface="DejaVu Sans"/>
                          <a:cs typeface="DejaVu Sans"/>
                        </a:rPr>
                        <a:t>0,50</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1725" b="0">
                          <a:solidFill>
                            <a:srgbClr val="193647"/>
                          </a:solidFill>
                          <a:latin typeface="DejaVu Sans"/>
                          <a:ea typeface="DejaVu Sans"/>
                          <a:cs typeface="DejaVu Sans"/>
                        </a:rPr>
                        <a:t>0,9665</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extLst>
                  <a:ext uri="{0D108BD9-81ED-4DB2-BD59-A6C34878D82A}">
                    <a16:rowId xmlns:a16="http://schemas.microsoft.com/office/drawing/2014/main" val="10001"/>
                  </a:ext>
                </a:extLst>
              </a:tr>
              <a:tr h="560070">
                <a:tc>
                  <a:txBody>
                    <a:bodyPr/>
                    <a:lstStyle/>
                    <a:p>
                      <a:pPr algn="l"/>
                      <a:r>
                        <a:rPr sz="1725" b="0">
                          <a:solidFill>
                            <a:srgbClr val="193647"/>
                          </a:solidFill>
                          <a:latin typeface="DejaVu Sans"/>
                          <a:ea typeface="DejaVu Sans"/>
                          <a:cs typeface="DejaVu Sans"/>
                        </a:rPr>
                        <a:t>10</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1725" b="0">
                          <a:solidFill>
                            <a:srgbClr val="193647"/>
                          </a:solidFill>
                          <a:latin typeface="DejaVu Sans"/>
                          <a:ea typeface="DejaVu Sans"/>
                          <a:cs typeface="DejaVu Sans"/>
                        </a:rPr>
                        <a:t>0,90</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1725" b="0">
                          <a:solidFill>
                            <a:srgbClr val="193647"/>
                          </a:solidFill>
                          <a:latin typeface="DejaVu Sans"/>
                          <a:ea typeface="DejaVu Sans"/>
                          <a:cs typeface="DejaVu Sans"/>
                        </a:rPr>
                        <a:t>1,4506</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extLst>
                  <a:ext uri="{0D108BD9-81ED-4DB2-BD59-A6C34878D82A}">
                    <a16:rowId xmlns:a16="http://schemas.microsoft.com/office/drawing/2014/main" val="10002"/>
                  </a:ext>
                </a:extLst>
              </a:tr>
              <a:tr h="560070">
                <a:tc>
                  <a:txBody>
                    <a:bodyPr/>
                    <a:lstStyle/>
                    <a:p>
                      <a:pPr algn="l"/>
                      <a:r>
                        <a:rPr sz="1725" b="0">
                          <a:solidFill>
                            <a:srgbClr val="193647"/>
                          </a:solidFill>
                          <a:latin typeface="DejaVu Sans"/>
                          <a:ea typeface="DejaVu Sans"/>
                          <a:cs typeface="DejaVu Sans"/>
                        </a:rPr>
                        <a:t>50</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1725" b="0">
                          <a:solidFill>
                            <a:srgbClr val="193647"/>
                          </a:solidFill>
                          <a:latin typeface="DejaVu Sans"/>
                          <a:ea typeface="DejaVu Sans"/>
                          <a:cs typeface="DejaVu Sans"/>
                        </a:rPr>
                        <a:t>0,98</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1725" b="0">
                          <a:solidFill>
                            <a:srgbClr val="193647"/>
                          </a:solidFill>
                          <a:latin typeface="DejaVu Sans"/>
                          <a:ea typeface="DejaVu Sans"/>
                          <a:cs typeface="DejaVu Sans"/>
                        </a:rPr>
                        <a:t>1,7937</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extLst>
                  <a:ext uri="{0D108BD9-81ED-4DB2-BD59-A6C34878D82A}">
                    <a16:rowId xmlns:a16="http://schemas.microsoft.com/office/drawing/2014/main" val="10003"/>
                  </a:ext>
                </a:extLst>
              </a:tr>
              <a:tr h="560070">
                <a:tc>
                  <a:txBody>
                    <a:bodyPr/>
                    <a:lstStyle/>
                    <a:p>
                      <a:pPr algn="l"/>
                      <a:r>
                        <a:rPr sz="1725" b="0">
                          <a:solidFill>
                            <a:srgbClr val="193647"/>
                          </a:solidFill>
                          <a:latin typeface="DejaVu Sans"/>
                          <a:ea typeface="DejaVu Sans"/>
                          <a:cs typeface="DejaVu Sans"/>
                        </a:rPr>
                        <a:t>100</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1725" b="0">
                          <a:solidFill>
                            <a:srgbClr val="193647"/>
                          </a:solidFill>
                          <a:latin typeface="DejaVu Sans"/>
                          <a:ea typeface="DejaVu Sans"/>
                          <a:cs typeface="DejaVu Sans"/>
                        </a:rPr>
                        <a:t>0,99</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1725" b="0">
                          <a:solidFill>
                            <a:srgbClr val="193647"/>
                          </a:solidFill>
                          <a:latin typeface="DejaVu Sans"/>
                          <a:ea typeface="DejaVu Sans"/>
                          <a:cs typeface="DejaVu Sans"/>
                        </a:rPr>
                        <a:t>1,9195</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extLst>
                  <a:ext uri="{0D108BD9-81ED-4DB2-BD59-A6C34878D82A}">
                    <a16:rowId xmlns:a16="http://schemas.microsoft.com/office/drawing/2014/main" val="10004"/>
                  </a:ext>
                </a:extLst>
              </a:tr>
            </a:tbl>
          </a:graphicData>
        </a:graphic>
      </p:graphicFrame>
      <p:sp>
        <p:nvSpPr>
          <p:cNvPr id="9" name="texto">
            <a:extLst>
              <a:ext uri="{FF2B5EF4-FFF2-40B4-BE49-F238E27FC236}">
                <a16:creationId xmlns:a16="http://schemas.microsoft.com/office/drawing/2014/main" id="{E55E949B-7F8D-4114-A267-596D74C642B5}"/>
              </a:ext>
            </a:extLst>
          </p:cNvPr>
          <p:cNvSpPr>
            <a:spLocks noGrp="1"/>
          </p:cNvSpPr>
          <p:nvPr/>
        </p:nvSpPr>
        <p:spPr>
          <a:xfrm>
            <a:off x="8077200" y="5019675"/>
            <a:ext cx="3524250" cy="533400"/>
          </a:xfrm>
          <a:prstGeom prst="rect">
            <a:avLst/>
          </a:prstGeom>
          <a:noFill/>
          <a:ln w="0">
            <a:noFill/>
            <a:prstDash val="solid"/>
          </a:ln>
        </p:spPr>
        <p:txBody>
          <a:bodyPr wrap="square" lIns="0" tIns="0" rIns="0" bIns="0" anchor="t">
            <a:noAutofit/>
          </a:bodyPr>
          <a:lstStyle>
            <a:defPPr algn="l">
              <a:defRPr sz="2400" b="1">
                <a:solidFill>
                  <a:srgbClr val="C47B23"/>
                </a:solidFill>
                <a:latin typeface="DejaVu Sans"/>
                <a:ea typeface="DejaVu Sans"/>
                <a:cs typeface="DejaVu Sans"/>
              </a:defRPr>
            </a:defPPr>
            <a:lvl1pPr algn="l">
              <a:defRPr sz="2400" b="1">
                <a:solidFill>
                  <a:srgbClr val="C47B23"/>
                </a:solidFill>
                <a:latin typeface="DejaVu Sans"/>
                <a:ea typeface="DejaVu Sans"/>
                <a:cs typeface="DejaVu Sans"/>
              </a:defRPr>
            </a:lvl1pPr>
            <a:lvl2pPr algn="l">
              <a:defRPr sz="2400" b="1">
                <a:solidFill>
                  <a:srgbClr val="C47B23"/>
                </a:solidFill>
                <a:latin typeface="DejaVu Sans"/>
                <a:ea typeface="DejaVu Sans"/>
                <a:cs typeface="DejaVu Sans"/>
              </a:defRPr>
            </a:lvl2pPr>
            <a:lvl3pPr algn="l">
              <a:defRPr sz="2400" b="1">
                <a:solidFill>
                  <a:srgbClr val="C47B23"/>
                </a:solidFill>
                <a:latin typeface="DejaVu Sans"/>
                <a:ea typeface="DejaVu Sans"/>
                <a:cs typeface="DejaVu Sans"/>
              </a:defRPr>
            </a:lvl3pPr>
            <a:lvl4pPr algn="l">
              <a:defRPr sz="2400" b="1">
                <a:solidFill>
                  <a:srgbClr val="C47B23"/>
                </a:solidFill>
                <a:latin typeface="DejaVu Sans"/>
                <a:ea typeface="DejaVu Sans"/>
                <a:cs typeface="DejaVu Sans"/>
              </a:defRPr>
            </a:lvl4pPr>
            <a:lvl5pPr algn="l">
              <a:defRPr sz="2400" b="1">
                <a:solidFill>
                  <a:srgbClr val="C47B23"/>
                </a:solidFill>
                <a:latin typeface="DejaVu Sans"/>
                <a:ea typeface="DejaVu Sans"/>
                <a:cs typeface="DejaVu Sans"/>
              </a:defRPr>
            </a:lvl5pPr>
            <a:lvl6pPr algn="l">
              <a:defRPr sz="2400" b="1">
                <a:solidFill>
                  <a:srgbClr val="C47B23"/>
                </a:solidFill>
                <a:latin typeface="DejaVu Sans"/>
                <a:ea typeface="DejaVu Sans"/>
                <a:cs typeface="DejaVu Sans"/>
              </a:defRPr>
            </a:lvl6pPr>
            <a:lvl7pPr algn="l">
              <a:defRPr sz="2400" b="1">
                <a:solidFill>
                  <a:srgbClr val="C47B23"/>
                </a:solidFill>
                <a:latin typeface="DejaVu Sans"/>
                <a:ea typeface="DejaVu Sans"/>
                <a:cs typeface="DejaVu Sans"/>
              </a:defRPr>
            </a:lvl7pPr>
            <a:lvl8pPr algn="l">
              <a:defRPr sz="2400" b="1">
                <a:solidFill>
                  <a:srgbClr val="C47B23"/>
                </a:solidFill>
                <a:latin typeface="DejaVu Sans"/>
                <a:ea typeface="DejaVu Sans"/>
                <a:cs typeface="DejaVu Sans"/>
              </a:defRPr>
            </a:lvl8pPr>
            <a:lvl9pPr algn="l">
              <a:defRPr sz="2400" b="1">
                <a:solidFill>
                  <a:srgbClr val="C47B23"/>
                </a:solidFill>
                <a:latin typeface="DejaVu Sans"/>
                <a:ea typeface="DejaVu Sans"/>
                <a:cs typeface="DejaVu Sans"/>
              </a:defRPr>
            </a:lvl9pPr>
          </a:lstStyle>
          <a:p>
            <a:pPr algn="l">
              <a:defRPr sz="2400" b="1">
                <a:solidFill>
                  <a:srgbClr val="C47B23"/>
                </a:solidFill>
                <a:latin typeface="DejaVu Sans"/>
                <a:ea typeface="DejaVu Sans"/>
                <a:cs typeface="DejaVu Sans"/>
              </a:defRPr>
            </a:pPr>
            <a:r>
              <a:rPr sz="2400" b="1">
                <a:solidFill>
                  <a:srgbClr val="C47B23"/>
                </a:solidFill>
                <a:latin typeface="DejaVu Sans"/>
                <a:ea typeface="DejaVu Sans"/>
                <a:cs typeface="DejaVu Sans"/>
              </a:rPr>
              <a:t>F = 1 − 1/T</a:t>
            </a:r>
          </a:p>
        </p:txBody>
      </p:sp>
      <p:sp>
        <p:nvSpPr>
          <p:cNvPr id="10" name="texto">
            <a:extLst>
              <a:ext uri="{FF2B5EF4-FFF2-40B4-BE49-F238E27FC236}">
                <a16:creationId xmlns:a16="http://schemas.microsoft.com/office/drawing/2014/main" id="{F56BFADF-B098-4EEE-8866-888330CF7BCC}"/>
              </a:ext>
            </a:extLst>
          </p:cNvPr>
          <p:cNvSpPr>
            <a:spLocks noGrp="1"/>
          </p:cNvSpPr>
          <p:nvPr/>
        </p:nvSpPr>
        <p:spPr>
          <a:xfrm>
            <a:off x="609600" y="5524500"/>
            <a:ext cx="10972800" cy="504825"/>
          </a:xfrm>
          <a:prstGeom prst="rect">
            <a:avLst/>
          </a:prstGeom>
          <a:noFill/>
          <a:ln w="0">
            <a:noFill/>
            <a:prstDash val="solid"/>
          </a:ln>
        </p:spPr>
        <p:txBody>
          <a:bodyPr wrap="square" lIns="0" tIns="0" rIns="0" bIns="0" anchor="t">
            <a:noAutofit/>
          </a:bodyPr>
          <a:lstStyle>
            <a:defPPr algn="l">
              <a:defRPr sz="2550" b="1">
                <a:solidFill>
                  <a:srgbClr val="123247"/>
                </a:solidFill>
                <a:latin typeface="DejaVu Sans"/>
                <a:ea typeface="DejaVu Sans"/>
                <a:cs typeface="DejaVu Sans"/>
              </a:defRPr>
            </a:defPPr>
            <a:lvl1pPr algn="l">
              <a:defRPr sz="2550" b="1">
                <a:solidFill>
                  <a:srgbClr val="123247"/>
                </a:solidFill>
                <a:latin typeface="DejaVu Sans"/>
                <a:ea typeface="DejaVu Sans"/>
                <a:cs typeface="DejaVu Sans"/>
              </a:defRPr>
            </a:lvl1pPr>
            <a:lvl2pPr algn="l">
              <a:defRPr sz="2550" b="1">
                <a:solidFill>
                  <a:srgbClr val="123247"/>
                </a:solidFill>
                <a:latin typeface="DejaVu Sans"/>
                <a:ea typeface="DejaVu Sans"/>
                <a:cs typeface="DejaVu Sans"/>
              </a:defRPr>
            </a:lvl2pPr>
            <a:lvl3pPr algn="l">
              <a:defRPr sz="2550" b="1">
                <a:solidFill>
                  <a:srgbClr val="123247"/>
                </a:solidFill>
                <a:latin typeface="DejaVu Sans"/>
                <a:ea typeface="DejaVu Sans"/>
                <a:cs typeface="DejaVu Sans"/>
              </a:defRPr>
            </a:lvl3pPr>
            <a:lvl4pPr algn="l">
              <a:defRPr sz="2550" b="1">
                <a:solidFill>
                  <a:srgbClr val="123247"/>
                </a:solidFill>
                <a:latin typeface="DejaVu Sans"/>
                <a:ea typeface="DejaVu Sans"/>
                <a:cs typeface="DejaVu Sans"/>
              </a:defRPr>
            </a:lvl4pPr>
            <a:lvl5pPr algn="l">
              <a:defRPr sz="2550" b="1">
                <a:solidFill>
                  <a:srgbClr val="123247"/>
                </a:solidFill>
                <a:latin typeface="DejaVu Sans"/>
                <a:ea typeface="DejaVu Sans"/>
                <a:cs typeface="DejaVu Sans"/>
              </a:defRPr>
            </a:lvl5pPr>
            <a:lvl6pPr algn="l">
              <a:defRPr sz="2550" b="1">
                <a:solidFill>
                  <a:srgbClr val="123247"/>
                </a:solidFill>
                <a:latin typeface="DejaVu Sans"/>
                <a:ea typeface="DejaVu Sans"/>
                <a:cs typeface="DejaVu Sans"/>
              </a:defRPr>
            </a:lvl6pPr>
            <a:lvl7pPr algn="l">
              <a:defRPr sz="2550" b="1">
                <a:solidFill>
                  <a:srgbClr val="123247"/>
                </a:solidFill>
                <a:latin typeface="DejaVu Sans"/>
                <a:ea typeface="DejaVu Sans"/>
                <a:cs typeface="DejaVu Sans"/>
              </a:defRPr>
            </a:lvl7pPr>
            <a:lvl8pPr algn="l">
              <a:defRPr sz="2550" b="1">
                <a:solidFill>
                  <a:srgbClr val="123247"/>
                </a:solidFill>
                <a:latin typeface="DejaVu Sans"/>
                <a:ea typeface="DejaVu Sans"/>
                <a:cs typeface="DejaVu Sans"/>
              </a:defRPr>
            </a:lvl8pPr>
            <a:lvl9pPr algn="l">
              <a:defRPr sz="2550" b="1">
                <a:solidFill>
                  <a:srgbClr val="123247"/>
                </a:solidFill>
                <a:latin typeface="DejaVu Sans"/>
                <a:ea typeface="DejaVu Sans"/>
                <a:cs typeface="DejaVu Sans"/>
              </a:defRPr>
            </a:lvl9pPr>
          </a:lstStyle>
          <a:p>
            <a:pPr algn="l">
              <a:defRPr sz="2550" b="1">
                <a:solidFill>
                  <a:srgbClr val="123247"/>
                </a:solidFill>
                <a:latin typeface="DejaVu Sans"/>
                <a:ea typeface="DejaVu Sans"/>
                <a:cs typeface="DejaVu Sans"/>
              </a:defRPr>
            </a:pPr>
            <a:r>
              <a:rPr sz="2550" b="1">
                <a:solidFill>
                  <a:srgbClr val="123247"/>
                </a:solidFill>
                <a:latin typeface="DejaVu Sans"/>
                <a:ea typeface="DejaVu Sans"/>
                <a:cs typeface="DejaVu Sans"/>
              </a:rPr>
              <a:t>gᴿ(T) = Fᴿ⁻¹(1 − 1/T)</a:t>
            </a:r>
          </a:p>
        </p:txBody>
      </p:sp>
    </p:spTree>
    <p:extLst>
      <p:ext uri="{BB962C8B-B14F-4D97-AF65-F5344CB8AC3E}">
        <p14:creationId xmlns:p14="http://schemas.microsoft.com/office/powerpoint/2010/main" val="380641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0" name="texto">
            <a:extLst>
              <a:ext uri="{FF2B5EF4-FFF2-40B4-BE49-F238E27FC236}">
                <a16:creationId xmlns:a16="http://schemas.microsoft.com/office/drawing/2014/main" id="{B8AE7C44-050D-4137-812B-EB4A48FE7618}"/>
              </a:ext>
            </a:extLst>
          </p:cNvPr>
          <p:cNvSpPr>
            <a:spLocks noGrp="1"/>
          </p:cNvSpPr>
          <p:nvPr/>
        </p:nvSpPr>
        <p:spPr>
          <a:xfrm>
            <a:off x="609600" y="285750"/>
            <a:ext cx="10668000" cy="247650"/>
          </a:xfrm>
          <a:prstGeom prst="rect">
            <a:avLst/>
          </a:prstGeom>
          <a:noFill/>
          <a:ln w="0">
            <a:noFill/>
            <a:prstDash val="solid"/>
          </a:ln>
        </p:spPr>
        <p:txBody>
          <a:bodyPr wrap="square" lIns="0" tIns="0" rIns="0" bIns="0" anchor="t">
            <a:noAutofit/>
          </a:bodyPr>
          <a:lstStyle>
            <a:defPPr algn="l">
              <a:defRPr sz="1275" b="1">
                <a:solidFill>
                  <a:srgbClr val="087F88"/>
                </a:solidFill>
                <a:latin typeface="DejaVu Sans"/>
                <a:ea typeface="DejaVu Sans"/>
                <a:cs typeface="DejaVu Sans"/>
              </a:defRPr>
            </a:defPPr>
            <a:lvl1pPr algn="l">
              <a:defRPr sz="1275" b="1">
                <a:solidFill>
                  <a:srgbClr val="087F88"/>
                </a:solidFill>
                <a:latin typeface="DejaVu Sans"/>
                <a:ea typeface="DejaVu Sans"/>
                <a:cs typeface="DejaVu Sans"/>
              </a:defRPr>
            </a:lvl1pPr>
            <a:lvl2pPr algn="l">
              <a:defRPr sz="1275" b="1">
                <a:solidFill>
                  <a:srgbClr val="087F88"/>
                </a:solidFill>
                <a:latin typeface="DejaVu Sans"/>
                <a:ea typeface="DejaVu Sans"/>
                <a:cs typeface="DejaVu Sans"/>
              </a:defRPr>
            </a:lvl2pPr>
            <a:lvl3pPr algn="l">
              <a:defRPr sz="1275" b="1">
                <a:solidFill>
                  <a:srgbClr val="087F88"/>
                </a:solidFill>
                <a:latin typeface="DejaVu Sans"/>
                <a:ea typeface="DejaVu Sans"/>
                <a:cs typeface="DejaVu Sans"/>
              </a:defRPr>
            </a:lvl3pPr>
            <a:lvl4pPr algn="l">
              <a:defRPr sz="1275" b="1">
                <a:solidFill>
                  <a:srgbClr val="087F88"/>
                </a:solidFill>
                <a:latin typeface="DejaVu Sans"/>
                <a:ea typeface="DejaVu Sans"/>
                <a:cs typeface="DejaVu Sans"/>
              </a:defRPr>
            </a:lvl4pPr>
            <a:lvl5pPr algn="l">
              <a:defRPr sz="1275" b="1">
                <a:solidFill>
                  <a:srgbClr val="087F88"/>
                </a:solidFill>
                <a:latin typeface="DejaVu Sans"/>
                <a:ea typeface="DejaVu Sans"/>
                <a:cs typeface="DejaVu Sans"/>
              </a:defRPr>
            </a:lvl5pPr>
            <a:lvl6pPr algn="l">
              <a:defRPr sz="1275" b="1">
                <a:solidFill>
                  <a:srgbClr val="087F88"/>
                </a:solidFill>
                <a:latin typeface="DejaVu Sans"/>
                <a:ea typeface="DejaVu Sans"/>
                <a:cs typeface="DejaVu Sans"/>
              </a:defRPr>
            </a:lvl6pPr>
            <a:lvl7pPr algn="l">
              <a:defRPr sz="1275" b="1">
                <a:solidFill>
                  <a:srgbClr val="087F88"/>
                </a:solidFill>
                <a:latin typeface="DejaVu Sans"/>
                <a:ea typeface="DejaVu Sans"/>
                <a:cs typeface="DejaVu Sans"/>
              </a:defRPr>
            </a:lvl7pPr>
            <a:lvl8pPr algn="l">
              <a:defRPr sz="1275" b="1">
                <a:solidFill>
                  <a:srgbClr val="087F88"/>
                </a:solidFill>
                <a:latin typeface="DejaVu Sans"/>
                <a:ea typeface="DejaVu Sans"/>
                <a:cs typeface="DejaVu Sans"/>
              </a:defRPr>
            </a:lvl8pPr>
            <a:lvl9pPr algn="l">
              <a:defRPr sz="1275" b="1">
                <a:solidFill>
                  <a:srgbClr val="087F88"/>
                </a:solidFill>
                <a:latin typeface="DejaVu Sans"/>
                <a:ea typeface="DejaVu Sans"/>
                <a:cs typeface="DejaVu Sans"/>
              </a:defRPr>
            </a:lvl9pPr>
          </a:lstStyle>
          <a:p>
            <a:pPr algn="l">
              <a:defRPr sz="1275" b="1">
                <a:solidFill>
                  <a:srgbClr val="087F88"/>
                </a:solidFill>
                <a:latin typeface="DejaVu Sans"/>
                <a:ea typeface="DejaVu Sans"/>
                <a:cs typeface="DejaVu Sans"/>
              </a:defRPr>
            </a:pPr>
            <a:r>
              <a:rPr sz="1275" b="1">
                <a:solidFill>
                  <a:srgbClr val="087F88"/>
                </a:solidFill>
                <a:latin typeface="DejaVu Sans"/>
                <a:ea typeface="DejaVu Sans"/>
                <a:cs typeface="DejaVu Sans"/>
              </a:rPr>
              <a:t>MÁXIMAS · L-MOMENTOS</a:t>
            </a:r>
          </a:p>
        </p:txBody>
      </p:sp>
      <p:sp>
        <p:nvSpPr>
          <p:cNvPr id="2" name="texto">
            <a:extLst>
              <a:ext uri="{FF2B5EF4-FFF2-40B4-BE49-F238E27FC236}">
                <a16:creationId xmlns:a16="http://schemas.microsoft.com/office/drawing/2014/main" id="{34206822-5E32-49EF-ABBC-770742B03F5B}"/>
              </a:ext>
            </a:extLst>
          </p:cNvPr>
          <p:cNvSpPr>
            <a:spLocks noGrp="1"/>
          </p:cNvSpPr>
          <p:nvPr/>
        </p:nvSpPr>
        <p:spPr>
          <a:xfrm>
            <a:off x="609600" y="685800"/>
            <a:ext cx="10972800" cy="1028700"/>
          </a:xfrm>
          <a:prstGeom prst="rect">
            <a:avLst/>
          </a:prstGeom>
          <a:noFill/>
          <a:ln w="0">
            <a:noFill/>
            <a:prstDash val="solid"/>
          </a:ln>
        </p:spPr>
        <p:txBody>
          <a:bodyPr wrap="square" lIns="0" tIns="0" rIns="0" bIns="0" anchor="t">
            <a:noAutofit/>
          </a:bodyPr>
          <a:lstStyle>
            <a:defPPr algn="l">
              <a:defRPr sz="3225" b="1">
                <a:solidFill>
                  <a:srgbClr val="123247"/>
                </a:solidFill>
                <a:latin typeface="DejaVu Sans"/>
                <a:ea typeface="DejaVu Sans"/>
                <a:cs typeface="DejaVu Sans"/>
              </a:defRPr>
            </a:defPPr>
            <a:lvl1pPr algn="l">
              <a:defRPr sz="3225" b="1">
                <a:solidFill>
                  <a:srgbClr val="123247"/>
                </a:solidFill>
                <a:latin typeface="DejaVu Sans"/>
                <a:ea typeface="DejaVu Sans"/>
                <a:cs typeface="DejaVu Sans"/>
              </a:defRPr>
            </a:lvl1pPr>
            <a:lvl2pPr algn="l">
              <a:defRPr sz="3225" b="1">
                <a:solidFill>
                  <a:srgbClr val="123247"/>
                </a:solidFill>
                <a:latin typeface="DejaVu Sans"/>
                <a:ea typeface="DejaVu Sans"/>
                <a:cs typeface="DejaVu Sans"/>
              </a:defRPr>
            </a:lvl2pPr>
            <a:lvl3pPr algn="l">
              <a:defRPr sz="3225" b="1">
                <a:solidFill>
                  <a:srgbClr val="123247"/>
                </a:solidFill>
                <a:latin typeface="DejaVu Sans"/>
                <a:ea typeface="DejaVu Sans"/>
                <a:cs typeface="DejaVu Sans"/>
              </a:defRPr>
            </a:lvl3pPr>
            <a:lvl4pPr algn="l">
              <a:defRPr sz="3225" b="1">
                <a:solidFill>
                  <a:srgbClr val="123247"/>
                </a:solidFill>
                <a:latin typeface="DejaVu Sans"/>
                <a:ea typeface="DejaVu Sans"/>
                <a:cs typeface="DejaVu Sans"/>
              </a:defRPr>
            </a:lvl4pPr>
            <a:lvl5pPr algn="l">
              <a:defRPr sz="3225" b="1">
                <a:solidFill>
                  <a:srgbClr val="123247"/>
                </a:solidFill>
                <a:latin typeface="DejaVu Sans"/>
                <a:ea typeface="DejaVu Sans"/>
                <a:cs typeface="DejaVu Sans"/>
              </a:defRPr>
            </a:lvl5pPr>
            <a:lvl6pPr algn="l">
              <a:defRPr sz="3225" b="1">
                <a:solidFill>
                  <a:srgbClr val="123247"/>
                </a:solidFill>
                <a:latin typeface="DejaVu Sans"/>
                <a:ea typeface="DejaVu Sans"/>
                <a:cs typeface="DejaVu Sans"/>
              </a:defRPr>
            </a:lvl6pPr>
            <a:lvl7pPr algn="l">
              <a:defRPr sz="3225" b="1">
                <a:solidFill>
                  <a:srgbClr val="123247"/>
                </a:solidFill>
                <a:latin typeface="DejaVu Sans"/>
                <a:ea typeface="DejaVu Sans"/>
                <a:cs typeface="DejaVu Sans"/>
              </a:defRPr>
            </a:lvl7pPr>
            <a:lvl8pPr algn="l">
              <a:defRPr sz="3225" b="1">
                <a:solidFill>
                  <a:srgbClr val="123247"/>
                </a:solidFill>
                <a:latin typeface="DejaVu Sans"/>
                <a:ea typeface="DejaVu Sans"/>
                <a:cs typeface="DejaVu Sans"/>
              </a:defRPr>
            </a:lvl8pPr>
            <a:lvl9pPr algn="l">
              <a:defRPr sz="3225" b="1">
                <a:solidFill>
                  <a:srgbClr val="123247"/>
                </a:solidFill>
                <a:latin typeface="DejaVu Sans"/>
                <a:ea typeface="DejaVu Sans"/>
                <a:cs typeface="DejaVu Sans"/>
              </a:defRPr>
            </a:lvl9pPr>
          </a:lstStyle>
          <a:p>
            <a:pPr algn="l">
              <a:defRPr sz="3225" b="1">
                <a:solidFill>
                  <a:srgbClr val="123247"/>
                </a:solidFill>
                <a:latin typeface="DejaVu Sans"/>
                <a:ea typeface="DejaVu Sans"/>
                <a:cs typeface="DejaVu Sans"/>
              </a:defRPr>
            </a:pPr>
            <a:r>
              <a:rPr sz="3225" b="1">
                <a:solidFill>
                  <a:srgbClr val="123247"/>
                </a:solidFill>
                <a:latin typeface="DejaVu Sans"/>
                <a:ea typeface="DejaVu Sans"/>
                <a:cs typeface="DejaVu Sans"/>
              </a:rPr>
              <a:t>L-momentos: escala e forma da distribuição</a:t>
            </a:r>
          </a:p>
        </p:txBody>
      </p:sp>
      <p:sp>
        <p:nvSpPr>
          <p:cNvPr id="3" name="texto">
            <a:extLst>
              <a:ext uri="{FF2B5EF4-FFF2-40B4-BE49-F238E27FC236}">
                <a16:creationId xmlns:a16="http://schemas.microsoft.com/office/drawing/2014/main" id="{A7A24916-A992-434A-8C31-D9DA8AD6F46C}"/>
              </a:ext>
            </a:extLst>
          </p:cNvPr>
          <p:cNvSpPr>
            <a:spLocks noGrp="1"/>
          </p:cNvSpPr>
          <p:nvPr/>
        </p:nvSpPr>
        <p:spPr>
          <a:xfrm>
            <a:off x="609600" y="6096000"/>
            <a:ext cx="10763250" cy="228600"/>
          </a:xfrm>
          <a:prstGeom prst="rect">
            <a:avLst/>
          </a:prstGeom>
          <a:noFill/>
          <a:ln w="0">
            <a:noFill/>
            <a:prstDash val="solid"/>
          </a:ln>
        </p:spPr>
        <p:txBody>
          <a:bodyPr wrap="square" lIns="0" tIns="0" rIns="0" bIns="0" anchor="t">
            <a:noAutofit/>
          </a:bodyPr>
          <a:lstStyle>
            <a:defPPr algn="l">
              <a:defRPr sz="1050" b="0">
                <a:solidFill>
                  <a:srgbClr val="526873"/>
                </a:solidFill>
                <a:latin typeface="DejaVu Sans"/>
                <a:ea typeface="DejaVu Sans"/>
                <a:cs typeface="DejaVu Sans"/>
              </a:defRPr>
            </a:defPPr>
            <a:lvl1pPr algn="l">
              <a:defRPr sz="1050" b="0">
                <a:solidFill>
                  <a:srgbClr val="526873"/>
                </a:solidFill>
                <a:latin typeface="DejaVu Sans"/>
                <a:ea typeface="DejaVu Sans"/>
                <a:cs typeface="DejaVu Sans"/>
              </a:defRPr>
            </a:lvl1pPr>
            <a:lvl2pPr algn="l">
              <a:defRPr sz="1050" b="0">
                <a:solidFill>
                  <a:srgbClr val="526873"/>
                </a:solidFill>
                <a:latin typeface="DejaVu Sans"/>
                <a:ea typeface="DejaVu Sans"/>
                <a:cs typeface="DejaVu Sans"/>
              </a:defRPr>
            </a:lvl2pPr>
            <a:lvl3pPr algn="l">
              <a:defRPr sz="1050" b="0">
                <a:solidFill>
                  <a:srgbClr val="526873"/>
                </a:solidFill>
                <a:latin typeface="DejaVu Sans"/>
                <a:ea typeface="DejaVu Sans"/>
                <a:cs typeface="DejaVu Sans"/>
              </a:defRPr>
            </a:lvl3pPr>
            <a:lvl4pPr algn="l">
              <a:defRPr sz="1050" b="0">
                <a:solidFill>
                  <a:srgbClr val="526873"/>
                </a:solidFill>
                <a:latin typeface="DejaVu Sans"/>
                <a:ea typeface="DejaVu Sans"/>
                <a:cs typeface="DejaVu Sans"/>
              </a:defRPr>
            </a:lvl4pPr>
            <a:lvl5pPr algn="l">
              <a:defRPr sz="1050" b="0">
                <a:solidFill>
                  <a:srgbClr val="526873"/>
                </a:solidFill>
                <a:latin typeface="DejaVu Sans"/>
                <a:ea typeface="DejaVu Sans"/>
                <a:cs typeface="DejaVu Sans"/>
              </a:defRPr>
            </a:lvl5pPr>
            <a:lvl6pPr algn="l">
              <a:defRPr sz="1050" b="0">
                <a:solidFill>
                  <a:srgbClr val="526873"/>
                </a:solidFill>
                <a:latin typeface="DejaVu Sans"/>
                <a:ea typeface="DejaVu Sans"/>
                <a:cs typeface="DejaVu Sans"/>
              </a:defRPr>
            </a:lvl6pPr>
            <a:lvl7pPr algn="l">
              <a:defRPr sz="1050" b="0">
                <a:solidFill>
                  <a:srgbClr val="526873"/>
                </a:solidFill>
                <a:latin typeface="DejaVu Sans"/>
                <a:ea typeface="DejaVu Sans"/>
                <a:cs typeface="DejaVu Sans"/>
              </a:defRPr>
            </a:lvl7pPr>
            <a:lvl8pPr algn="l">
              <a:defRPr sz="1050" b="0">
                <a:solidFill>
                  <a:srgbClr val="526873"/>
                </a:solidFill>
                <a:latin typeface="DejaVu Sans"/>
                <a:ea typeface="DejaVu Sans"/>
                <a:cs typeface="DejaVu Sans"/>
              </a:defRPr>
            </a:lvl8pPr>
            <a:lvl9pPr algn="l">
              <a:defRPr sz="1050" b="0">
                <a:solidFill>
                  <a:srgbClr val="526873"/>
                </a:solidFill>
                <a:latin typeface="DejaVu Sans"/>
                <a:ea typeface="DejaVu Sans"/>
                <a:cs typeface="DejaVu Sans"/>
              </a:defRPr>
            </a:lvl9pPr>
          </a:lstStyle>
          <a:p>
            <a:pPr algn="l">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Fonte: Hosking e Wallis (1993, 1997).</a:t>
            </a:r>
          </a:p>
        </p:txBody>
      </p:sp>
      <p:sp>
        <p:nvSpPr>
          <p:cNvPr id="4" name="Straight Connector 3">
            <a:extLst>
              <a:ext uri="{FF2B5EF4-FFF2-40B4-BE49-F238E27FC236}">
                <a16:creationId xmlns:a16="http://schemas.microsoft.com/office/drawing/2014/main" id="{33A61BB1-D4C1-48DD-A5CF-89438E1A58EE}"/>
              </a:ext>
            </a:extLst>
          </p:cNvPr>
          <p:cNvSpPr>
            <a:spLocks noGrp="1"/>
          </p:cNvSpPr>
          <p:nvPr/>
        </p:nvSpPr>
        <p:spPr>
          <a:xfrm>
            <a:off x="609600" y="6438900"/>
            <a:ext cx="10972800" cy="0"/>
          </a:xfrm>
          <a:prstGeom prst="line">
            <a:avLst/>
          </a:prstGeom>
          <a:noFill/>
          <a:ln w="9525">
            <a:solidFill>
              <a:srgbClr val="DCE3E3"/>
            </a:solidFill>
            <a:prstDash val="solid"/>
          </a:ln>
        </p:spPr>
        <p:txBody>
          <a:bodyPr/>
          <a:lstStyle/>
          <a:p>
            <a:endParaRPr lang="en-GB"/>
          </a:p>
        </p:txBody>
      </p:sp>
      <p:sp>
        <p:nvSpPr>
          <p:cNvPr id="5" name="texto">
            <a:extLst>
              <a:ext uri="{FF2B5EF4-FFF2-40B4-BE49-F238E27FC236}">
                <a16:creationId xmlns:a16="http://schemas.microsoft.com/office/drawing/2014/main" id="{F2EFE144-C2D2-4DF1-B109-46A9A599ACC0}"/>
              </a:ext>
            </a:extLst>
          </p:cNvPr>
          <p:cNvSpPr>
            <a:spLocks noGrp="1"/>
          </p:cNvSpPr>
          <p:nvPr/>
        </p:nvSpPr>
        <p:spPr>
          <a:xfrm>
            <a:off x="609600" y="6543675"/>
            <a:ext cx="8572500" cy="190500"/>
          </a:xfrm>
          <a:prstGeom prst="rect">
            <a:avLst/>
          </a:prstGeom>
          <a:noFill/>
          <a:ln w="0">
            <a:noFill/>
            <a:prstDash val="solid"/>
          </a:ln>
        </p:spPr>
        <p:txBody>
          <a:bodyPr wrap="square" lIns="0" tIns="0" rIns="0" bIns="0" anchor="t">
            <a:noAutofit/>
          </a:bodyPr>
          <a:lstStyle>
            <a:defPPr algn="l">
              <a:defRPr sz="975" b="0">
                <a:solidFill>
                  <a:srgbClr val="526873"/>
                </a:solidFill>
                <a:latin typeface="DejaVu Sans"/>
                <a:ea typeface="DejaVu Sans"/>
                <a:cs typeface="DejaVu Sans"/>
              </a:defRPr>
            </a:defPPr>
            <a:lvl1pPr algn="l">
              <a:defRPr sz="975" b="0">
                <a:solidFill>
                  <a:srgbClr val="526873"/>
                </a:solidFill>
                <a:latin typeface="DejaVu Sans"/>
                <a:ea typeface="DejaVu Sans"/>
                <a:cs typeface="DejaVu Sans"/>
              </a:defRPr>
            </a:lvl1pPr>
            <a:lvl2pPr algn="l">
              <a:defRPr sz="975" b="0">
                <a:solidFill>
                  <a:srgbClr val="526873"/>
                </a:solidFill>
                <a:latin typeface="DejaVu Sans"/>
                <a:ea typeface="DejaVu Sans"/>
                <a:cs typeface="DejaVu Sans"/>
              </a:defRPr>
            </a:lvl2pPr>
            <a:lvl3pPr algn="l">
              <a:defRPr sz="975" b="0">
                <a:solidFill>
                  <a:srgbClr val="526873"/>
                </a:solidFill>
                <a:latin typeface="DejaVu Sans"/>
                <a:ea typeface="DejaVu Sans"/>
                <a:cs typeface="DejaVu Sans"/>
              </a:defRPr>
            </a:lvl3pPr>
            <a:lvl4pPr algn="l">
              <a:defRPr sz="975" b="0">
                <a:solidFill>
                  <a:srgbClr val="526873"/>
                </a:solidFill>
                <a:latin typeface="DejaVu Sans"/>
                <a:ea typeface="DejaVu Sans"/>
                <a:cs typeface="DejaVu Sans"/>
              </a:defRPr>
            </a:lvl4pPr>
            <a:lvl5pPr algn="l">
              <a:defRPr sz="975" b="0">
                <a:solidFill>
                  <a:srgbClr val="526873"/>
                </a:solidFill>
                <a:latin typeface="DejaVu Sans"/>
                <a:ea typeface="DejaVu Sans"/>
                <a:cs typeface="DejaVu Sans"/>
              </a:defRPr>
            </a:lvl5pPr>
            <a:lvl6pPr algn="l">
              <a:defRPr sz="975" b="0">
                <a:solidFill>
                  <a:srgbClr val="526873"/>
                </a:solidFill>
                <a:latin typeface="DejaVu Sans"/>
                <a:ea typeface="DejaVu Sans"/>
                <a:cs typeface="DejaVu Sans"/>
              </a:defRPr>
            </a:lvl6pPr>
            <a:lvl7pPr algn="l">
              <a:defRPr sz="975" b="0">
                <a:solidFill>
                  <a:srgbClr val="526873"/>
                </a:solidFill>
                <a:latin typeface="DejaVu Sans"/>
                <a:ea typeface="DejaVu Sans"/>
                <a:cs typeface="DejaVu Sans"/>
              </a:defRPr>
            </a:lvl7pPr>
            <a:lvl8pPr algn="l">
              <a:defRPr sz="975" b="0">
                <a:solidFill>
                  <a:srgbClr val="526873"/>
                </a:solidFill>
                <a:latin typeface="DejaVu Sans"/>
                <a:ea typeface="DejaVu Sans"/>
                <a:cs typeface="DejaVu Sans"/>
              </a:defRPr>
            </a:lvl8pPr>
            <a:lvl9pPr algn="l">
              <a:defRPr sz="975" b="0">
                <a:solidFill>
                  <a:srgbClr val="526873"/>
                </a:solidFill>
                <a:latin typeface="DejaVu Sans"/>
                <a:ea typeface="DejaVu Sans"/>
                <a:cs typeface="DejaVu Sans"/>
              </a:defRPr>
            </a:lvl9pPr>
          </a:lstStyle>
          <a:p>
            <a:pPr algn="l">
              <a:defRPr sz="975" b="0">
                <a:solidFill>
                  <a:srgbClr val="526873"/>
                </a:solidFill>
                <a:latin typeface="DejaVu Sans"/>
                <a:ea typeface="DejaVu Sans"/>
                <a:cs typeface="DejaVu Sans"/>
              </a:defRPr>
            </a:pPr>
            <a:r>
              <a:rPr sz="975" b="0">
                <a:solidFill>
                  <a:srgbClr val="526873"/>
                </a:solidFill>
                <a:latin typeface="DejaVu Sans"/>
                <a:ea typeface="DejaVu Sans"/>
                <a:cs typeface="DejaVu Sans"/>
              </a:rPr>
              <a:t>REGIONALIZAÇÃO DE VAZÕES</a:t>
            </a:r>
          </a:p>
        </p:txBody>
      </p:sp>
      <p:sp>
        <p:nvSpPr>
          <p:cNvPr id="6" name="texto">
            <a:extLst>
              <a:ext uri="{FF2B5EF4-FFF2-40B4-BE49-F238E27FC236}">
                <a16:creationId xmlns:a16="http://schemas.microsoft.com/office/drawing/2014/main" id="{E111E6CC-C82C-48B8-8E2A-37A1992305A5}"/>
              </a:ext>
            </a:extLst>
          </p:cNvPr>
          <p:cNvSpPr>
            <a:spLocks noGrp="1"/>
          </p:cNvSpPr>
          <p:nvPr/>
        </p:nvSpPr>
        <p:spPr>
          <a:xfrm>
            <a:off x="10620375" y="6534150"/>
            <a:ext cx="962025" cy="209550"/>
          </a:xfrm>
          <a:prstGeom prst="rect">
            <a:avLst/>
          </a:prstGeom>
          <a:noFill/>
          <a:ln w="0">
            <a:noFill/>
            <a:prstDash val="solid"/>
          </a:ln>
        </p:spPr>
        <p:txBody>
          <a:bodyPr wrap="square" lIns="0" tIns="0" rIns="0" bIns="0" anchor="t">
            <a:noAutofit/>
          </a:bodyPr>
          <a:lstStyle>
            <a:defPPr algn="r">
              <a:defRPr sz="1050" b="0">
                <a:solidFill>
                  <a:srgbClr val="526873"/>
                </a:solidFill>
                <a:latin typeface="DejaVu Sans"/>
                <a:ea typeface="DejaVu Sans"/>
                <a:cs typeface="DejaVu Sans"/>
              </a:defRPr>
            </a:defPPr>
            <a:lvl1pPr algn="r">
              <a:defRPr sz="1050" b="0">
                <a:solidFill>
                  <a:srgbClr val="526873"/>
                </a:solidFill>
                <a:latin typeface="DejaVu Sans"/>
                <a:ea typeface="DejaVu Sans"/>
                <a:cs typeface="DejaVu Sans"/>
              </a:defRPr>
            </a:lvl1pPr>
            <a:lvl2pPr algn="r">
              <a:defRPr sz="1050" b="0">
                <a:solidFill>
                  <a:srgbClr val="526873"/>
                </a:solidFill>
                <a:latin typeface="DejaVu Sans"/>
                <a:ea typeface="DejaVu Sans"/>
                <a:cs typeface="DejaVu Sans"/>
              </a:defRPr>
            </a:lvl2pPr>
            <a:lvl3pPr algn="r">
              <a:defRPr sz="1050" b="0">
                <a:solidFill>
                  <a:srgbClr val="526873"/>
                </a:solidFill>
                <a:latin typeface="DejaVu Sans"/>
                <a:ea typeface="DejaVu Sans"/>
                <a:cs typeface="DejaVu Sans"/>
              </a:defRPr>
            </a:lvl3pPr>
            <a:lvl4pPr algn="r">
              <a:defRPr sz="1050" b="0">
                <a:solidFill>
                  <a:srgbClr val="526873"/>
                </a:solidFill>
                <a:latin typeface="DejaVu Sans"/>
                <a:ea typeface="DejaVu Sans"/>
                <a:cs typeface="DejaVu Sans"/>
              </a:defRPr>
            </a:lvl4pPr>
            <a:lvl5pPr algn="r">
              <a:defRPr sz="1050" b="0">
                <a:solidFill>
                  <a:srgbClr val="526873"/>
                </a:solidFill>
                <a:latin typeface="DejaVu Sans"/>
                <a:ea typeface="DejaVu Sans"/>
                <a:cs typeface="DejaVu Sans"/>
              </a:defRPr>
            </a:lvl5pPr>
            <a:lvl6pPr algn="r">
              <a:defRPr sz="1050" b="0">
                <a:solidFill>
                  <a:srgbClr val="526873"/>
                </a:solidFill>
                <a:latin typeface="DejaVu Sans"/>
                <a:ea typeface="DejaVu Sans"/>
                <a:cs typeface="DejaVu Sans"/>
              </a:defRPr>
            </a:lvl6pPr>
            <a:lvl7pPr algn="r">
              <a:defRPr sz="1050" b="0">
                <a:solidFill>
                  <a:srgbClr val="526873"/>
                </a:solidFill>
                <a:latin typeface="DejaVu Sans"/>
                <a:ea typeface="DejaVu Sans"/>
                <a:cs typeface="DejaVu Sans"/>
              </a:defRPr>
            </a:lvl7pPr>
            <a:lvl8pPr algn="r">
              <a:defRPr sz="1050" b="0">
                <a:solidFill>
                  <a:srgbClr val="526873"/>
                </a:solidFill>
                <a:latin typeface="DejaVu Sans"/>
                <a:ea typeface="DejaVu Sans"/>
                <a:cs typeface="DejaVu Sans"/>
              </a:defRPr>
            </a:lvl8pPr>
            <a:lvl9pPr algn="r">
              <a:defRPr sz="1050" b="0">
                <a:solidFill>
                  <a:srgbClr val="526873"/>
                </a:solidFill>
                <a:latin typeface="DejaVu Sans"/>
                <a:ea typeface="DejaVu Sans"/>
                <a:cs typeface="DejaVu Sans"/>
              </a:defRPr>
            </a:lvl9pPr>
          </a:lstStyle>
          <a:p>
            <a:pPr algn="r">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16 / 38</a:t>
            </a:r>
          </a:p>
        </p:txBody>
      </p:sp>
      <p:graphicFrame>
        <p:nvGraphicFramePr>
          <p:cNvPr id="7" name="Table 6">
            <a:extLst>
              <a:ext uri="{FF2B5EF4-FFF2-40B4-BE49-F238E27FC236}">
                <a16:creationId xmlns:a16="http://schemas.microsoft.com/office/drawing/2014/main" id="{FA350488-1A61-4863-BD95-B2F97CAA2B46}"/>
              </a:ext>
            </a:extLst>
          </p:cNvPr>
          <p:cNvGraphicFramePr/>
          <p:nvPr/>
        </p:nvGraphicFramePr>
        <p:xfrm>
          <a:off x="609600" y="1819275"/>
          <a:ext cx="10972800" cy="3513455"/>
        </p:xfrm>
        <a:graphic>
          <a:graphicData uri="http://schemas.openxmlformats.org/drawingml/2006/table">
            <a:tbl>
              <a:tblPr/>
              <a:tblGrid>
                <a:gridCol w="2333625">
                  <a:extLst>
                    <a:ext uri="{9D8B030D-6E8A-4147-A177-3AD203B41FA5}">
                      <a16:colId xmlns:a16="http://schemas.microsoft.com/office/drawing/2014/main" val="20000"/>
                    </a:ext>
                  </a:extLst>
                </a:gridCol>
                <a:gridCol w="3971925">
                  <a:extLst>
                    <a:ext uri="{9D8B030D-6E8A-4147-A177-3AD203B41FA5}">
                      <a16:colId xmlns:a16="http://schemas.microsoft.com/office/drawing/2014/main" val="20001"/>
                    </a:ext>
                  </a:extLst>
                </a:gridCol>
                <a:gridCol w="4667250">
                  <a:extLst>
                    <a:ext uri="{9D8B030D-6E8A-4147-A177-3AD203B41FA5}">
                      <a16:colId xmlns:a16="http://schemas.microsoft.com/office/drawing/2014/main" val="20002"/>
                    </a:ext>
                  </a:extLst>
                </a:gridCol>
              </a:tblGrid>
              <a:tr h="574675">
                <a:tc>
                  <a:txBody>
                    <a:bodyPr/>
                    <a:lstStyle/>
                    <a:p>
                      <a:pPr algn="l"/>
                      <a:r>
                        <a:rPr sz="1800" b="1">
                          <a:solidFill>
                            <a:srgbClr val="FFFFFF"/>
                          </a:solidFill>
                          <a:latin typeface="DejaVu Sans"/>
                          <a:ea typeface="DejaVu Sans"/>
                          <a:cs typeface="DejaVu Sans"/>
                        </a:rPr>
                        <a:t>Estatística</a:t>
                      </a:r>
                    </a:p>
                  </a:txBody>
                  <a:tcPr anchor="ctr">
                    <a:lnL w="6668">
                      <a:solidFill>
                        <a:srgbClr val="DCE3E3"/>
                      </a:solidFill>
                      <a:prstDash val="solid"/>
                    </a:lnL>
                    <a:lnR w="6668">
                      <a:solidFill>
                        <a:srgbClr val="DCE3E3"/>
                      </a:solidFill>
                      <a:prstDash val="solid"/>
                    </a:lnR>
                    <a:lnT w="6668">
                      <a:solidFill>
                        <a:srgbClr val="DCE3E3"/>
                      </a:solidFill>
                      <a:prstDash val="solid"/>
                    </a:lnT>
                    <a:lnB w="6668">
                      <a:solidFill>
                        <a:srgbClr val="DCE3E3"/>
                      </a:solidFill>
                      <a:prstDash val="solid"/>
                    </a:lnB>
                    <a:solidFill>
                      <a:srgbClr val="123247"/>
                    </a:solidFill>
                  </a:tcPr>
                </a:tc>
                <a:tc>
                  <a:txBody>
                    <a:bodyPr/>
                    <a:lstStyle/>
                    <a:p>
                      <a:pPr algn="l"/>
                      <a:r>
                        <a:rPr sz="1800" b="1">
                          <a:solidFill>
                            <a:srgbClr val="FFFFFF"/>
                          </a:solidFill>
                          <a:latin typeface="DejaVu Sans"/>
                          <a:ea typeface="DejaVu Sans"/>
                          <a:cs typeface="DejaVu Sans"/>
                        </a:rPr>
                        <a:t>Definição</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a:solidFill>
                        <a:srgbClr val="DCE3E3"/>
                      </a:solidFill>
                      <a:prstDash val="solid"/>
                    </a:lnT>
                    <a:lnB w="6668">
                      <a:solidFill>
                        <a:srgbClr val="DCE3E3"/>
                      </a:solidFill>
                      <a:prstDash val="solid"/>
                    </a:lnB>
                    <a:solidFill>
                      <a:srgbClr val="123247"/>
                    </a:solidFill>
                  </a:tcPr>
                </a:tc>
                <a:tc>
                  <a:txBody>
                    <a:bodyPr/>
                    <a:lstStyle/>
                    <a:p>
                      <a:pPr algn="l"/>
                      <a:r>
                        <a:rPr sz="1800" b="1">
                          <a:solidFill>
                            <a:srgbClr val="FFFFFF"/>
                          </a:solidFill>
                          <a:latin typeface="DejaVu Sans"/>
                          <a:ea typeface="DejaVu Sans"/>
                          <a:cs typeface="DejaVu Sans"/>
                        </a:rPr>
                        <a:t>Interpretação</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a:solidFill>
                        <a:srgbClr val="DCE3E3"/>
                      </a:solidFill>
                      <a:prstDash val="solid"/>
                    </a:lnT>
                    <a:lnB w="6668">
                      <a:solidFill>
                        <a:srgbClr val="DCE3E3"/>
                      </a:solidFill>
                      <a:prstDash val="solid"/>
                    </a:lnB>
                    <a:solidFill>
                      <a:srgbClr val="123247"/>
                    </a:solidFill>
                  </a:tcPr>
                </a:tc>
                <a:extLst>
                  <a:ext uri="{0D108BD9-81ED-4DB2-BD59-A6C34878D82A}">
                    <a16:rowId xmlns:a16="http://schemas.microsoft.com/office/drawing/2014/main" val="10000"/>
                  </a:ext>
                </a:extLst>
              </a:tr>
              <a:tr h="574675">
                <a:tc>
                  <a:txBody>
                    <a:bodyPr/>
                    <a:lstStyle/>
                    <a:p>
                      <a:pPr algn="l"/>
                      <a:r>
                        <a:rPr sz="1800" b="0">
                          <a:solidFill>
                            <a:srgbClr val="193647"/>
                          </a:solidFill>
                          <a:latin typeface="DejaVu Sans"/>
                          <a:ea typeface="DejaVu Sans"/>
                          <a:cs typeface="DejaVu Sans"/>
                        </a:rPr>
                        <a:t>ℓ₁</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1800" b="0">
                          <a:solidFill>
                            <a:srgbClr val="193647"/>
                          </a:solidFill>
                          <a:latin typeface="DejaVu Sans"/>
                          <a:ea typeface="DejaVu Sans"/>
                          <a:cs typeface="DejaVu Sans"/>
                        </a:rPr>
                        <a:t>Média das máximas</a:t>
                      </a:r>
                    </a:p>
                    <a:p>
                      <a:pPr algn="l"/>
                      <a:r>
                        <a:rPr sz="1800" b="0">
                          <a:solidFill>
                            <a:srgbClr val="193647"/>
                          </a:solidFill>
                          <a:latin typeface="DejaVu Sans"/>
                          <a:ea typeface="DejaVu Sans"/>
                          <a:cs typeface="DejaVu Sans"/>
                        </a:rPr>
                        <a:t>diárias anuais</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1800" b="0">
                          <a:solidFill>
                            <a:srgbClr val="193647"/>
                          </a:solidFill>
                          <a:latin typeface="DejaVu Sans"/>
                          <a:ea typeface="DejaVu Sans"/>
                          <a:cs typeface="DejaVu Sans"/>
                        </a:rPr>
                        <a:t>Índice de cheia adotado</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extLst>
                  <a:ext uri="{0D108BD9-81ED-4DB2-BD59-A6C34878D82A}">
                    <a16:rowId xmlns:a16="http://schemas.microsoft.com/office/drawing/2014/main" val="10001"/>
                  </a:ext>
                </a:extLst>
              </a:tr>
              <a:tr h="574675">
                <a:tc>
                  <a:txBody>
                    <a:bodyPr/>
                    <a:lstStyle/>
                    <a:p>
                      <a:pPr algn="l"/>
                      <a:r>
                        <a:rPr sz="1800" b="0">
                          <a:solidFill>
                            <a:srgbClr val="193647"/>
                          </a:solidFill>
                          <a:latin typeface="DejaVu Sans"/>
                          <a:ea typeface="DejaVu Sans"/>
                          <a:cs typeface="DejaVu Sans"/>
                        </a:rPr>
                        <a:t>ℓ₂</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1800" b="0">
                          <a:solidFill>
                            <a:srgbClr val="193647"/>
                          </a:solidFill>
                          <a:latin typeface="DejaVu Sans"/>
                          <a:ea typeface="DejaVu Sans"/>
                          <a:cs typeface="DejaVu Sans"/>
                        </a:rPr>
                        <a:t>Segundo L-momento</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1800" b="0">
                          <a:solidFill>
                            <a:srgbClr val="193647"/>
                          </a:solidFill>
                          <a:latin typeface="DejaVu Sans"/>
                          <a:ea typeface="DejaVu Sans"/>
                          <a:cs typeface="DejaVu Sans"/>
                        </a:rPr>
                        <a:t>Dispersão absoluta</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extLst>
                  <a:ext uri="{0D108BD9-81ED-4DB2-BD59-A6C34878D82A}">
                    <a16:rowId xmlns:a16="http://schemas.microsoft.com/office/drawing/2014/main" val="10002"/>
                  </a:ext>
                </a:extLst>
              </a:tr>
              <a:tr h="574675">
                <a:tc>
                  <a:txBody>
                    <a:bodyPr/>
                    <a:lstStyle/>
                    <a:p>
                      <a:pPr algn="l"/>
                      <a:r>
                        <a:rPr sz="1800" b="0">
                          <a:solidFill>
                            <a:srgbClr val="193647"/>
                          </a:solidFill>
                          <a:latin typeface="DejaVu Sans"/>
                          <a:ea typeface="DejaVu Sans"/>
                          <a:cs typeface="DejaVu Sans"/>
                        </a:rPr>
                        <a:t>t = ℓ₂ / ℓ₁</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1800" b="0">
                          <a:solidFill>
                            <a:srgbClr val="193647"/>
                          </a:solidFill>
                          <a:latin typeface="DejaVu Sans"/>
                          <a:ea typeface="DejaVu Sans"/>
                          <a:cs typeface="DejaVu Sans"/>
                        </a:rPr>
                        <a:t>L-CV</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1800" b="0">
                          <a:solidFill>
                            <a:srgbClr val="193647"/>
                          </a:solidFill>
                          <a:latin typeface="DejaVu Sans"/>
                          <a:ea typeface="DejaVu Sans"/>
                          <a:cs typeface="DejaVu Sans"/>
                        </a:rPr>
                        <a:t>Dispersão relativa</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extLst>
                  <a:ext uri="{0D108BD9-81ED-4DB2-BD59-A6C34878D82A}">
                    <a16:rowId xmlns:a16="http://schemas.microsoft.com/office/drawing/2014/main" val="10003"/>
                  </a:ext>
                </a:extLst>
              </a:tr>
              <a:tr h="574675">
                <a:tc>
                  <a:txBody>
                    <a:bodyPr/>
                    <a:lstStyle/>
                    <a:p>
                      <a:pPr algn="l"/>
                      <a:r>
                        <a:rPr sz="1800" b="0">
                          <a:solidFill>
                            <a:srgbClr val="193647"/>
                          </a:solidFill>
                          <a:latin typeface="DejaVu Sans"/>
                          <a:ea typeface="DejaVu Sans"/>
                          <a:cs typeface="DejaVu Sans"/>
                        </a:rPr>
                        <a:t>t₃ = ℓ₃ / ℓ₂</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1800" b="0">
                          <a:solidFill>
                            <a:srgbClr val="193647"/>
                          </a:solidFill>
                          <a:latin typeface="DejaVu Sans"/>
                          <a:ea typeface="DejaVu Sans"/>
                          <a:cs typeface="DejaVu Sans"/>
                        </a:rPr>
                        <a:t>L-assimetria</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1800" b="0">
                          <a:solidFill>
                            <a:srgbClr val="193647"/>
                          </a:solidFill>
                          <a:latin typeface="DejaVu Sans"/>
                          <a:ea typeface="DejaVu Sans"/>
                          <a:cs typeface="DejaVu Sans"/>
                        </a:rPr>
                        <a:t>Assimetria</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extLst>
                  <a:ext uri="{0D108BD9-81ED-4DB2-BD59-A6C34878D82A}">
                    <a16:rowId xmlns:a16="http://schemas.microsoft.com/office/drawing/2014/main" val="10004"/>
                  </a:ext>
                </a:extLst>
              </a:tr>
              <a:tr h="574675">
                <a:tc>
                  <a:txBody>
                    <a:bodyPr/>
                    <a:lstStyle/>
                    <a:p>
                      <a:pPr algn="l"/>
                      <a:r>
                        <a:rPr sz="1800" b="0">
                          <a:solidFill>
                            <a:srgbClr val="193647"/>
                          </a:solidFill>
                          <a:latin typeface="DejaVu Sans"/>
                          <a:ea typeface="DejaVu Sans"/>
                          <a:cs typeface="DejaVu Sans"/>
                        </a:rPr>
                        <a:t>t₄ = ℓ₄ / ℓ₂</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1800" b="0">
                          <a:solidFill>
                            <a:srgbClr val="193647"/>
                          </a:solidFill>
                          <a:latin typeface="DejaVu Sans"/>
                          <a:ea typeface="DejaVu Sans"/>
                          <a:cs typeface="DejaVu Sans"/>
                        </a:rPr>
                        <a:t>L-curtose</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1800" b="0">
                          <a:solidFill>
                            <a:srgbClr val="193647"/>
                          </a:solidFill>
                          <a:latin typeface="DejaVu Sans"/>
                          <a:ea typeface="DejaVu Sans"/>
                          <a:cs typeface="DejaVu Sans"/>
                        </a:rPr>
                        <a:t>Forma / peso das caudas</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8" name="Straight Connector 7">
            <a:extLst>
              <a:ext uri="{FF2B5EF4-FFF2-40B4-BE49-F238E27FC236}">
                <a16:creationId xmlns:a16="http://schemas.microsoft.com/office/drawing/2014/main" id="{EB170CA4-E841-43DA-A98D-7340D6D1428F}"/>
              </a:ext>
            </a:extLst>
          </p:cNvPr>
          <p:cNvSpPr>
            <a:spLocks noGrp="1"/>
          </p:cNvSpPr>
          <p:nvPr/>
        </p:nvSpPr>
        <p:spPr>
          <a:xfrm>
            <a:off x="609600" y="5391150"/>
            <a:ext cx="476250" cy="0"/>
          </a:xfrm>
          <a:prstGeom prst="line">
            <a:avLst/>
          </a:prstGeom>
          <a:noFill/>
          <a:ln w="38100">
            <a:solidFill>
              <a:srgbClr val="087F88"/>
            </a:solidFill>
            <a:prstDash val="solid"/>
          </a:ln>
        </p:spPr>
        <p:txBody>
          <a:bodyPr/>
          <a:lstStyle/>
          <a:p>
            <a:endParaRPr lang="en-GB"/>
          </a:p>
        </p:txBody>
      </p:sp>
      <p:sp>
        <p:nvSpPr>
          <p:cNvPr id="9" name="texto">
            <a:extLst>
              <a:ext uri="{FF2B5EF4-FFF2-40B4-BE49-F238E27FC236}">
                <a16:creationId xmlns:a16="http://schemas.microsoft.com/office/drawing/2014/main" id="{B44FC509-0801-4533-856B-A44A7A810451}"/>
              </a:ext>
            </a:extLst>
          </p:cNvPr>
          <p:cNvSpPr>
            <a:spLocks noGrp="1"/>
          </p:cNvSpPr>
          <p:nvPr/>
        </p:nvSpPr>
        <p:spPr>
          <a:xfrm>
            <a:off x="609600" y="5524500"/>
            <a:ext cx="10972800" cy="514350"/>
          </a:xfrm>
          <a:prstGeom prst="rect">
            <a:avLst/>
          </a:prstGeom>
          <a:noFill/>
          <a:ln w="0">
            <a:noFill/>
            <a:prstDash val="solid"/>
          </a:ln>
        </p:spPr>
        <p:txBody>
          <a:bodyPr wrap="square" lIns="0" tIns="0" rIns="0" bIns="0" anchor="t">
            <a:noAutofit/>
          </a:bodyPr>
          <a:lstStyle>
            <a:defPPr algn="l">
              <a:defRPr sz="2025" b="1">
                <a:solidFill>
                  <a:srgbClr val="087F88"/>
                </a:solidFill>
                <a:latin typeface="DejaVu Sans"/>
                <a:ea typeface="DejaVu Sans"/>
                <a:cs typeface="DejaVu Sans"/>
              </a:defRPr>
            </a:defPPr>
            <a:lvl1pPr algn="l">
              <a:defRPr sz="2025" b="1">
                <a:solidFill>
                  <a:srgbClr val="087F88"/>
                </a:solidFill>
                <a:latin typeface="DejaVu Sans"/>
                <a:ea typeface="DejaVu Sans"/>
                <a:cs typeface="DejaVu Sans"/>
              </a:defRPr>
            </a:lvl1pPr>
            <a:lvl2pPr algn="l">
              <a:defRPr sz="2025" b="1">
                <a:solidFill>
                  <a:srgbClr val="087F88"/>
                </a:solidFill>
                <a:latin typeface="DejaVu Sans"/>
                <a:ea typeface="DejaVu Sans"/>
                <a:cs typeface="DejaVu Sans"/>
              </a:defRPr>
            </a:lvl2pPr>
            <a:lvl3pPr algn="l">
              <a:defRPr sz="2025" b="1">
                <a:solidFill>
                  <a:srgbClr val="087F88"/>
                </a:solidFill>
                <a:latin typeface="DejaVu Sans"/>
                <a:ea typeface="DejaVu Sans"/>
                <a:cs typeface="DejaVu Sans"/>
              </a:defRPr>
            </a:lvl3pPr>
            <a:lvl4pPr algn="l">
              <a:defRPr sz="2025" b="1">
                <a:solidFill>
                  <a:srgbClr val="087F88"/>
                </a:solidFill>
                <a:latin typeface="DejaVu Sans"/>
                <a:ea typeface="DejaVu Sans"/>
                <a:cs typeface="DejaVu Sans"/>
              </a:defRPr>
            </a:lvl4pPr>
            <a:lvl5pPr algn="l">
              <a:defRPr sz="2025" b="1">
                <a:solidFill>
                  <a:srgbClr val="087F88"/>
                </a:solidFill>
                <a:latin typeface="DejaVu Sans"/>
                <a:ea typeface="DejaVu Sans"/>
                <a:cs typeface="DejaVu Sans"/>
              </a:defRPr>
            </a:lvl5pPr>
            <a:lvl6pPr algn="l">
              <a:defRPr sz="2025" b="1">
                <a:solidFill>
                  <a:srgbClr val="087F88"/>
                </a:solidFill>
                <a:latin typeface="DejaVu Sans"/>
                <a:ea typeface="DejaVu Sans"/>
                <a:cs typeface="DejaVu Sans"/>
              </a:defRPr>
            </a:lvl6pPr>
            <a:lvl7pPr algn="l">
              <a:defRPr sz="2025" b="1">
                <a:solidFill>
                  <a:srgbClr val="087F88"/>
                </a:solidFill>
                <a:latin typeface="DejaVu Sans"/>
                <a:ea typeface="DejaVu Sans"/>
                <a:cs typeface="DejaVu Sans"/>
              </a:defRPr>
            </a:lvl7pPr>
            <a:lvl8pPr algn="l">
              <a:defRPr sz="2025" b="1">
                <a:solidFill>
                  <a:srgbClr val="087F88"/>
                </a:solidFill>
                <a:latin typeface="DejaVu Sans"/>
                <a:ea typeface="DejaVu Sans"/>
                <a:cs typeface="DejaVu Sans"/>
              </a:defRPr>
            </a:lvl8pPr>
            <a:lvl9pPr algn="l">
              <a:defRPr sz="2025" b="1">
                <a:solidFill>
                  <a:srgbClr val="087F88"/>
                </a:solidFill>
                <a:latin typeface="DejaVu Sans"/>
                <a:ea typeface="DejaVu Sans"/>
                <a:cs typeface="DejaVu Sans"/>
              </a:defRPr>
            </a:lvl9pPr>
          </a:lstStyle>
          <a:p>
            <a:pPr algn="l">
              <a:defRPr sz="2025" b="1">
                <a:solidFill>
                  <a:srgbClr val="087F88"/>
                </a:solidFill>
                <a:latin typeface="DejaVu Sans"/>
                <a:ea typeface="DejaVu Sans"/>
                <a:cs typeface="DejaVu Sans"/>
              </a:defRPr>
            </a:pPr>
            <a:r>
              <a:rPr sz="2025" b="1">
                <a:solidFill>
                  <a:srgbClr val="087F88"/>
                </a:solidFill>
                <a:latin typeface="DejaVu Sans"/>
                <a:ea typeface="DejaVu Sans"/>
                <a:cs typeface="DejaVu Sans"/>
              </a:rPr>
              <a:t>Após remover a escala, comparamos a variabilidade da forma.</a:t>
            </a:r>
          </a:p>
        </p:txBody>
      </p:sp>
    </p:spTree>
    <p:extLst>
      <p:ext uri="{BB962C8B-B14F-4D97-AF65-F5344CB8AC3E}">
        <p14:creationId xmlns:p14="http://schemas.microsoft.com/office/powerpoint/2010/main" val="16409081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0" name="texto">
            <a:extLst>
              <a:ext uri="{FF2B5EF4-FFF2-40B4-BE49-F238E27FC236}">
                <a16:creationId xmlns:a16="http://schemas.microsoft.com/office/drawing/2014/main" id="{1E32BFE4-DCDF-43F9-89E4-86593339F9DB}"/>
              </a:ext>
            </a:extLst>
          </p:cNvPr>
          <p:cNvSpPr>
            <a:spLocks noGrp="1"/>
          </p:cNvSpPr>
          <p:nvPr/>
        </p:nvSpPr>
        <p:spPr>
          <a:xfrm>
            <a:off x="609600" y="285750"/>
            <a:ext cx="10668000" cy="247650"/>
          </a:xfrm>
          <a:prstGeom prst="rect">
            <a:avLst/>
          </a:prstGeom>
          <a:noFill/>
          <a:ln w="0">
            <a:noFill/>
            <a:prstDash val="solid"/>
          </a:ln>
        </p:spPr>
        <p:txBody>
          <a:bodyPr wrap="square" lIns="0" tIns="0" rIns="0" bIns="0" anchor="t">
            <a:noAutofit/>
          </a:bodyPr>
          <a:lstStyle>
            <a:defPPr algn="l">
              <a:defRPr sz="1275" b="1">
                <a:solidFill>
                  <a:srgbClr val="087F88"/>
                </a:solidFill>
                <a:latin typeface="DejaVu Sans"/>
                <a:ea typeface="DejaVu Sans"/>
                <a:cs typeface="DejaVu Sans"/>
              </a:defRPr>
            </a:defPPr>
            <a:lvl1pPr algn="l">
              <a:defRPr sz="1275" b="1">
                <a:solidFill>
                  <a:srgbClr val="087F88"/>
                </a:solidFill>
                <a:latin typeface="DejaVu Sans"/>
                <a:ea typeface="DejaVu Sans"/>
                <a:cs typeface="DejaVu Sans"/>
              </a:defRPr>
            </a:lvl1pPr>
            <a:lvl2pPr algn="l">
              <a:defRPr sz="1275" b="1">
                <a:solidFill>
                  <a:srgbClr val="087F88"/>
                </a:solidFill>
                <a:latin typeface="DejaVu Sans"/>
                <a:ea typeface="DejaVu Sans"/>
                <a:cs typeface="DejaVu Sans"/>
              </a:defRPr>
            </a:lvl2pPr>
            <a:lvl3pPr algn="l">
              <a:defRPr sz="1275" b="1">
                <a:solidFill>
                  <a:srgbClr val="087F88"/>
                </a:solidFill>
                <a:latin typeface="DejaVu Sans"/>
                <a:ea typeface="DejaVu Sans"/>
                <a:cs typeface="DejaVu Sans"/>
              </a:defRPr>
            </a:lvl3pPr>
            <a:lvl4pPr algn="l">
              <a:defRPr sz="1275" b="1">
                <a:solidFill>
                  <a:srgbClr val="087F88"/>
                </a:solidFill>
                <a:latin typeface="DejaVu Sans"/>
                <a:ea typeface="DejaVu Sans"/>
                <a:cs typeface="DejaVu Sans"/>
              </a:defRPr>
            </a:lvl4pPr>
            <a:lvl5pPr algn="l">
              <a:defRPr sz="1275" b="1">
                <a:solidFill>
                  <a:srgbClr val="087F88"/>
                </a:solidFill>
                <a:latin typeface="DejaVu Sans"/>
                <a:ea typeface="DejaVu Sans"/>
                <a:cs typeface="DejaVu Sans"/>
              </a:defRPr>
            </a:lvl5pPr>
            <a:lvl6pPr algn="l">
              <a:defRPr sz="1275" b="1">
                <a:solidFill>
                  <a:srgbClr val="087F88"/>
                </a:solidFill>
                <a:latin typeface="DejaVu Sans"/>
                <a:ea typeface="DejaVu Sans"/>
                <a:cs typeface="DejaVu Sans"/>
              </a:defRPr>
            </a:lvl6pPr>
            <a:lvl7pPr algn="l">
              <a:defRPr sz="1275" b="1">
                <a:solidFill>
                  <a:srgbClr val="087F88"/>
                </a:solidFill>
                <a:latin typeface="DejaVu Sans"/>
                <a:ea typeface="DejaVu Sans"/>
                <a:cs typeface="DejaVu Sans"/>
              </a:defRPr>
            </a:lvl7pPr>
            <a:lvl8pPr algn="l">
              <a:defRPr sz="1275" b="1">
                <a:solidFill>
                  <a:srgbClr val="087F88"/>
                </a:solidFill>
                <a:latin typeface="DejaVu Sans"/>
                <a:ea typeface="DejaVu Sans"/>
                <a:cs typeface="DejaVu Sans"/>
              </a:defRPr>
            </a:lvl8pPr>
            <a:lvl9pPr algn="l">
              <a:defRPr sz="1275" b="1">
                <a:solidFill>
                  <a:srgbClr val="087F88"/>
                </a:solidFill>
                <a:latin typeface="DejaVu Sans"/>
                <a:ea typeface="DejaVu Sans"/>
                <a:cs typeface="DejaVu Sans"/>
              </a:defRPr>
            </a:lvl9pPr>
          </a:lstStyle>
          <a:p>
            <a:pPr algn="l">
              <a:defRPr sz="1275" b="1">
                <a:solidFill>
                  <a:srgbClr val="087F88"/>
                </a:solidFill>
                <a:latin typeface="DejaVu Sans"/>
                <a:ea typeface="DejaVu Sans"/>
                <a:cs typeface="DejaVu Sans"/>
              </a:defRPr>
            </a:pPr>
            <a:r>
              <a:rPr sz="1275" b="1">
                <a:solidFill>
                  <a:srgbClr val="087F88"/>
                </a:solidFill>
                <a:latin typeface="DejaVu Sans"/>
                <a:ea typeface="DejaVu Sans"/>
                <a:cs typeface="DejaVu Sans"/>
              </a:rPr>
              <a:t>DIAGNÓSTICO COM L-MOMENTOS</a:t>
            </a:r>
          </a:p>
        </p:txBody>
      </p:sp>
      <p:sp>
        <p:nvSpPr>
          <p:cNvPr id="2" name="texto">
            <a:extLst>
              <a:ext uri="{FF2B5EF4-FFF2-40B4-BE49-F238E27FC236}">
                <a16:creationId xmlns:a16="http://schemas.microsoft.com/office/drawing/2014/main" id="{AD7F126C-65AD-4033-B44D-2895F514AD07}"/>
              </a:ext>
            </a:extLst>
          </p:cNvPr>
          <p:cNvSpPr>
            <a:spLocks noGrp="1"/>
          </p:cNvSpPr>
          <p:nvPr/>
        </p:nvSpPr>
        <p:spPr>
          <a:xfrm>
            <a:off x="609600" y="685800"/>
            <a:ext cx="10972800" cy="1028700"/>
          </a:xfrm>
          <a:prstGeom prst="rect">
            <a:avLst/>
          </a:prstGeom>
          <a:noFill/>
          <a:ln w="0">
            <a:noFill/>
            <a:prstDash val="solid"/>
          </a:ln>
        </p:spPr>
        <p:txBody>
          <a:bodyPr wrap="square" lIns="0" tIns="0" rIns="0" bIns="0" anchor="t">
            <a:noAutofit/>
          </a:bodyPr>
          <a:lstStyle>
            <a:defPPr algn="l">
              <a:defRPr sz="3225" b="1">
                <a:solidFill>
                  <a:srgbClr val="123247"/>
                </a:solidFill>
                <a:latin typeface="DejaVu Sans"/>
                <a:ea typeface="DejaVu Sans"/>
                <a:cs typeface="DejaVu Sans"/>
              </a:defRPr>
            </a:defPPr>
            <a:lvl1pPr algn="l">
              <a:defRPr sz="3225" b="1">
                <a:solidFill>
                  <a:srgbClr val="123247"/>
                </a:solidFill>
                <a:latin typeface="DejaVu Sans"/>
                <a:ea typeface="DejaVu Sans"/>
                <a:cs typeface="DejaVu Sans"/>
              </a:defRPr>
            </a:lvl1pPr>
            <a:lvl2pPr algn="l">
              <a:defRPr sz="3225" b="1">
                <a:solidFill>
                  <a:srgbClr val="123247"/>
                </a:solidFill>
                <a:latin typeface="DejaVu Sans"/>
                <a:ea typeface="DejaVu Sans"/>
                <a:cs typeface="DejaVu Sans"/>
              </a:defRPr>
            </a:lvl2pPr>
            <a:lvl3pPr algn="l">
              <a:defRPr sz="3225" b="1">
                <a:solidFill>
                  <a:srgbClr val="123247"/>
                </a:solidFill>
                <a:latin typeface="DejaVu Sans"/>
                <a:ea typeface="DejaVu Sans"/>
                <a:cs typeface="DejaVu Sans"/>
              </a:defRPr>
            </a:lvl3pPr>
            <a:lvl4pPr algn="l">
              <a:defRPr sz="3225" b="1">
                <a:solidFill>
                  <a:srgbClr val="123247"/>
                </a:solidFill>
                <a:latin typeface="DejaVu Sans"/>
                <a:ea typeface="DejaVu Sans"/>
                <a:cs typeface="DejaVu Sans"/>
              </a:defRPr>
            </a:lvl4pPr>
            <a:lvl5pPr algn="l">
              <a:defRPr sz="3225" b="1">
                <a:solidFill>
                  <a:srgbClr val="123247"/>
                </a:solidFill>
                <a:latin typeface="DejaVu Sans"/>
                <a:ea typeface="DejaVu Sans"/>
                <a:cs typeface="DejaVu Sans"/>
              </a:defRPr>
            </a:lvl5pPr>
            <a:lvl6pPr algn="l">
              <a:defRPr sz="3225" b="1">
                <a:solidFill>
                  <a:srgbClr val="123247"/>
                </a:solidFill>
                <a:latin typeface="DejaVu Sans"/>
                <a:ea typeface="DejaVu Sans"/>
                <a:cs typeface="DejaVu Sans"/>
              </a:defRPr>
            </a:lvl6pPr>
            <a:lvl7pPr algn="l">
              <a:defRPr sz="3225" b="1">
                <a:solidFill>
                  <a:srgbClr val="123247"/>
                </a:solidFill>
                <a:latin typeface="DejaVu Sans"/>
                <a:ea typeface="DejaVu Sans"/>
                <a:cs typeface="DejaVu Sans"/>
              </a:defRPr>
            </a:lvl7pPr>
            <a:lvl8pPr algn="l">
              <a:defRPr sz="3225" b="1">
                <a:solidFill>
                  <a:srgbClr val="123247"/>
                </a:solidFill>
                <a:latin typeface="DejaVu Sans"/>
                <a:ea typeface="DejaVu Sans"/>
                <a:cs typeface="DejaVu Sans"/>
              </a:defRPr>
            </a:lvl8pPr>
            <a:lvl9pPr algn="l">
              <a:defRPr sz="3225" b="1">
                <a:solidFill>
                  <a:srgbClr val="123247"/>
                </a:solidFill>
                <a:latin typeface="DejaVu Sans"/>
                <a:ea typeface="DejaVu Sans"/>
                <a:cs typeface="DejaVu Sans"/>
              </a:defRPr>
            </a:lvl9pPr>
          </a:lstStyle>
          <a:p>
            <a:pPr algn="l">
              <a:defRPr sz="3225" b="1">
                <a:solidFill>
                  <a:srgbClr val="123247"/>
                </a:solidFill>
                <a:latin typeface="DejaVu Sans"/>
                <a:ea typeface="DejaVu Sans"/>
                <a:cs typeface="DejaVu Sans"/>
              </a:defRPr>
            </a:pPr>
            <a:r>
              <a:rPr sz="3225" b="1">
                <a:solidFill>
                  <a:srgbClr val="123247"/>
                </a:solidFill>
                <a:latin typeface="DejaVu Sans"/>
                <a:ea typeface="DejaVu Sans"/>
                <a:cs typeface="DejaVu Sans"/>
              </a:rPr>
              <a:t>Hosking e Wallis: a região é homogênea?</a:t>
            </a:r>
          </a:p>
        </p:txBody>
      </p:sp>
      <p:sp>
        <p:nvSpPr>
          <p:cNvPr id="3" name="texto">
            <a:extLst>
              <a:ext uri="{FF2B5EF4-FFF2-40B4-BE49-F238E27FC236}">
                <a16:creationId xmlns:a16="http://schemas.microsoft.com/office/drawing/2014/main" id="{CF0260AE-D340-4F5B-827D-BD860ACC70E7}"/>
              </a:ext>
            </a:extLst>
          </p:cNvPr>
          <p:cNvSpPr>
            <a:spLocks noGrp="1"/>
          </p:cNvSpPr>
          <p:nvPr/>
        </p:nvSpPr>
        <p:spPr>
          <a:xfrm>
            <a:off x="609600" y="6096000"/>
            <a:ext cx="10763250" cy="228600"/>
          </a:xfrm>
          <a:prstGeom prst="rect">
            <a:avLst/>
          </a:prstGeom>
          <a:noFill/>
          <a:ln w="0">
            <a:noFill/>
            <a:prstDash val="solid"/>
          </a:ln>
        </p:spPr>
        <p:txBody>
          <a:bodyPr wrap="square" lIns="0" tIns="0" rIns="0" bIns="0" anchor="t">
            <a:noAutofit/>
          </a:bodyPr>
          <a:lstStyle>
            <a:defPPr algn="l">
              <a:defRPr sz="1050" b="0">
                <a:solidFill>
                  <a:srgbClr val="526873"/>
                </a:solidFill>
                <a:latin typeface="DejaVu Sans"/>
                <a:ea typeface="DejaVu Sans"/>
                <a:cs typeface="DejaVu Sans"/>
              </a:defRPr>
            </a:defPPr>
            <a:lvl1pPr algn="l">
              <a:defRPr sz="1050" b="0">
                <a:solidFill>
                  <a:srgbClr val="526873"/>
                </a:solidFill>
                <a:latin typeface="DejaVu Sans"/>
                <a:ea typeface="DejaVu Sans"/>
                <a:cs typeface="DejaVu Sans"/>
              </a:defRPr>
            </a:lvl1pPr>
            <a:lvl2pPr algn="l">
              <a:defRPr sz="1050" b="0">
                <a:solidFill>
                  <a:srgbClr val="526873"/>
                </a:solidFill>
                <a:latin typeface="DejaVu Sans"/>
                <a:ea typeface="DejaVu Sans"/>
                <a:cs typeface="DejaVu Sans"/>
              </a:defRPr>
            </a:lvl2pPr>
            <a:lvl3pPr algn="l">
              <a:defRPr sz="1050" b="0">
                <a:solidFill>
                  <a:srgbClr val="526873"/>
                </a:solidFill>
                <a:latin typeface="DejaVu Sans"/>
                <a:ea typeface="DejaVu Sans"/>
                <a:cs typeface="DejaVu Sans"/>
              </a:defRPr>
            </a:lvl3pPr>
            <a:lvl4pPr algn="l">
              <a:defRPr sz="1050" b="0">
                <a:solidFill>
                  <a:srgbClr val="526873"/>
                </a:solidFill>
                <a:latin typeface="DejaVu Sans"/>
                <a:ea typeface="DejaVu Sans"/>
                <a:cs typeface="DejaVu Sans"/>
              </a:defRPr>
            </a:lvl4pPr>
            <a:lvl5pPr algn="l">
              <a:defRPr sz="1050" b="0">
                <a:solidFill>
                  <a:srgbClr val="526873"/>
                </a:solidFill>
                <a:latin typeface="DejaVu Sans"/>
                <a:ea typeface="DejaVu Sans"/>
                <a:cs typeface="DejaVu Sans"/>
              </a:defRPr>
            </a:lvl5pPr>
            <a:lvl6pPr algn="l">
              <a:defRPr sz="1050" b="0">
                <a:solidFill>
                  <a:srgbClr val="526873"/>
                </a:solidFill>
                <a:latin typeface="DejaVu Sans"/>
                <a:ea typeface="DejaVu Sans"/>
                <a:cs typeface="DejaVu Sans"/>
              </a:defRPr>
            </a:lvl6pPr>
            <a:lvl7pPr algn="l">
              <a:defRPr sz="1050" b="0">
                <a:solidFill>
                  <a:srgbClr val="526873"/>
                </a:solidFill>
                <a:latin typeface="DejaVu Sans"/>
                <a:ea typeface="DejaVu Sans"/>
                <a:cs typeface="DejaVu Sans"/>
              </a:defRPr>
            </a:lvl7pPr>
            <a:lvl8pPr algn="l">
              <a:defRPr sz="1050" b="0">
                <a:solidFill>
                  <a:srgbClr val="526873"/>
                </a:solidFill>
                <a:latin typeface="DejaVu Sans"/>
                <a:ea typeface="DejaVu Sans"/>
                <a:cs typeface="DejaVu Sans"/>
              </a:defRPr>
            </a:lvl8pPr>
            <a:lvl9pPr algn="l">
              <a:defRPr sz="1050" b="0">
                <a:solidFill>
                  <a:srgbClr val="526873"/>
                </a:solidFill>
                <a:latin typeface="DejaVu Sans"/>
                <a:ea typeface="DejaVu Sans"/>
                <a:cs typeface="DejaVu Sans"/>
              </a:defRPr>
            </a:lvl9pPr>
          </a:lstStyle>
          <a:p>
            <a:pPr algn="l">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Fontes: Hosking e Wallis (1993, 1997); Cassalho et al. (2019), ambos os artigos.</a:t>
            </a:r>
          </a:p>
        </p:txBody>
      </p:sp>
      <p:sp>
        <p:nvSpPr>
          <p:cNvPr id="4" name="Straight Connector 3">
            <a:extLst>
              <a:ext uri="{FF2B5EF4-FFF2-40B4-BE49-F238E27FC236}">
                <a16:creationId xmlns:a16="http://schemas.microsoft.com/office/drawing/2014/main" id="{5FD4EDBA-9DF5-40F6-A1FF-1E8F1E3AE72A}"/>
              </a:ext>
            </a:extLst>
          </p:cNvPr>
          <p:cNvSpPr>
            <a:spLocks noGrp="1"/>
          </p:cNvSpPr>
          <p:nvPr/>
        </p:nvSpPr>
        <p:spPr>
          <a:xfrm>
            <a:off x="609600" y="6438900"/>
            <a:ext cx="10972800" cy="0"/>
          </a:xfrm>
          <a:prstGeom prst="line">
            <a:avLst/>
          </a:prstGeom>
          <a:noFill/>
          <a:ln w="9525">
            <a:solidFill>
              <a:srgbClr val="DCE3E3"/>
            </a:solidFill>
            <a:prstDash val="solid"/>
          </a:ln>
        </p:spPr>
        <p:txBody>
          <a:bodyPr/>
          <a:lstStyle/>
          <a:p>
            <a:endParaRPr lang="en-GB"/>
          </a:p>
        </p:txBody>
      </p:sp>
      <p:sp>
        <p:nvSpPr>
          <p:cNvPr id="5" name="texto">
            <a:extLst>
              <a:ext uri="{FF2B5EF4-FFF2-40B4-BE49-F238E27FC236}">
                <a16:creationId xmlns:a16="http://schemas.microsoft.com/office/drawing/2014/main" id="{8F5D7637-C26B-4811-AD3A-974D14C8F70B}"/>
              </a:ext>
            </a:extLst>
          </p:cNvPr>
          <p:cNvSpPr>
            <a:spLocks noGrp="1"/>
          </p:cNvSpPr>
          <p:nvPr/>
        </p:nvSpPr>
        <p:spPr>
          <a:xfrm>
            <a:off x="609600" y="6543675"/>
            <a:ext cx="8572500" cy="190500"/>
          </a:xfrm>
          <a:prstGeom prst="rect">
            <a:avLst/>
          </a:prstGeom>
          <a:noFill/>
          <a:ln w="0">
            <a:noFill/>
            <a:prstDash val="solid"/>
          </a:ln>
        </p:spPr>
        <p:txBody>
          <a:bodyPr wrap="square" lIns="0" tIns="0" rIns="0" bIns="0" anchor="t">
            <a:noAutofit/>
          </a:bodyPr>
          <a:lstStyle>
            <a:defPPr algn="l">
              <a:defRPr sz="975" b="0">
                <a:solidFill>
                  <a:srgbClr val="526873"/>
                </a:solidFill>
                <a:latin typeface="DejaVu Sans"/>
                <a:ea typeface="DejaVu Sans"/>
                <a:cs typeface="DejaVu Sans"/>
              </a:defRPr>
            </a:defPPr>
            <a:lvl1pPr algn="l">
              <a:defRPr sz="975" b="0">
                <a:solidFill>
                  <a:srgbClr val="526873"/>
                </a:solidFill>
                <a:latin typeface="DejaVu Sans"/>
                <a:ea typeface="DejaVu Sans"/>
                <a:cs typeface="DejaVu Sans"/>
              </a:defRPr>
            </a:lvl1pPr>
            <a:lvl2pPr algn="l">
              <a:defRPr sz="975" b="0">
                <a:solidFill>
                  <a:srgbClr val="526873"/>
                </a:solidFill>
                <a:latin typeface="DejaVu Sans"/>
                <a:ea typeface="DejaVu Sans"/>
                <a:cs typeface="DejaVu Sans"/>
              </a:defRPr>
            </a:lvl2pPr>
            <a:lvl3pPr algn="l">
              <a:defRPr sz="975" b="0">
                <a:solidFill>
                  <a:srgbClr val="526873"/>
                </a:solidFill>
                <a:latin typeface="DejaVu Sans"/>
                <a:ea typeface="DejaVu Sans"/>
                <a:cs typeface="DejaVu Sans"/>
              </a:defRPr>
            </a:lvl3pPr>
            <a:lvl4pPr algn="l">
              <a:defRPr sz="975" b="0">
                <a:solidFill>
                  <a:srgbClr val="526873"/>
                </a:solidFill>
                <a:latin typeface="DejaVu Sans"/>
                <a:ea typeface="DejaVu Sans"/>
                <a:cs typeface="DejaVu Sans"/>
              </a:defRPr>
            </a:lvl4pPr>
            <a:lvl5pPr algn="l">
              <a:defRPr sz="975" b="0">
                <a:solidFill>
                  <a:srgbClr val="526873"/>
                </a:solidFill>
                <a:latin typeface="DejaVu Sans"/>
                <a:ea typeface="DejaVu Sans"/>
                <a:cs typeface="DejaVu Sans"/>
              </a:defRPr>
            </a:lvl5pPr>
            <a:lvl6pPr algn="l">
              <a:defRPr sz="975" b="0">
                <a:solidFill>
                  <a:srgbClr val="526873"/>
                </a:solidFill>
                <a:latin typeface="DejaVu Sans"/>
                <a:ea typeface="DejaVu Sans"/>
                <a:cs typeface="DejaVu Sans"/>
              </a:defRPr>
            </a:lvl6pPr>
            <a:lvl7pPr algn="l">
              <a:defRPr sz="975" b="0">
                <a:solidFill>
                  <a:srgbClr val="526873"/>
                </a:solidFill>
                <a:latin typeface="DejaVu Sans"/>
                <a:ea typeface="DejaVu Sans"/>
                <a:cs typeface="DejaVu Sans"/>
              </a:defRPr>
            </a:lvl7pPr>
            <a:lvl8pPr algn="l">
              <a:defRPr sz="975" b="0">
                <a:solidFill>
                  <a:srgbClr val="526873"/>
                </a:solidFill>
                <a:latin typeface="DejaVu Sans"/>
                <a:ea typeface="DejaVu Sans"/>
                <a:cs typeface="DejaVu Sans"/>
              </a:defRPr>
            </a:lvl8pPr>
            <a:lvl9pPr algn="l">
              <a:defRPr sz="975" b="0">
                <a:solidFill>
                  <a:srgbClr val="526873"/>
                </a:solidFill>
                <a:latin typeface="DejaVu Sans"/>
                <a:ea typeface="DejaVu Sans"/>
                <a:cs typeface="DejaVu Sans"/>
              </a:defRPr>
            </a:lvl9pPr>
          </a:lstStyle>
          <a:p>
            <a:pPr algn="l">
              <a:defRPr sz="975" b="0">
                <a:solidFill>
                  <a:srgbClr val="526873"/>
                </a:solidFill>
                <a:latin typeface="DejaVu Sans"/>
                <a:ea typeface="DejaVu Sans"/>
                <a:cs typeface="DejaVu Sans"/>
              </a:defRPr>
            </a:pPr>
            <a:r>
              <a:rPr sz="975" b="0">
                <a:solidFill>
                  <a:srgbClr val="526873"/>
                </a:solidFill>
                <a:latin typeface="DejaVu Sans"/>
                <a:ea typeface="DejaVu Sans"/>
                <a:cs typeface="DejaVu Sans"/>
              </a:rPr>
              <a:t>REGIONALIZAÇÃO DE VAZÕES</a:t>
            </a:r>
          </a:p>
        </p:txBody>
      </p:sp>
      <p:sp>
        <p:nvSpPr>
          <p:cNvPr id="6" name="texto">
            <a:extLst>
              <a:ext uri="{FF2B5EF4-FFF2-40B4-BE49-F238E27FC236}">
                <a16:creationId xmlns:a16="http://schemas.microsoft.com/office/drawing/2014/main" id="{18619710-49C7-4F54-9668-D26E383011AF}"/>
              </a:ext>
            </a:extLst>
          </p:cNvPr>
          <p:cNvSpPr>
            <a:spLocks noGrp="1"/>
          </p:cNvSpPr>
          <p:nvPr/>
        </p:nvSpPr>
        <p:spPr>
          <a:xfrm>
            <a:off x="10620375" y="6534150"/>
            <a:ext cx="962025" cy="209550"/>
          </a:xfrm>
          <a:prstGeom prst="rect">
            <a:avLst/>
          </a:prstGeom>
          <a:noFill/>
          <a:ln w="0">
            <a:noFill/>
            <a:prstDash val="solid"/>
          </a:ln>
        </p:spPr>
        <p:txBody>
          <a:bodyPr wrap="square" lIns="0" tIns="0" rIns="0" bIns="0" anchor="t">
            <a:noAutofit/>
          </a:bodyPr>
          <a:lstStyle>
            <a:defPPr algn="r">
              <a:defRPr sz="1050" b="0">
                <a:solidFill>
                  <a:srgbClr val="526873"/>
                </a:solidFill>
                <a:latin typeface="DejaVu Sans"/>
                <a:ea typeface="DejaVu Sans"/>
                <a:cs typeface="DejaVu Sans"/>
              </a:defRPr>
            </a:defPPr>
            <a:lvl1pPr algn="r">
              <a:defRPr sz="1050" b="0">
                <a:solidFill>
                  <a:srgbClr val="526873"/>
                </a:solidFill>
                <a:latin typeface="DejaVu Sans"/>
                <a:ea typeface="DejaVu Sans"/>
                <a:cs typeface="DejaVu Sans"/>
              </a:defRPr>
            </a:lvl1pPr>
            <a:lvl2pPr algn="r">
              <a:defRPr sz="1050" b="0">
                <a:solidFill>
                  <a:srgbClr val="526873"/>
                </a:solidFill>
                <a:latin typeface="DejaVu Sans"/>
                <a:ea typeface="DejaVu Sans"/>
                <a:cs typeface="DejaVu Sans"/>
              </a:defRPr>
            </a:lvl2pPr>
            <a:lvl3pPr algn="r">
              <a:defRPr sz="1050" b="0">
                <a:solidFill>
                  <a:srgbClr val="526873"/>
                </a:solidFill>
                <a:latin typeface="DejaVu Sans"/>
                <a:ea typeface="DejaVu Sans"/>
                <a:cs typeface="DejaVu Sans"/>
              </a:defRPr>
            </a:lvl3pPr>
            <a:lvl4pPr algn="r">
              <a:defRPr sz="1050" b="0">
                <a:solidFill>
                  <a:srgbClr val="526873"/>
                </a:solidFill>
                <a:latin typeface="DejaVu Sans"/>
                <a:ea typeface="DejaVu Sans"/>
                <a:cs typeface="DejaVu Sans"/>
              </a:defRPr>
            </a:lvl4pPr>
            <a:lvl5pPr algn="r">
              <a:defRPr sz="1050" b="0">
                <a:solidFill>
                  <a:srgbClr val="526873"/>
                </a:solidFill>
                <a:latin typeface="DejaVu Sans"/>
                <a:ea typeface="DejaVu Sans"/>
                <a:cs typeface="DejaVu Sans"/>
              </a:defRPr>
            </a:lvl5pPr>
            <a:lvl6pPr algn="r">
              <a:defRPr sz="1050" b="0">
                <a:solidFill>
                  <a:srgbClr val="526873"/>
                </a:solidFill>
                <a:latin typeface="DejaVu Sans"/>
                <a:ea typeface="DejaVu Sans"/>
                <a:cs typeface="DejaVu Sans"/>
              </a:defRPr>
            </a:lvl6pPr>
            <a:lvl7pPr algn="r">
              <a:defRPr sz="1050" b="0">
                <a:solidFill>
                  <a:srgbClr val="526873"/>
                </a:solidFill>
                <a:latin typeface="DejaVu Sans"/>
                <a:ea typeface="DejaVu Sans"/>
                <a:cs typeface="DejaVu Sans"/>
              </a:defRPr>
            </a:lvl7pPr>
            <a:lvl8pPr algn="r">
              <a:defRPr sz="1050" b="0">
                <a:solidFill>
                  <a:srgbClr val="526873"/>
                </a:solidFill>
                <a:latin typeface="DejaVu Sans"/>
                <a:ea typeface="DejaVu Sans"/>
                <a:cs typeface="DejaVu Sans"/>
              </a:defRPr>
            </a:lvl8pPr>
            <a:lvl9pPr algn="r">
              <a:defRPr sz="1050" b="0">
                <a:solidFill>
                  <a:srgbClr val="526873"/>
                </a:solidFill>
                <a:latin typeface="DejaVu Sans"/>
                <a:ea typeface="DejaVu Sans"/>
                <a:cs typeface="DejaVu Sans"/>
              </a:defRPr>
            </a:lvl9pPr>
          </a:lstStyle>
          <a:p>
            <a:pPr algn="r">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17 / 38</a:t>
            </a:r>
          </a:p>
        </p:txBody>
      </p:sp>
      <p:sp>
        <p:nvSpPr>
          <p:cNvPr id="7" name="texto">
            <a:extLst>
              <a:ext uri="{FF2B5EF4-FFF2-40B4-BE49-F238E27FC236}">
                <a16:creationId xmlns:a16="http://schemas.microsoft.com/office/drawing/2014/main" id="{2580C745-F4EF-4F74-8676-E2FF2AF0F995}"/>
              </a:ext>
            </a:extLst>
          </p:cNvPr>
          <p:cNvSpPr>
            <a:spLocks noGrp="1"/>
          </p:cNvSpPr>
          <p:nvPr/>
        </p:nvSpPr>
        <p:spPr>
          <a:xfrm>
            <a:off x="609600" y="1847850"/>
            <a:ext cx="10972800" cy="771525"/>
          </a:xfrm>
          <a:prstGeom prst="rect">
            <a:avLst/>
          </a:prstGeom>
          <a:noFill/>
          <a:ln w="0">
            <a:noFill/>
            <a:prstDash val="solid"/>
          </a:ln>
        </p:spPr>
        <p:txBody>
          <a:bodyPr wrap="square" lIns="0" tIns="0" rIns="0" bIns="0" anchor="t">
            <a:noAutofit/>
          </a:bodyPr>
          <a:lstStyle>
            <a:defPPr algn="l">
              <a:defRPr sz="3675" b="1">
                <a:solidFill>
                  <a:srgbClr val="123247"/>
                </a:solidFill>
                <a:latin typeface="DejaVu Sans"/>
                <a:ea typeface="DejaVu Sans"/>
                <a:cs typeface="DejaVu Sans"/>
              </a:defRPr>
            </a:defPPr>
            <a:lvl1pPr algn="l">
              <a:defRPr sz="3675" b="1">
                <a:solidFill>
                  <a:srgbClr val="123247"/>
                </a:solidFill>
                <a:latin typeface="DejaVu Sans"/>
                <a:ea typeface="DejaVu Sans"/>
                <a:cs typeface="DejaVu Sans"/>
              </a:defRPr>
            </a:lvl1pPr>
            <a:lvl2pPr algn="l">
              <a:defRPr sz="3675" b="1">
                <a:solidFill>
                  <a:srgbClr val="123247"/>
                </a:solidFill>
                <a:latin typeface="DejaVu Sans"/>
                <a:ea typeface="DejaVu Sans"/>
                <a:cs typeface="DejaVu Sans"/>
              </a:defRPr>
            </a:lvl2pPr>
            <a:lvl3pPr algn="l">
              <a:defRPr sz="3675" b="1">
                <a:solidFill>
                  <a:srgbClr val="123247"/>
                </a:solidFill>
                <a:latin typeface="DejaVu Sans"/>
                <a:ea typeface="DejaVu Sans"/>
                <a:cs typeface="DejaVu Sans"/>
              </a:defRPr>
            </a:lvl3pPr>
            <a:lvl4pPr algn="l">
              <a:defRPr sz="3675" b="1">
                <a:solidFill>
                  <a:srgbClr val="123247"/>
                </a:solidFill>
                <a:latin typeface="DejaVu Sans"/>
                <a:ea typeface="DejaVu Sans"/>
                <a:cs typeface="DejaVu Sans"/>
              </a:defRPr>
            </a:lvl4pPr>
            <a:lvl5pPr algn="l">
              <a:defRPr sz="3675" b="1">
                <a:solidFill>
                  <a:srgbClr val="123247"/>
                </a:solidFill>
                <a:latin typeface="DejaVu Sans"/>
                <a:ea typeface="DejaVu Sans"/>
                <a:cs typeface="DejaVu Sans"/>
              </a:defRPr>
            </a:lvl5pPr>
            <a:lvl6pPr algn="l">
              <a:defRPr sz="3675" b="1">
                <a:solidFill>
                  <a:srgbClr val="123247"/>
                </a:solidFill>
                <a:latin typeface="DejaVu Sans"/>
                <a:ea typeface="DejaVu Sans"/>
                <a:cs typeface="DejaVu Sans"/>
              </a:defRPr>
            </a:lvl6pPr>
            <a:lvl7pPr algn="l">
              <a:defRPr sz="3675" b="1">
                <a:solidFill>
                  <a:srgbClr val="123247"/>
                </a:solidFill>
                <a:latin typeface="DejaVu Sans"/>
                <a:ea typeface="DejaVu Sans"/>
                <a:cs typeface="DejaVu Sans"/>
              </a:defRPr>
            </a:lvl7pPr>
            <a:lvl8pPr algn="l">
              <a:defRPr sz="3675" b="1">
                <a:solidFill>
                  <a:srgbClr val="123247"/>
                </a:solidFill>
                <a:latin typeface="DejaVu Sans"/>
                <a:ea typeface="DejaVu Sans"/>
                <a:cs typeface="DejaVu Sans"/>
              </a:defRPr>
            </a:lvl8pPr>
            <a:lvl9pPr algn="l">
              <a:defRPr sz="3675" b="1">
                <a:solidFill>
                  <a:srgbClr val="123247"/>
                </a:solidFill>
                <a:latin typeface="DejaVu Sans"/>
                <a:ea typeface="DejaVu Sans"/>
                <a:cs typeface="DejaVu Sans"/>
              </a:defRPr>
            </a:lvl9pPr>
          </a:lstStyle>
          <a:p>
            <a:pPr algn="l">
              <a:defRPr sz="3675" b="1">
                <a:solidFill>
                  <a:srgbClr val="123247"/>
                </a:solidFill>
                <a:latin typeface="DejaVu Sans"/>
                <a:ea typeface="DejaVu Sans"/>
                <a:cs typeface="DejaVu Sans"/>
              </a:defRPr>
            </a:pPr>
            <a:r>
              <a:rPr sz="3675" b="1">
                <a:solidFill>
                  <a:srgbClr val="123247"/>
                </a:solidFill>
                <a:latin typeface="DejaVu Sans"/>
                <a:ea typeface="DejaVu Sans"/>
                <a:cs typeface="DejaVu Sans"/>
              </a:rPr>
              <a:t>H₁ = (Vobs − μV) / σV</a:t>
            </a:r>
          </a:p>
        </p:txBody>
      </p:sp>
      <p:graphicFrame>
        <p:nvGraphicFramePr>
          <p:cNvPr id="8" name="Table 7">
            <a:extLst>
              <a:ext uri="{FF2B5EF4-FFF2-40B4-BE49-F238E27FC236}">
                <a16:creationId xmlns:a16="http://schemas.microsoft.com/office/drawing/2014/main" id="{9C0E39C1-50D1-4C82-A471-DEF13B973573}"/>
              </a:ext>
            </a:extLst>
          </p:cNvPr>
          <p:cNvGraphicFramePr/>
          <p:nvPr/>
        </p:nvGraphicFramePr>
        <p:xfrm>
          <a:off x="609600" y="2819400"/>
          <a:ext cx="10972800" cy="2610326"/>
        </p:xfrm>
        <a:graphic>
          <a:graphicData uri="http://schemas.openxmlformats.org/drawingml/2006/table">
            <a:tbl>
              <a:tblPr/>
              <a:tblGrid>
                <a:gridCol w="2571750">
                  <a:extLst>
                    <a:ext uri="{9D8B030D-6E8A-4147-A177-3AD203B41FA5}">
                      <a16:colId xmlns:a16="http://schemas.microsoft.com/office/drawing/2014/main" val="20000"/>
                    </a:ext>
                  </a:extLst>
                </a:gridCol>
                <a:gridCol w="8401050">
                  <a:extLst>
                    <a:ext uri="{9D8B030D-6E8A-4147-A177-3AD203B41FA5}">
                      <a16:colId xmlns:a16="http://schemas.microsoft.com/office/drawing/2014/main" val="20001"/>
                    </a:ext>
                  </a:extLst>
                </a:gridCol>
              </a:tblGrid>
              <a:tr h="621506">
                <a:tc>
                  <a:txBody>
                    <a:bodyPr/>
                    <a:lstStyle/>
                    <a:p>
                      <a:pPr algn="l"/>
                      <a:r>
                        <a:rPr sz="1875" b="1">
                          <a:solidFill>
                            <a:srgbClr val="FFFFFF"/>
                          </a:solidFill>
                          <a:latin typeface="DejaVu Sans"/>
                          <a:ea typeface="DejaVu Sans"/>
                          <a:cs typeface="DejaVu Sans"/>
                        </a:rPr>
                        <a:t>Componente</a:t>
                      </a:r>
                    </a:p>
                  </a:txBody>
                  <a:tcPr anchor="ctr">
                    <a:lnL w="6668">
                      <a:solidFill>
                        <a:srgbClr val="DCE3E3"/>
                      </a:solidFill>
                      <a:prstDash val="solid"/>
                    </a:lnL>
                    <a:lnR w="6668">
                      <a:solidFill>
                        <a:srgbClr val="DCE3E3"/>
                      </a:solidFill>
                      <a:prstDash val="solid"/>
                    </a:lnR>
                    <a:lnT w="6668">
                      <a:solidFill>
                        <a:srgbClr val="DCE3E3"/>
                      </a:solidFill>
                      <a:prstDash val="solid"/>
                    </a:lnT>
                    <a:lnB w="6668">
                      <a:solidFill>
                        <a:srgbClr val="DCE3E3"/>
                      </a:solidFill>
                      <a:prstDash val="solid"/>
                    </a:lnB>
                    <a:solidFill>
                      <a:srgbClr val="123247"/>
                    </a:solidFill>
                  </a:tcPr>
                </a:tc>
                <a:tc>
                  <a:txBody>
                    <a:bodyPr/>
                    <a:lstStyle/>
                    <a:p>
                      <a:pPr algn="l"/>
                      <a:r>
                        <a:rPr sz="1875" b="1">
                          <a:solidFill>
                            <a:srgbClr val="FFFFFF"/>
                          </a:solidFill>
                          <a:latin typeface="DejaVu Sans"/>
                          <a:ea typeface="DejaVu Sans"/>
                          <a:cs typeface="DejaVu Sans"/>
                        </a:rPr>
                        <a:t>Como obter</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a:solidFill>
                        <a:srgbClr val="DCE3E3"/>
                      </a:solidFill>
                      <a:prstDash val="solid"/>
                    </a:lnT>
                    <a:lnB w="6668">
                      <a:solidFill>
                        <a:srgbClr val="DCE3E3"/>
                      </a:solidFill>
                      <a:prstDash val="solid"/>
                    </a:lnB>
                    <a:solidFill>
                      <a:srgbClr val="123247"/>
                    </a:solidFill>
                  </a:tcPr>
                </a:tc>
                <a:extLst>
                  <a:ext uri="{0D108BD9-81ED-4DB2-BD59-A6C34878D82A}">
                    <a16:rowId xmlns:a16="http://schemas.microsoft.com/office/drawing/2014/main" val="10000"/>
                  </a:ext>
                </a:extLst>
              </a:tr>
              <a:tr h="621506">
                <a:tc>
                  <a:txBody>
                    <a:bodyPr/>
                    <a:lstStyle/>
                    <a:p>
                      <a:pPr algn="l"/>
                      <a:r>
                        <a:rPr sz="1875" b="0">
                          <a:solidFill>
                            <a:srgbClr val="193647"/>
                          </a:solidFill>
                          <a:latin typeface="DejaVu Sans"/>
                          <a:ea typeface="DejaVu Sans"/>
                          <a:cs typeface="DejaVu Sans"/>
                        </a:rPr>
                        <a:t>Vobs</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1875" b="0">
                          <a:solidFill>
                            <a:srgbClr val="193647"/>
                          </a:solidFill>
                          <a:latin typeface="DejaVu Sans"/>
                          <a:ea typeface="DejaVu Sans"/>
                          <a:cs typeface="DejaVu Sans"/>
                        </a:rPr>
                        <a:t>Dispersão dos L-CV (t) entre estações;</a:t>
                      </a:r>
                    </a:p>
                    <a:p>
                      <a:pPr algn="l"/>
                      <a:r>
                        <a:rPr sz="1875" b="0">
                          <a:solidFill>
                            <a:srgbClr val="193647"/>
                          </a:solidFill>
                          <a:latin typeface="DejaVu Sans"/>
                          <a:ea typeface="DejaVu Sans"/>
                          <a:cs typeface="DejaVu Sans"/>
                        </a:rPr>
                        <a:t>ponderar pelo comprimento nᵢ dos registros.</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extLst>
                  <a:ext uri="{0D108BD9-81ED-4DB2-BD59-A6C34878D82A}">
                    <a16:rowId xmlns:a16="http://schemas.microsoft.com/office/drawing/2014/main" val="10001"/>
                  </a:ext>
                </a:extLst>
              </a:tr>
              <a:tr h="621506">
                <a:tc>
                  <a:txBody>
                    <a:bodyPr/>
                    <a:lstStyle/>
                    <a:p>
                      <a:pPr algn="l"/>
                      <a:r>
                        <a:rPr sz="1875" b="0">
                          <a:solidFill>
                            <a:srgbClr val="193647"/>
                          </a:solidFill>
                          <a:latin typeface="DejaVu Sans"/>
                          <a:ea typeface="DejaVu Sans"/>
                          <a:cs typeface="DejaVu Sans"/>
                        </a:rPr>
                        <a:t>μV e σV</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1875" b="0">
                          <a:solidFill>
                            <a:srgbClr val="193647"/>
                          </a:solidFill>
                          <a:latin typeface="DejaVu Sans"/>
                          <a:ea typeface="DejaVu Sans"/>
                          <a:cs typeface="DejaVu Sans"/>
                        </a:rPr>
                        <a:t>Média e desvio-padrão de V em regiões</a:t>
                      </a:r>
                    </a:p>
                    <a:p>
                      <a:pPr algn="l"/>
                      <a:r>
                        <a:rPr sz="1875" b="0">
                          <a:solidFill>
                            <a:srgbClr val="193647"/>
                          </a:solidFill>
                          <a:latin typeface="DejaVu Sans"/>
                          <a:ea typeface="DejaVu Sans"/>
                          <a:cs typeface="DejaVu Sans"/>
                        </a:rPr>
                        <a:t>homogêneas simuladas, com os mesmos N e nᵢ.</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extLst>
                  <a:ext uri="{0D108BD9-81ED-4DB2-BD59-A6C34878D82A}">
                    <a16:rowId xmlns:a16="http://schemas.microsoft.com/office/drawing/2014/main" val="10002"/>
                  </a:ext>
                </a:extLst>
              </a:tr>
              <a:tr h="621506">
                <a:tc>
                  <a:txBody>
                    <a:bodyPr/>
                    <a:lstStyle/>
                    <a:p>
                      <a:pPr algn="l"/>
                      <a:r>
                        <a:rPr sz="1875" b="0">
                          <a:solidFill>
                            <a:srgbClr val="193647"/>
                          </a:solidFill>
                          <a:latin typeface="DejaVu Sans"/>
                          <a:ea typeface="DejaVu Sans"/>
                          <a:cs typeface="DejaVu Sans"/>
                        </a:rPr>
                        <a:t>Leitura de H₁</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1875" b="0">
                          <a:solidFill>
                            <a:srgbClr val="193647"/>
                          </a:solidFill>
                          <a:latin typeface="DejaVu Sans"/>
                          <a:ea typeface="DejaVu Sans"/>
                          <a:cs typeface="DejaVu Sans"/>
                        </a:rPr>
                        <a:t>Quão acima da referência homogênea</a:t>
                      </a:r>
                    </a:p>
                    <a:p>
                      <a:pPr algn="l"/>
                      <a:r>
                        <a:rPr sz="1875" b="0">
                          <a:solidFill>
                            <a:srgbClr val="193647"/>
                          </a:solidFill>
                          <a:latin typeface="DejaVu Sans"/>
                          <a:ea typeface="DejaVu Sans"/>
                          <a:cs typeface="DejaVu Sans"/>
                        </a:rPr>
                        <a:t>está a dispersão observada?</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9" name="texto">
            <a:extLst>
              <a:ext uri="{FF2B5EF4-FFF2-40B4-BE49-F238E27FC236}">
                <a16:creationId xmlns:a16="http://schemas.microsoft.com/office/drawing/2014/main" id="{66F6A008-5452-4EDD-87B6-F208A894F6AF}"/>
              </a:ext>
            </a:extLst>
          </p:cNvPr>
          <p:cNvSpPr>
            <a:spLocks noGrp="1"/>
          </p:cNvSpPr>
          <p:nvPr/>
        </p:nvSpPr>
        <p:spPr>
          <a:xfrm>
            <a:off x="609600" y="5610225"/>
            <a:ext cx="10972800" cy="447675"/>
          </a:xfrm>
          <a:prstGeom prst="rect">
            <a:avLst/>
          </a:prstGeom>
          <a:noFill/>
          <a:ln w="0">
            <a:noFill/>
            <a:prstDash val="solid"/>
          </a:ln>
        </p:spPr>
        <p:txBody>
          <a:bodyPr wrap="square" lIns="0" tIns="0" rIns="0" bIns="0" anchor="t">
            <a:noAutofit/>
          </a:bodyPr>
          <a:lstStyle>
            <a:defPPr algn="l">
              <a:defRPr sz="2100" b="1">
                <a:solidFill>
                  <a:srgbClr val="087F88"/>
                </a:solidFill>
                <a:latin typeface="DejaVu Sans"/>
                <a:ea typeface="DejaVu Sans"/>
                <a:cs typeface="DejaVu Sans"/>
              </a:defRPr>
            </a:defPPr>
            <a:lvl1pPr algn="l">
              <a:defRPr sz="2100" b="1">
                <a:solidFill>
                  <a:srgbClr val="087F88"/>
                </a:solidFill>
                <a:latin typeface="DejaVu Sans"/>
                <a:ea typeface="DejaVu Sans"/>
                <a:cs typeface="DejaVu Sans"/>
              </a:defRPr>
            </a:lvl1pPr>
            <a:lvl2pPr algn="l">
              <a:defRPr sz="2100" b="1">
                <a:solidFill>
                  <a:srgbClr val="087F88"/>
                </a:solidFill>
                <a:latin typeface="DejaVu Sans"/>
                <a:ea typeface="DejaVu Sans"/>
                <a:cs typeface="DejaVu Sans"/>
              </a:defRPr>
            </a:lvl2pPr>
            <a:lvl3pPr algn="l">
              <a:defRPr sz="2100" b="1">
                <a:solidFill>
                  <a:srgbClr val="087F88"/>
                </a:solidFill>
                <a:latin typeface="DejaVu Sans"/>
                <a:ea typeface="DejaVu Sans"/>
                <a:cs typeface="DejaVu Sans"/>
              </a:defRPr>
            </a:lvl3pPr>
            <a:lvl4pPr algn="l">
              <a:defRPr sz="2100" b="1">
                <a:solidFill>
                  <a:srgbClr val="087F88"/>
                </a:solidFill>
                <a:latin typeface="DejaVu Sans"/>
                <a:ea typeface="DejaVu Sans"/>
                <a:cs typeface="DejaVu Sans"/>
              </a:defRPr>
            </a:lvl4pPr>
            <a:lvl5pPr algn="l">
              <a:defRPr sz="2100" b="1">
                <a:solidFill>
                  <a:srgbClr val="087F88"/>
                </a:solidFill>
                <a:latin typeface="DejaVu Sans"/>
                <a:ea typeface="DejaVu Sans"/>
                <a:cs typeface="DejaVu Sans"/>
              </a:defRPr>
            </a:lvl5pPr>
            <a:lvl6pPr algn="l">
              <a:defRPr sz="2100" b="1">
                <a:solidFill>
                  <a:srgbClr val="087F88"/>
                </a:solidFill>
                <a:latin typeface="DejaVu Sans"/>
                <a:ea typeface="DejaVu Sans"/>
                <a:cs typeface="DejaVu Sans"/>
              </a:defRPr>
            </a:lvl6pPr>
            <a:lvl7pPr algn="l">
              <a:defRPr sz="2100" b="1">
                <a:solidFill>
                  <a:srgbClr val="087F88"/>
                </a:solidFill>
                <a:latin typeface="DejaVu Sans"/>
                <a:ea typeface="DejaVu Sans"/>
                <a:cs typeface="DejaVu Sans"/>
              </a:defRPr>
            </a:lvl7pPr>
            <a:lvl8pPr algn="l">
              <a:defRPr sz="2100" b="1">
                <a:solidFill>
                  <a:srgbClr val="087F88"/>
                </a:solidFill>
                <a:latin typeface="DejaVu Sans"/>
                <a:ea typeface="DejaVu Sans"/>
                <a:cs typeface="DejaVu Sans"/>
              </a:defRPr>
            </a:lvl8pPr>
            <a:lvl9pPr algn="l">
              <a:defRPr sz="2100" b="1">
                <a:solidFill>
                  <a:srgbClr val="087F88"/>
                </a:solidFill>
                <a:latin typeface="DejaVu Sans"/>
                <a:ea typeface="DejaVu Sans"/>
                <a:cs typeface="DejaVu Sans"/>
              </a:defRPr>
            </a:lvl9pPr>
          </a:lstStyle>
          <a:p>
            <a:pPr algn="l">
              <a:defRPr sz="2100" b="1">
                <a:solidFill>
                  <a:srgbClr val="087F88"/>
                </a:solidFill>
                <a:latin typeface="DejaVu Sans"/>
                <a:ea typeface="DejaVu Sans"/>
                <a:cs typeface="DejaVu Sans"/>
              </a:defRPr>
            </a:pPr>
            <a:r>
              <a:rPr sz="2100" b="1">
                <a:solidFill>
                  <a:srgbClr val="087F88"/>
                </a:solidFill>
                <a:latin typeface="DejaVu Sans"/>
                <a:ea typeface="DejaVu Sans"/>
                <a:cs typeface="DejaVu Sans"/>
              </a:rPr>
              <a:t>Dᵢ complementa a análise: identifica estações discordantes.</a:t>
            </a:r>
          </a:p>
        </p:txBody>
      </p:sp>
    </p:spTree>
    <p:extLst>
      <p:ext uri="{BB962C8B-B14F-4D97-AF65-F5344CB8AC3E}">
        <p14:creationId xmlns:p14="http://schemas.microsoft.com/office/powerpoint/2010/main" val="17292639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0" name="texto">
            <a:extLst>
              <a:ext uri="{FF2B5EF4-FFF2-40B4-BE49-F238E27FC236}">
                <a16:creationId xmlns:a16="http://schemas.microsoft.com/office/drawing/2014/main" id="{2B7F4069-F224-4CAF-A8B8-DA9754903844}"/>
              </a:ext>
            </a:extLst>
          </p:cNvPr>
          <p:cNvSpPr>
            <a:spLocks noGrp="1"/>
          </p:cNvSpPr>
          <p:nvPr/>
        </p:nvSpPr>
        <p:spPr>
          <a:xfrm>
            <a:off x="609600" y="285750"/>
            <a:ext cx="10668000" cy="247650"/>
          </a:xfrm>
          <a:prstGeom prst="rect">
            <a:avLst/>
          </a:prstGeom>
          <a:noFill/>
          <a:ln w="0">
            <a:noFill/>
            <a:prstDash val="solid"/>
          </a:ln>
        </p:spPr>
        <p:txBody>
          <a:bodyPr wrap="square" lIns="0" tIns="0" rIns="0" bIns="0" anchor="t">
            <a:noAutofit/>
          </a:bodyPr>
          <a:lstStyle>
            <a:defPPr algn="l">
              <a:defRPr sz="1275" b="1">
                <a:solidFill>
                  <a:srgbClr val="087F88"/>
                </a:solidFill>
                <a:latin typeface="DejaVu Sans"/>
                <a:ea typeface="DejaVu Sans"/>
                <a:cs typeface="DejaVu Sans"/>
              </a:defRPr>
            </a:defPPr>
            <a:lvl1pPr algn="l">
              <a:defRPr sz="1275" b="1">
                <a:solidFill>
                  <a:srgbClr val="087F88"/>
                </a:solidFill>
                <a:latin typeface="DejaVu Sans"/>
                <a:ea typeface="DejaVu Sans"/>
                <a:cs typeface="DejaVu Sans"/>
              </a:defRPr>
            </a:lvl1pPr>
            <a:lvl2pPr algn="l">
              <a:defRPr sz="1275" b="1">
                <a:solidFill>
                  <a:srgbClr val="087F88"/>
                </a:solidFill>
                <a:latin typeface="DejaVu Sans"/>
                <a:ea typeface="DejaVu Sans"/>
                <a:cs typeface="DejaVu Sans"/>
              </a:defRPr>
            </a:lvl2pPr>
            <a:lvl3pPr algn="l">
              <a:defRPr sz="1275" b="1">
                <a:solidFill>
                  <a:srgbClr val="087F88"/>
                </a:solidFill>
                <a:latin typeface="DejaVu Sans"/>
                <a:ea typeface="DejaVu Sans"/>
                <a:cs typeface="DejaVu Sans"/>
              </a:defRPr>
            </a:lvl3pPr>
            <a:lvl4pPr algn="l">
              <a:defRPr sz="1275" b="1">
                <a:solidFill>
                  <a:srgbClr val="087F88"/>
                </a:solidFill>
                <a:latin typeface="DejaVu Sans"/>
                <a:ea typeface="DejaVu Sans"/>
                <a:cs typeface="DejaVu Sans"/>
              </a:defRPr>
            </a:lvl4pPr>
            <a:lvl5pPr algn="l">
              <a:defRPr sz="1275" b="1">
                <a:solidFill>
                  <a:srgbClr val="087F88"/>
                </a:solidFill>
                <a:latin typeface="DejaVu Sans"/>
                <a:ea typeface="DejaVu Sans"/>
                <a:cs typeface="DejaVu Sans"/>
              </a:defRPr>
            </a:lvl5pPr>
            <a:lvl6pPr algn="l">
              <a:defRPr sz="1275" b="1">
                <a:solidFill>
                  <a:srgbClr val="087F88"/>
                </a:solidFill>
                <a:latin typeface="DejaVu Sans"/>
                <a:ea typeface="DejaVu Sans"/>
                <a:cs typeface="DejaVu Sans"/>
              </a:defRPr>
            </a:lvl6pPr>
            <a:lvl7pPr algn="l">
              <a:defRPr sz="1275" b="1">
                <a:solidFill>
                  <a:srgbClr val="087F88"/>
                </a:solidFill>
                <a:latin typeface="DejaVu Sans"/>
                <a:ea typeface="DejaVu Sans"/>
                <a:cs typeface="DejaVu Sans"/>
              </a:defRPr>
            </a:lvl7pPr>
            <a:lvl8pPr algn="l">
              <a:defRPr sz="1275" b="1">
                <a:solidFill>
                  <a:srgbClr val="087F88"/>
                </a:solidFill>
                <a:latin typeface="DejaVu Sans"/>
                <a:ea typeface="DejaVu Sans"/>
                <a:cs typeface="DejaVu Sans"/>
              </a:defRPr>
            </a:lvl8pPr>
            <a:lvl9pPr algn="l">
              <a:defRPr sz="1275" b="1">
                <a:solidFill>
                  <a:srgbClr val="087F88"/>
                </a:solidFill>
                <a:latin typeface="DejaVu Sans"/>
                <a:ea typeface="DejaVu Sans"/>
                <a:cs typeface="DejaVu Sans"/>
              </a:defRPr>
            </a:lvl9pPr>
          </a:lstStyle>
          <a:p>
            <a:pPr algn="l">
              <a:defRPr sz="1275" b="1">
                <a:solidFill>
                  <a:srgbClr val="087F88"/>
                </a:solidFill>
                <a:latin typeface="DejaVu Sans"/>
                <a:ea typeface="DejaVu Sans"/>
                <a:cs typeface="DejaVu Sans"/>
              </a:defRPr>
            </a:pPr>
            <a:r>
              <a:rPr sz="1275" b="1">
                <a:solidFill>
                  <a:srgbClr val="087F88"/>
                </a:solidFill>
                <a:latin typeface="DejaVu Sans"/>
                <a:ea typeface="DejaVu Sans"/>
                <a:cs typeface="DejaVu Sans"/>
              </a:rPr>
              <a:t>HOSKING E WALLIS</a:t>
            </a:r>
          </a:p>
        </p:txBody>
      </p:sp>
      <p:sp>
        <p:nvSpPr>
          <p:cNvPr id="2" name="texto">
            <a:extLst>
              <a:ext uri="{FF2B5EF4-FFF2-40B4-BE49-F238E27FC236}">
                <a16:creationId xmlns:a16="http://schemas.microsoft.com/office/drawing/2014/main" id="{02F9867A-511F-4B23-962F-D0E4E8FE6C74}"/>
              </a:ext>
            </a:extLst>
          </p:cNvPr>
          <p:cNvSpPr>
            <a:spLocks noGrp="1"/>
          </p:cNvSpPr>
          <p:nvPr/>
        </p:nvSpPr>
        <p:spPr>
          <a:xfrm>
            <a:off x="609600" y="685800"/>
            <a:ext cx="10972800" cy="1028700"/>
          </a:xfrm>
          <a:prstGeom prst="rect">
            <a:avLst/>
          </a:prstGeom>
          <a:noFill/>
          <a:ln w="0">
            <a:noFill/>
            <a:prstDash val="solid"/>
          </a:ln>
        </p:spPr>
        <p:txBody>
          <a:bodyPr wrap="square" lIns="0" tIns="0" rIns="0" bIns="0" anchor="t">
            <a:noAutofit/>
          </a:bodyPr>
          <a:lstStyle>
            <a:defPPr algn="l">
              <a:defRPr sz="3225" b="1">
                <a:solidFill>
                  <a:srgbClr val="123247"/>
                </a:solidFill>
                <a:latin typeface="DejaVu Sans"/>
                <a:ea typeface="DejaVu Sans"/>
                <a:cs typeface="DejaVu Sans"/>
              </a:defRPr>
            </a:defPPr>
            <a:lvl1pPr algn="l">
              <a:defRPr sz="3225" b="1">
                <a:solidFill>
                  <a:srgbClr val="123247"/>
                </a:solidFill>
                <a:latin typeface="DejaVu Sans"/>
                <a:ea typeface="DejaVu Sans"/>
                <a:cs typeface="DejaVu Sans"/>
              </a:defRPr>
            </a:lvl1pPr>
            <a:lvl2pPr algn="l">
              <a:defRPr sz="3225" b="1">
                <a:solidFill>
                  <a:srgbClr val="123247"/>
                </a:solidFill>
                <a:latin typeface="DejaVu Sans"/>
                <a:ea typeface="DejaVu Sans"/>
                <a:cs typeface="DejaVu Sans"/>
              </a:defRPr>
            </a:lvl2pPr>
            <a:lvl3pPr algn="l">
              <a:defRPr sz="3225" b="1">
                <a:solidFill>
                  <a:srgbClr val="123247"/>
                </a:solidFill>
                <a:latin typeface="DejaVu Sans"/>
                <a:ea typeface="DejaVu Sans"/>
                <a:cs typeface="DejaVu Sans"/>
              </a:defRPr>
            </a:lvl3pPr>
            <a:lvl4pPr algn="l">
              <a:defRPr sz="3225" b="1">
                <a:solidFill>
                  <a:srgbClr val="123247"/>
                </a:solidFill>
                <a:latin typeface="DejaVu Sans"/>
                <a:ea typeface="DejaVu Sans"/>
                <a:cs typeface="DejaVu Sans"/>
              </a:defRPr>
            </a:lvl4pPr>
            <a:lvl5pPr algn="l">
              <a:defRPr sz="3225" b="1">
                <a:solidFill>
                  <a:srgbClr val="123247"/>
                </a:solidFill>
                <a:latin typeface="DejaVu Sans"/>
                <a:ea typeface="DejaVu Sans"/>
                <a:cs typeface="DejaVu Sans"/>
              </a:defRPr>
            </a:lvl5pPr>
            <a:lvl6pPr algn="l">
              <a:defRPr sz="3225" b="1">
                <a:solidFill>
                  <a:srgbClr val="123247"/>
                </a:solidFill>
                <a:latin typeface="DejaVu Sans"/>
                <a:ea typeface="DejaVu Sans"/>
                <a:cs typeface="DejaVu Sans"/>
              </a:defRPr>
            </a:lvl6pPr>
            <a:lvl7pPr algn="l">
              <a:defRPr sz="3225" b="1">
                <a:solidFill>
                  <a:srgbClr val="123247"/>
                </a:solidFill>
                <a:latin typeface="DejaVu Sans"/>
                <a:ea typeface="DejaVu Sans"/>
                <a:cs typeface="DejaVu Sans"/>
              </a:defRPr>
            </a:lvl7pPr>
            <a:lvl8pPr algn="l">
              <a:defRPr sz="3225" b="1">
                <a:solidFill>
                  <a:srgbClr val="123247"/>
                </a:solidFill>
                <a:latin typeface="DejaVu Sans"/>
                <a:ea typeface="DejaVu Sans"/>
                <a:cs typeface="DejaVu Sans"/>
              </a:defRPr>
            </a:lvl8pPr>
            <a:lvl9pPr algn="l">
              <a:defRPr sz="3225" b="1">
                <a:solidFill>
                  <a:srgbClr val="123247"/>
                </a:solidFill>
                <a:latin typeface="DejaVu Sans"/>
                <a:ea typeface="DejaVu Sans"/>
                <a:cs typeface="DejaVu Sans"/>
              </a:defRPr>
            </a:lvl9pPr>
          </a:lstStyle>
          <a:p>
            <a:pPr algn="l">
              <a:defRPr sz="3225" b="1">
                <a:solidFill>
                  <a:srgbClr val="123247"/>
                </a:solidFill>
                <a:latin typeface="DejaVu Sans"/>
                <a:ea typeface="DejaVu Sans"/>
                <a:cs typeface="DejaVu Sans"/>
              </a:defRPr>
            </a:pPr>
            <a:r>
              <a:rPr sz="3225" b="1">
                <a:solidFill>
                  <a:srgbClr val="123247"/>
                </a:solidFill>
                <a:latin typeface="DejaVu Sans"/>
                <a:ea typeface="DejaVu Sans"/>
                <a:cs typeface="DejaVu Sans"/>
              </a:rPr>
              <a:t>Interpretação do diagnóstico de homogeneidade</a:t>
            </a:r>
          </a:p>
        </p:txBody>
      </p:sp>
      <p:sp>
        <p:nvSpPr>
          <p:cNvPr id="3" name="texto">
            <a:extLst>
              <a:ext uri="{FF2B5EF4-FFF2-40B4-BE49-F238E27FC236}">
                <a16:creationId xmlns:a16="http://schemas.microsoft.com/office/drawing/2014/main" id="{457E6705-144E-439E-BD83-4DA7E99A4479}"/>
              </a:ext>
            </a:extLst>
          </p:cNvPr>
          <p:cNvSpPr>
            <a:spLocks noGrp="1"/>
          </p:cNvSpPr>
          <p:nvPr/>
        </p:nvSpPr>
        <p:spPr>
          <a:xfrm>
            <a:off x="609600" y="6096000"/>
            <a:ext cx="10763250" cy="228600"/>
          </a:xfrm>
          <a:prstGeom prst="rect">
            <a:avLst/>
          </a:prstGeom>
          <a:noFill/>
          <a:ln w="0">
            <a:noFill/>
            <a:prstDash val="solid"/>
          </a:ln>
        </p:spPr>
        <p:txBody>
          <a:bodyPr wrap="square" lIns="0" tIns="0" rIns="0" bIns="0" anchor="t">
            <a:noAutofit/>
          </a:bodyPr>
          <a:lstStyle>
            <a:defPPr algn="l">
              <a:defRPr sz="1050" b="0">
                <a:solidFill>
                  <a:srgbClr val="526873"/>
                </a:solidFill>
                <a:latin typeface="DejaVu Sans"/>
                <a:ea typeface="DejaVu Sans"/>
                <a:cs typeface="DejaVu Sans"/>
              </a:defRPr>
            </a:defPPr>
            <a:lvl1pPr algn="l">
              <a:defRPr sz="1050" b="0">
                <a:solidFill>
                  <a:srgbClr val="526873"/>
                </a:solidFill>
                <a:latin typeface="DejaVu Sans"/>
                <a:ea typeface="DejaVu Sans"/>
                <a:cs typeface="DejaVu Sans"/>
              </a:defRPr>
            </a:lvl1pPr>
            <a:lvl2pPr algn="l">
              <a:defRPr sz="1050" b="0">
                <a:solidFill>
                  <a:srgbClr val="526873"/>
                </a:solidFill>
                <a:latin typeface="DejaVu Sans"/>
                <a:ea typeface="DejaVu Sans"/>
                <a:cs typeface="DejaVu Sans"/>
              </a:defRPr>
            </a:lvl2pPr>
            <a:lvl3pPr algn="l">
              <a:defRPr sz="1050" b="0">
                <a:solidFill>
                  <a:srgbClr val="526873"/>
                </a:solidFill>
                <a:latin typeface="DejaVu Sans"/>
                <a:ea typeface="DejaVu Sans"/>
                <a:cs typeface="DejaVu Sans"/>
              </a:defRPr>
            </a:lvl3pPr>
            <a:lvl4pPr algn="l">
              <a:defRPr sz="1050" b="0">
                <a:solidFill>
                  <a:srgbClr val="526873"/>
                </a:solidFill>
                <a:latin typeface="DejaVu Sans"/>
                <a:ea typeface="DejaVu Sans"/>
                <a:cs typeface="DejaVu Sans"/>
              </a:defRPr>
            </a:lvl4pPr>
            <a:lvl5pPr algn="l">
              <a:defRPr sz="1050" b="0">
                <a:solidFill>
                  <a:srgbClr val="526873"/>
                </a:solidFill>
                <a:latin typeface="DejaVu Sans"/>
                <a:ea typeface="DejaVu Sans"/>
                <a:cs typeface="DejaVu Sans"/>
              </a:defRPr>
            </a:lvl5pPr>
            <a:lvl6pPr algn="l">
              <a:defRPr sz="1050" b="0">
                <a:solidFill>
                  <a:srgbClr val="526873"/>
                </a:solidFill>
                <a:latin typeface="DejaVu Sans"/>
                <a:ea typeface="DejaVu Sans"/>
                <a:cs typeface="DejaVu Sans"/>
              </a:defRPr>
            </a:lvl6pPr>
            <a:lvl7pPr algn="l">
              <a:defRPr sz="1050" b="0">
                <a:solidFill>
                  <a:srgbClr val="526873"/>
                </a:solidFill>
                <a:latin typeface="DejaVu Sans"/>
                <a:ea typeface="DejaVu Sans"/>
                <a:cs typeface="DejaVu Sans"/>
              </a:defRPr>
            </a:lvl7pPr>
            <a:lvl8pPr algn="l">
              <a:defRPr sz="1050" b="0">
                <a:solidFill>
                  <a:srgbClr val="526873"/>
                </a:solidFill>
                <a:latin typeface="DejaVu Sans"/>
                <a:ea typeface="DejaVu Sans"/>
                <a:cs typeface="DejaVu Sans"/>
              </a:defRPr>
            </a:lvl8pPr>
            <a:lvl9pPr algn="l">
              <a:defRPr sz="1050" b="0">
                <a:solidFill>
                  <a:srgbClr val="526873"/>
                </a:solidFill>
                <a:latin typeface="DejaVu Sans"/>
                <a:ea typeface="DejaVu Sans"/>
                <a:cs typeface="DejaVu Sans"/>
              </a:defRPr>
            </a:lvl9pPr>
          </a:lstStyle>
          <a:p>
            <a:pPr algn="l">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Fonte: Hosking e Wallis (1993, 1997); documentação lmomRFA.</a:t>
            </a:r>
          </a:p>
        </p:txBody>
      </p:sp>
      <p:sp>
        <p:nvSpPr>
          <p:cNvPr id="4" name="Straight Connector 3">
            <a:extLst>
              <a:ext uri="{FF2B5EF4-FFF2-40B4-BE49-F238E27FC236}">
                <a16:creationId xmlns:a16="http://schemas.microsoft.com/office/drawing/2014/main" id="{3CF7FE1E-DF46-457A-8776-6E65F9D86974}"/>
              </a:ext>
            </a:extLst>
          </p:cNvPr>
          <p:cNvSpPr>
            <a:spLocks noGrp="1"/>
          </p:cNvSpPr>
          <p:nvPr/>
        </p:nvSpPr>
        <p:spPr>
          <a:xfrm>
            <a:off x="609600" y="6438900"/>
            <a:ext cx="10972800" cy="0"/>
          </a:xfrm>
          <a:prstGeom prst="line">
            <a:avLst/>
          </a:prstGeom>
          <a:noFill/>
          <a:ln w="9525">
            <a:solidFill>
              <a:srgbClr val="DCE3E3"/>
            </a:solidFill>
            <a:prstDash val="solid"/>
          </a:ln>
        </p:spPr>
        <p:txBody>
          <a:bodyPr/>
          <a:lstStyle/>
          <a:p>
            <a:endParaRPr lang="en-GB"/>
          </a:p>
        </p:txBody>
      </p:sp>
      <p:sp>
        <p:nvSpPr>
          <p:cNvPr id="5" name="texto">
            <a:extLst>
              <a:ext uri="{FF2B5EF4-FFF2-40B4-BE49-F238E27FC236}">
                <a16:creationId xmlns:a16="http://schemas.microsoft.com/office/drawing/2014/main" id="{615B277F-026D-4415-81BA-9C994516C6DC}"/>
              </a:ext>
            </a:extLst>
          </p:cNvPr>
          <p:cNvSpPr>
            <a:spLocks noGrp="1"/>
          </p:cNvSpPr>
          <p:nvPr/>
        </p:nvSpPr>
        <p:spPr>
          <a:xfrm>
            <a:off x="609600" y="6543675"/>
            <a:ext cx="8572500" cy="190500"/>
          </a:xfrm>
          <a:prstGeom prst="rect">
            <a:avLst/>
          </a:prstGeom>
          <a:noFill/>
          <a:ln w="0">
            <a:noFill/>
            <a:prstDash val="solid"/>
          </a:ln>
        </p:spPr>
        <p:txBody>
          <a:bodyPr wrap="square" lIns="0" tIns="0" rIns="0" bIns="0" anchor="t">
            <a:noAutofit/>
          </a:bodyPr>
          <a:lstStyle>
            <a:defPPr algn="l">
              <a:defRPr sz="975" b="0">
                <a:solidFill>
                  <a:srgbClr val="526873"/>
                </a:solidFill>
                <a:latin typeface="DejaVu Sans"/>
                <a:ea typeface="DejaVu Sans"/>
                <a:cs typeface="DejaVu Sans"/>
              </a:defRPr>
            </a:defPPr>
            <a:lvl1pPr algn="l">
              <a:defRPr sz="975" b="0">
                <a:solidFill>
                  <a:srgbClr val="526873"/>
                </a:solidFill>
                <a:latin typeface="DejaVu Sans"/>
                <a:ea typeface="DejaVu Sans"/>
                <a:cs typeface="DejaVu Sans"/>
              </a:defRPr>
            </a:lvl1pPr>
            <a:lvl2pPr algn="l">
              <a:defRPr sz="975" b="0">
                <a:solidFill>
                  <a:srgbClr val="526873"/>
                </a:solidFill>
                <a:latin typeface="DejaVu Sans"/>
                <a:ea typeface="DejaVu Sans"/>
                <a:cs typeface="DejaVu Sans"/>
              </a:defRPr>
            </a:lvl2pPr>
            <a:lvl3pPr algn="l">
              <a:defRPr sz="975" b="0">
                <a:solidFill>
                  <a:srgbClr val="526873"/>
                </a:solidFill>
                <a:latin typeface="DejaVu Sans"/>
                <a:ea typeface="DejaVu Sans"/>
                <a:cs typeface="DejaVu Sans"/>
              </a:defRPr>
            </a:lvl3pPr>
            <a:lvl4pPr algn="l">
              <a:defRPr sz="975" b="0">
                <a:solidFill>
                  <a:srgbClr val="526873"/>
                </a:solidFill>
                <a:latin typeface="DejaVu Sans"/>
                <a:ea typeface="DejaVu Sans"/>
                <a:cs typeface="DejaVu Sans"/>
              </a:defRPr>
            </a:lvl4pPr>
            <a:lvl5pPr algn="l">
              <a:defRPr sz="975" b="0">
                <a:solidFill>
                  <a:srgbClr val="526873"/>
                </a:solidFill>
                <a:latin typeface="DejaVu Sans"/>
                <a:ea typeface="DejaVu Sans"/>
                <a:cs typeface="DejaVu Sans"/>
              </a:defRPr>
            </a:lvl5pPr>
            <a:lvl6pPr algn="l">
              <a:defRPr sz="975" b="0">
                <a:solidFill>
                  <a:srgbClr val="526873"/>
                </a:solidFill>
                <a:latin typeface="DejaVu Sans"/>
                <a:ea typeface="DejaVu Sans"/>
                <a:cs typeface="DejaVu Sans"/>
              </a:defRPr>
            </a:lvl6pPr>
            <a:lvl7pPr algn="l">
              <a:defRPr sz="975" b="0">
                <a:solidFill>
                  <a:srgbClr val="526873"/>
                </a:solidFill>
                <a:latin typeface="DejaVu Sans"/>
                <a:ea typeface="DejaVu Sans"/>
                <a:cs typeface="DejaVu Sans"/>
              </a:defRPr>
            </a:lvl7pPr>
            <a:lvl8pPr algn="l">
              <a:defRPr sz="975" b="0">
                <a:solidFill>
                  <a:srgbClr val="526873"/>
                </a:solidFill>
                <a:latin typeface="DejaVu Sans"/>
                <a:ea typeface="DejaVu Sans"/>
                <a:cs typeface="DejaVu Sans"/>
              </a:defRPr>
            </a:lvl8pPr>
            <a:lvl9pPr algn="l">
              <a:defRPr sz="975" b="0">
                <a:solidFill>
                  <a:srgbClr val="526873"/>
                </a:solidFill>
                <a:latin typeface="DejaVu Sans"/>
                <a:ea typeface="DejaVu Sans"/>
                <a:cs typeface="DejaVu Sans"/>
              </a:defRPr>
            </a:lvl9pPr>
          </a:lstStyle>
          <a:p>
            <a:pPr algn="l">
              <a:defRPr sz="975" b="0">
                <a:solidFill>
                  <a:srgbClr val="526873"/>
                </a:solidFill>
                <a:latin typeface="DejaVu Sans"/>
                <a:ea typeface="DejaVu Sans"/>
                <a:cs typeface="DejaVu Sans"/>
              </a:defRPr>
            </a:pPr>
            <a:r>
              <a:rPr sz="975" b="0">
                <a:solidFill>
                  <a:srgbClr val="526873"/>
                </a:solidFill>
                <a:latin typeface="DejaVu Sans"/>
                <a:ea typeface="DejaVu Sans"/>
                <a:cs typeface="DejaVu Sans"/>
              </a:rPr>
              <a:t>REGIONALIZAÇÃO DE VAZÕES</a:t>
            </a:r>
          </a:p>
        </p:txBody>
      </p:sp>
      <p:sp>
        <p:nvSpPr>
          <p:cNvPr id="6" name="texto">
            <a:extLst>
              <a:ext uri="{FF2B5EF4-FFF2-40B4-BE49-F238E27FC236}">
                <a16:creationId xmlns:a16="http://schemas.microsoft.com/office/drawing/2014/main" id="{49F27B63-5972-4FA6-910B-ED9FD3B07D62}"/>
              </a:ext>
            </a:extLst>
          </p:cNvPr>
          <p:cNvSpPr>
            <a:spLocks noGrp="1"/>
          </p:cNvSpPr>
          <p:nvPr/>
        </p:nvSpPr>
        <p:spPr>
          <a:xfrm>
            <a:off x="10620375" y="6534150"/>
            <a:ext cx="962025" cy="209550"/>
          </a:xfrm>
          <a:prstGeom prst="rect">
            <a:avLst/>
          </a:prstGeom>
          <a:noFill/>
          <a:ln w="0">
            <a:noFill/>
            <a:prstDash val="solid"/>
          </a:ln>
        </p:spPr>
        <p:txBody>
          <a:bodyPr wrap="square" lIns="0" tIns="0" rIns="0" bIns="0" anchor="t">
            <a:noAutofit/>
          </a:bodyPr>
          <a:lstStyle>
            <a:defPPr algn="r">
              <a:defRPr sz="1050" b="0">
                <a:solidFill>
                  <a:srgbClr val="526873"/>
                </a:solidFill>
                <a:latin typeface="DejaVu Sans"/>
                <a:ea typeface="DejaVu Sans"/>
                <a:cs typeface="DejaVu Sans"/>
              </a:defRPr>
            </a:defPPr>
            <a:lvl1pPr algn="r">
              <a:defRPr sz="1050" b="0">
                <a:solidFill>
                  <a:srgbClr val="526873"/>
                </a:solidFill>
                <a:latin typeface="DejaVu Sans"/>
                <a:ea typeface="DejaVu Sans"/>
                <a:cs typeface="DejaVu Sans"/>
              </a:defRPr>
            </a:lvl1pPr>
            <a:lvl2pPr algn="r">
              <a:defRPr sz="1050" b="0">
                <a:solidFill>
                  <a:srgbClr val="526873"/>
                </a:solidFill>
                <a:latin typeface="DejaVu Sans"/>
                <a:ea typeface="DejaVu Sans"/>
                <a:cs typeface="DejaVu Sans"/>
              </a:defRPr>
            </a:lvl2pPr>
            <a:lvl3pPr algn="r">
              <a:defRPr sz="1050" b="0">
                <a:solidFill>
                  <a:srgbClr val="526873"/>
                </a:solidFill>
                <a:latin typeface="DejaVu Sans"/>
                <a:ea typeface="DejaVu Sans"/>
                <a:cs typeface="DejaVu Sans"/>
              </a:defRPr>
            </a:lvl3pPr>
            <a:lvl4pPr algn="r">
              <a:defRPr sz="1050" b="0">
                <a:solidFill>
                  <a:srgbClr val="526873"/>
                </a:solidFill>
                <a:latin typeface="DejaVu Sans"/>
                <a:ea typeface="DejaVu Sans"/>
                <a:cs typeface="DejaVu Sans"/>
              </a:defRPr>
            </a:lvl4pPr>
            <a:lvl5pPr algn="r">
              <a:defRPr sz="1050" b="0">
                <a:solidFill>
                  <a:srgbClr val="526873"/>
                </a:solidFill>
                <a:latin typeface="DejaVu Sans"/>
                <a:ea typeface="DejaVu Sans"/>
                <a:cs typeface="DejaVu Sans"/>
              </a:defRPr>
            </a:lvl5pPr>
            <a:lvl6pPr algn="r">
              <a:defRPr sz="1050" b="0">
                <a:solidFill>
                  <a:srgbClr val="526873"/>
                </a:solidFill>
                <a:latin typeface="DejaVu Sans"/>
                <a:ea typeface="DejaVu Sans"/>
                <a:cs typeface="DejaVu Sans"/>
              </a:defRPr>
            </a:lvl6pPr>
            <a:lvl7pPr algn="r">
              <a:defRPr sz="1050" b="0">
                <a:solidFill>
                  <a:srgbClr val="526873"/>
                </a:solidFill>
                <a:latin typeface="DejaVu Sans"/>
                <a:ea typeface="DejaVu Sans"/>
                <a:cs typeface="DejaVu Sans"/>
              </a:defRPr>
            </a:lvl7pPr>
            <a:lvl8pPr algn="r">
              <a:defRPr sz="1050" b="0">
                <a:solidFill>
                  <a:srgbClr val="526873"/>
                </a:solidFill>
                <a:latin typeface="DejaVu Sans"/>
                <a:ea typeface="DejaVu Sans"/>
                <a:cs typeface="DejaVu Sans"/>
              </a:defRPr>
            </a:lvl8pPr>
            <a:lvl9pPr algn="r">
              <a:defRPr sz="1050" b="0">
                <a:solidFill>
                  <a:srgbClr val="526873"/>
                </a:solidFill>
                <a:latin typeface="DejaVu Sans"/>
                <a:ea typeface="DejaVu Sans"/>
                <a:cs typeface="DejaVu Sans"/>
              </a:defRPr>
            </a:lvl9pPr>
          </a:lstStyle>
          <a:p>
            <a:pPr algn="r">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18 / 38</a:t>
            </a:r>
          </a:p>
        </p:txBody>
      </p:sp>
      <p:graphicFrame>
        <p:nvGraphicFramePr>
          <p:cNvPr id="7" name="Table 6">
            <a:extLst>
              <a:ext uri="{FF2B5EF4-FFF2-40B4-BE49-F238E27FC236}">
                <a16:creationId xmlns:a16="http://schemas.microsoft.com/office/drawing/2014/main" id="{0A41DC46-396A-4D00-8A19-9CCF7A858FE1}"/>
              </a:ext>
            </a:extLst>
          </p:cNvPr>
          <p:cNvGraphicFramePr/>
          <p:nvPr/>
        </p:nvGraphicFramePr>
        <p:xfrm>
          <a:off x="609600" y="1809750"/>
          <a:ext cx="10972800" cy="2762252"/>
        </p:xfrm>
        <a:graphic>
          <a:graphicData uri="http://schemas.openxmlformats.org/drawingml/2006/table">
            <a:tbl>
              <a:tblPr/>
              <a:tblGrid>
                <a:gridCol w="200025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400550">
                  <a:extLst>
                    <a:ext uri="{9D8B030D-6E8A-4147-A177-3AD203B41FA5}">
                      <a16:colId xmlns:a16="http://schemas.microsoft.com/office/drawing/2014/main" val="20002"/>
                    </a:ext>
                  </a:extLst>
                </a:gridCol>
              </a:tblGrid>
              <a:tr h="690563">
                <a:tc>
                  <a:txBody>
                    <a:bodyPr/>
                    <a:lstStyle/>
                    <a:p>
                      <a:pPr algn="l"/>
                      <a:r>
                        <a:rPr sz="1875" b="1">
                          <a:solidFill>
                            <a:srgbClr val="FFFFFF"/>
                          </a:solidFill>
                          <a:latin typeface="DejaVu Sans"/>
                          <a:ea typeface="DejaVu Sans"/>
                          <a:cs typeface="DejaVu Sans"/>
                        </a:rPr>
                        <a:t>H₁</a:t>
                      </a:r>
                    </a:p>
                  </a:txBody>
                  <a:tcPr anchor="ctr">
                    <a:lnL w="6668">
                      <a:solidFill>
                        <a:srgbClr val="DCE3E3"/>
                      </a:solidFill>
                      <a:prstDash val="solid"/>
                    </a:lnL>
                    <a:lnR w="6668">
                      <a:solidFill>
                        <a:srgbClr val="DCE3E3"/>
                      </a:solidFill>
                      <a:prstDash val="solid"/>
                    </a:lnR>
                    <a:lnT w="6668">
                      <a:solidFill>
                        <a:srgbClr val="DCE3E3"/>
                      </a:solidFill>
                      <a:prstDash val="solid"/>
                    </a:lnT>
                    <a:lnB w="6668">
                      <a:solidFill>
                        <a:srgbClr val="DCE3E3"/>
                      </a:solidFill>
                      <a:prstDash val="solid"/>
                    </a:lnB>
                    <a:solidFill>
                      <a:srgbClr val="123247"/>
                    </a:solidFill>
                  </a:tcPr>
                </a:tc>
                <a:tc>
                  <a:txBody>
                    <a:bodyPr/>
                    <a:lstStyle/>
                    <a:p>
                      <a:pPr algn="l"/>
                      <a:r>
                        <a:rPr sz="1875" b="1">
                          <a:solidFill>
                            <a:srgbClr val="FFFFFF"/>
                          </a:solidFill>
                          <a:latin typeface="DejaVu Sans"/>
                          <a:ea typeface="DejaVu Sans"/>
                          <a:cs typeface="DejaVu Sans"/>
                        </a:rPr>
                        <a:t>Classificação convencional</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a:solidFill>
                        <a:srgbClr val="DCE3E3"/>
                      </a:solidFill>
                      <a:prstDash val="solid"/>
                    </a:lnT>
                    <a:lnB w="6668">
                      <a:solidFill>
                        <a:srgbClr val="DCE3E3"/>
                      </a:solidFill>
                      <a:prstDash val="solid"/>
                    </a:lnB>
                    <a:solidFill>
                      <a:srgbClr val="123247"/>
                    </a:solidFill>
                  </a:tcPr>
                </a:tc>
                <a:tc>
                  <a:txBody>
                    <a:bodyPr/>
                    <a:lstStyle/>
                    <a:p>
                      <a:pPr algn="l"/>
                      <a:r>
                        <a:rPr sz="1875" b="1">
                          <a:solidFill>
                            <a:srgbClr val="FFFFFF"/>
                          </a:solidFill>
                          <a:latin typeface="DejaVu Sans"/>
                          <a:ea typeface="DejaVu Sans"/>
                          <a:cs typeface="DejaVu Sans"/>
                        </a:rPr>
                        <a:t>Encaminhamento</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a:solidFill>
                        <a:srgbClr val="DCE3E3"/>
                      </a:solidFill>
                      <a:prstDash val="solid"/>
                    </a:lnT>
                    <a:lnB w="6668">
                      <a:solidFill>
                        <a:srgbClr val="DCE3E3"/>
                      </a:solidFill>
                      <a:prstDash val="solid"/>
                    </a:lnB>
                    <a:solidFill>
                      <a:srgbClr val="123247"/>
                    </a:solidFill>
                  </a:tcPr>
                </a:tc>
                <a:extLst>
                  <a:ext uri="{0D108BD9-81ED-4DB2-BD59-A6C34878D82A}">
                    <a16:rowId xmlns:a16="http://schemas.microsoft.com/office/drawing/2014/main" val="10000"/>
                  </a:ext>
                </a:extLst>
              </a:tr>
              <a:tr h="690563">
                <a:tc>
                  <a:txBody>
                    <a:bodyPr/>
                    <a:lstStyle/>
                    <a:p>
                      <a:pPr algn="l"/>
                      <a:r>
                        <a:rPr sz="1875" b="0">
                          <a:solidFill>
                            <a:srgbClr val="193647"/>
                          </a:solidFill>
                          <a:latin typeface="DejaVu Sans"/>
                          <a:ea typeface="DejaVu Sans"/>
                          <a:cs typeface="DejaVu Sans"/>
                        </a:rPr>
                        <a:t>H₁ &lt; 1</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1875" b="0">
                          <a:solidFill>
                            <a:srgbClr val="193647"/>
                          </a:solidFill>
                          <a:latin typeface="DejaVu Sans"/>
                          <a:ea typeface="DejaVu Sans"/>
                          <a:cs typeface="DejaVu Sans"/>
                        </a:rPr>
                        <a:t>Aceitavelmente homogênea</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1875" b="0">
                          <a:solidFill>
                            <a:srgbClr val="193647"/>
                          </a:solidFill>
                          <a:latin typeface="DejaVu Sans"/>
                          <a:ea typeface="DejaVu Sans"/>
                          <a:cs typeface="DejaVu Sans"/>
                        </a:rPr>
                        <a:t>Prosseguir, com avaliação</a:t>
                      </a:r>
                    </a:p>
                    <a:p>
                      <a:pPr algn="l"/>
                      <a:r>
                        <a:rPr sz="1875" b="0">
                          <a:solidFill>
                            <a:srgbClr val="193647"/>
                          </a:solidFill>
                          <a:latin typeface="DejaVu Sans"/>
                          <a:ea typeface="DejaVu Sans"/>
                          <a:cs typeface="DejaVu Sans"/>
                        </a:rPr>
                        <a:t>de ajuste e incerteza.</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extLst>
                  <a:ext uri="{0D108BD9-81ED-4DB2-BD59-A6C34878D82A}">
                    <a16:rowId xmlns:a16="http://schemas.microsoft.com/office/drawing/2014/main" val="10001"/>
                  </a:ext>
                </a:extLst>
              </a:tr>
              <a:tr h="690563">
                <a:tc>
                  <a:txBody>
                    <a:bodyPr/>
                    <a:lstStyle/>
                    <a:p>
                      <a:pPr algn="l"/>
                      <a:r>
                        <a:rPr sz="1875" b="0">
                          <a:solidFill>
                            <a:srgbClr val="193647"/>
                          </a:solidFill>
                          <a:latin typeface="DejaVu Sans"/>
                          <a:ea typeface="DejaVu Sans"/>
                          <a:cs typeface="DejaVu Sans"/>
                        </a:rPr>
                        <a:t>1 ≤ H₁ &lt; 2</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1875" b="0">
                          <a:solidFill>
                            <a:srgbClr val="193647"/>
                          </a:solidFill>
                          <a:latin typeface="DejaVu Sans"/>
                          <a:ea typeface="DejaVu Sans"/>
                          <a:cs typeface="DejaVu Sans"/>
                        </a:rPr>
                        <a:t>Possivelmente heterogênea</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1875" b="0">
                          <a:solidFill>
                            <a:srgbClr val="193647"/>
                          </a:solidFill>
                          <a:latin typeface="DejaVu Sans"/>
                          <a:ea typeface="DejaVu Sans"/>
                          <a:cs typeface="DejaVu Sans"/>
                        </a:rPr>
                        <a:t>Investigar a composição</a:t>
                      </a:r>
                    </a:p>
                    <a:p>
                      <a:pPr algn="l"/>
                      <a:r>
                        <a:rPr sz="1875" b="0">
                          <a:solidFill>
                            <a:srgbClr val="193647"/>
                          </a:solidFill>
                          <a:latin typeface="DejaVu Sans"/>
                          <a:ea typeface="DejaVu Sans"/>
                          <a:cs typeface="DejaVu Sans"/>
                        </a:rPr>
                        <a:t>e a sensibilidade.</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extLst>
                  <a:ext uri="{0D108BD9-81ED-4DB2-BD59-A6C34878D82A}">
                    <a16:rowId xmlns:a16="http://schemas.microsoft.com/office/drawing/2014/main" val="10002"/>
                  </a:ext>
                </a:extLst>
              </a:tr>
              <a:tr h="690563">
                <a:tc>
                  <a:txBody>
                    <a:bodyPr/>
                    <a:lstStyle/>
                    <a:p>
                      <a:pPr algn="l"/>
                      <a:r>
                        <a:rPr sz="1875" b="0">
                          <a:solidFill>
                            <a:srgbClr val="193647"/>
                          </a:solidFill>
                          <a:latin typeface="DejaVu Sans"/>
                          <a:ea typeface="DejaVu Sans"/>
                          <a:cs typeface="DejaVu Sans"/>
                        </a:rPr>
                        <a:t>H₁ ≥ 2</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1875" b="0">
                          <a:solidFill>
                            <a:srgbClr val="193647"/>
                          </a:solidFill>
                          <a:latin typeface="DejaVu Sans"/>
                          <a:ea typeface="DejaVu Sans"/>
                          <a:cs typeface="DejaVu Sans"/>
                        </a:rPr>
                        <a:t>Heterogênea</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1875" b="0">
                          <a:solidFill>
                            <a:srgbClr val="193647"/>
                          </a:solidFill>
                          <a:latin typeface="DejaVu Sans"/>
                          <a:ea typeface="DejaVu Sans"/>
                          <a:cs typeface="DejaVu Sans"/>
                        </a:rPr>
                        <a:t>Rever grupos, dados</a:t>
                      </a:r>
                    </a:p>
                    <a:p>
                      <a:pPr algn="l"/>
                      <a:r>
                        <a:rPr sz="1875" b="0">
                          <a:solidFill>
                            <a:srgbClr val="193647"/>
                          </a:solidFill>
                          <a:latin typeface="DejaVu Sans"/>
                          <a:ea typeface="DejaVu Sans"/>
                          <a:cs typeface="DejaVu Sans"/>
                        </a:rPr>
                        <a:t>e processos físicos.</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8" name="texto">
            <a:extLst>
              <a:ext uri="{FF2B5EF4-FFF2-40B4-BE49-F238E27FC236}">
                <a16:creationId xmlns:a16="http://schemas.microsoft.com/office/drawing/2014/main" id="{AD406967-087D-4AB6-BFF3-B8B1E3B5D468}"/>
              </a:ext>
            </a:extLst>
          </p:cNvPr>
          <p:cNvSpPr>
            <a:spLocks noGrp="1"/>
          </p:cNvSpPr>
          <p:nvPr/>
        </p:nvSpPr>
        <p:spPr>
          <a:xfrm>
            <a:off x="609600" y="4953000"/>
            <a:ext cx="10972800" cy="466725"/>
          </a:xfrm>
          <a:prstGeom prst="rect">
            <a:avLst/>
          </a:prstGeom>
          <a:noFill/>
          <a:ln w="0">
            <a:noFill/>
            <a:prstDash val="solid"/>
          </a:ln>
        </p:spPr>
        <p:txBody>
          <a:bodyPr wrap="square" lIns="0" tIns="0" rIns="0" bIns="0" anchor="t">
            <a:noAutofit/>
          </a:bodyPr>
          <a:lstStyle>
            <a:defPPr algn="l">
              <a:defRPr sz="2250" b="1">
                <a:solidFill>
                  <a:srgbClr val="087F88"/>
                </a:solidFill>
                <a:latin typeface="DejaVu Sans"/>
                <a:ea typeface="DejaVu Sans"/>
                <a:cs typeface="DejaVu Sans"/>
              </a:defRPr>
            </a:defPPr>
            <a:lvl1pPr algn="l">
              <a:defRPr sz="2250" b="1">
                <a:solidFill>
                  <a:srgbClr val="087F88"/>
                </a:solidFill>
                <a:latin typeface="DejaVu Sans"/>
                <a:ea typeface="DejaVu Sans"/>
                <a:cs typeface="DejaVu Sans"/>
              </a:defRPr>
            </a:lvl1pPr>
            <a:lvl2pPr algn="l">
              <a:defRPr sz="2250" b="1">
                <a:solidFill>
                  <a:srgbClr val="087F88"/>
                </a:solidFill>
                <a:latin typeface="DejaVu Sans"/>
                <a:ea typeface="DejaVu Sans"/>
                <a:cs typeface="DejaVu Sans"/>
              </a:defRPr>
            </a:lvl2pPr>
            <a:lvl3pPr algn="l">
              <a:defRPr sz="2250" b="1">
                <a:solidFill>
                  <a:srgbClr val="087F88"/>
                </a:solidFill>
                <a:latin typeface="DejaVu Sans"/>
                <a:ea typeface="DejaVu Sans"/>
                <a:cs typeface="DejaVu Sans"/>
              </a:defRPr>
            </a:lvl3pPr>
            <a:lvl4pPr algn="l">
              <a:defRPr sz="2250" b="1">
                <a:solidFill>
                  <a:srgbClr val="087F88"/>
                </a:solidFill>
                <a:latin typeface="DejaVu Sans"/>
                <a:ea typeface="DejaVu Sans"/>
                <a:cs typeface="DejaVu Sans"/>
              </a:defRPr>
            </a:lvl4pPr>
            <a:lvl5pPr algn="l">
              <a:defRPr sz="2250" b="1">
                <a:solidFill>
                  <a:srgbClr val="087F88"/>
                </a:solidFill>
                <a:latin typeface="DejaVu Sans"/>
                <a:ea typeface="DejaVu Sans"/>
                <a:cs typeface="DejaVu Sans"/>
              </a:defRPr>
            </a:lvl5pPr>
            <a:lvl6pPr algn="l">
              <a:defRPr sz="2250" b="1">
                <a:solidFill>
                  <a:srgbClr val="087F88"/>
                </a:solidFill>
                <a:latin typeface="DejaVu Sans"/>
                <a:ea typeface="DejaVu Sans"/>
                <a:cs typeface="DejaVu Sans"/>
              </a:defRPr>
            </a:lvl6pPr>
            <a:lvl7pPr algn="l">
              <a:defRPr sz="2250" b="1">
                <a:solidFill>
                  <a:srgbClr val="087F88"/>
                </a:solidFill>
                <a:latin typeface="DejaVu Sans"/>
                <a:ea typeface="DejaVu Sans"/>
                <a:cs typeface="DejaVu Sans"/>
              </a:defRPr>
            </a:lvl7pPr>
            <a:lvl8pPr algn="l">
              <a:defRPr sz="2250" b="1">
                <a:solidFill>
                  <a:srgbClr val="087F88"/>
                </a:solidFill>
                <a:latin typeface="DejaVu Sans"/>
                <a:ea typeface="DejaVu Sans"/>
                <a:cs typeface="DejaVu Sans"/>
              </a:defRPr>
            </a:lvl8pPr>
            <a:lvl9pPr algn="l">
              <a:defRPr sz="2250" b="1">
                <a:solidFill>
                  <a:srgbClr val="087F88"/>
                </a:solidFill>
                <a:latin typeface="DejaVu Sans"/>
                <a:ea typeface="DejaVu Sans"/>
                <a:cs typeface="DejaVu Sans"/>
              </a:defRPr>
            </a:lvl9pPr>
          </a:lstStyle>
          <a:p>
            <a:pPr algn="l">
              <a:defRPr sz="2250" b="1">
                <a:solidFill>
                  <a:srgbClr val="087F88"/>
                </a:solidFill>
                <a:latin typeface="DejaVu Sans"/>
                <a:ea typeface="DejaVu Sans"/>
                <a:cs typeface="DejaVu Sans"/>
              </a:defRPr>
            </a:pPr>
            <a:r>
              <a:rPr sz="2250" b="1">
                <a:solidFill>
                  <a:srgbClr val="087F88"/>
                </a:solidFill>
                <a:latin typeface="DejaVu Sans"/>
                <a:ea typeface="DejaVu Sans"/>
                <a:cs typeface="DejaVu Sans"/>
              </a:rPr>
              <a:t>Exemplos sintéticos: H₁ = −0,17  e  H₁ = 3,50</a:t>
            </a:r>
          </a:p>
        </p:txBody>
      </p:sp>
      <p:sp>
        <p:nvSpPr>
          <p:cNvPr id="9" name="texto">
            <a:extLst>
              <a:ext uri="{FF2B5EF4-FFF2-40B4-BE49-F238E27FC236}">
                <a16:creationId xmlns:a16="http://schemas.microsoft.com/office/drawing/2014/main" id="{B53CCA19-99FC-4C77-99DC-94BD1304B6D9}"/>
              </a:ext>
            </a:extLst>
          </p:cNvPr>
          <p:cNvSpPr>
            <a:spLocks noGrp="1"/>
          </p:cNvSpPr>
          <p:nvPr/>
        </p:nvSpPr>
        <p:spPr>
          <a:xfrm>
            <a:off x="609600" y="5572125"/>
            <a:ext cx="10972800" cy="428625"/>
          </a:xfrm>
          <a:prstGeom prst="rect">
            <a:avLst/>
          </a:prstGeom>
          <a:noFill/>
          <a:ln w="0">
            <a:noFill/>
            <a:prstDash val="solid"/>
          </a:ln>
        </p:spPr>
        <p:txBody>
          <a:bodyPr wrap="square" lIns="0" tIns="0" rIns="0" bIns="0" anchor="t">
            <a:noAutofit/>
          </a:bodyPr>
          <a:lstStyle>
            <a:defPPr algn="l">
              <a:defRPr sz="1875" b="0">
                <a:solidFill>
                  <a:srgbClr val="123247"/>
                </a:solidFill>
                <a:latin typeface="DejaVu Sans"/>
                <a:ea typeface="DejaVu Sans"/>
                <a:cs typeface="DejaVu Sans"/>
              </a:defRPr>
            </a:defPPr>
            <a:lvl1pPr algn="l">
              <a:defRPr sz="1875" b="0">
                <a:solidFill>
                  <a:srgbClr val="123247"/>
                </a:solidFill>
                <a:latin typeface="DejaVu Sans"/>
                <a:ea typeface="DejaVu Sans"/>
                <a:cs typeface="DejaVu Sans"/>
              </a:defRPr>
            </a:lvl1pPr>
            <a:lvl2pPr algn="l">
              <a:defRPr sz="1875" b="0">
                <a:solidFill>
                  <a:srgbClr val="123247"/>
                </a:solidFill>
                <a:latin typeface="DejaVu Sans"/>
                <a:ea typeface="DejaVu Sans"/>
                <a:cs typeface="DejaVu Sans"/>
              </a:defRPr>
            </a:lvl2pPr>
            <a:lvl3pPr algn="l">
              <a:defRPr sz="1875" b="0">
                <a:solidFill>
                  <a:srgbClr val="123247"/>
                </a:solidFill>
                <a:latin typeface="DejaVu Sans"/>
                <a:ea typeface="DejaVu Sans"/>
                <a:cs typeface="DejaVu Sans"/>
              </a:defRPr>
            </a:lvl3pPr>
            <a:lvl4pPr algn="l">
              <a:defRPr sz="1875" b="0">
                <a:solidFill>
                  <a:srgbClr val="123247"/>
                </a:solidFill>
                <a:latin typeface="DejaVu Sans"/>
                <a:ea typeface="DejaVu Sans"/>
                <a:cs typeface="DejaVu Sans"/>
              </a:defRPr>
            </a:lvl4pPr>
            <a:lvl5pPr algn="l">
              <a:defRPr sz="1875" b="0">
                <a:solidFill>
                  <a:srgbClr val="123247"/>
                </a:solidFill>
                <a:latin typeface="DejaVu Sans"/>
                <a:ea typeface="DejaVu Sans"/>
                <a:cs typeface="DejaVu Sans"/>
              </a:defRPr>
            </a:lvl5pPr>
            <a:lvl6pPr algn="l">
              <a:defRPr sz="1875" b="0">
                <a:solidFill>
                  <a:srgbClr val="123247"/>
                </a:solidFill>
                <a:latin typeface="DejaVu Sans"/>
                <a:ea typeface="DejaVu Sans"/>
                <a:cs typeface="DejaVu Sans"/>
              </a:defRPr>
            </a:lvl6pPr>
            <a:lvl7pPr algn="l">
              <a:defRPr sz="1875" b="0">
                <a:solidFill>
                  <a:srgbClr val="123247"/>
                </a:solidFill>
                <a:latin typeface="DejaVu Sans"/>
                <a:ea typeface="DejaVu Sans"/>
                <a:cs typeface="DejaVu Sans"/>
              </a:defRPr>
            </a:lvl7pPr>
            <a:lvl8pPr algn="l">
              <a:defRPr sz="1875" b="0">
                <a:solidFill>
                  <a:srgbClr val="123247"/>
                </a:solidFill>
                <a:latin typeface="DejaVu Sans"/>
                <a:ea typeface="DejaVu Sans"/>
                <a:cs typeface="DejaVu Sans"/>
              </a:defRPr>
            </a:lvl8pPr>
            <a:lvl9pPr algn="l">
              <a:defRPr sz="1875" b="0">
                <a:solidFill>
                  <a:srgbClr val="123247"/>
                </a:solidFill>
                <a:latin typeface="DejaVu Sans"/>
                <a:ea typeface="DejaVu Sans"/>
                <a:cs typeface="DejaVu Sans"/>
              </a:defRPr>
            </a:lvl9pPr>
          </a:lstStyle>
          <a:p>
            <a:pPr algn="l">
              <a:defRPr sz="1875" b="0">
                <a:solidFill>
                  <a:srgbClr val="123247"/>
                </a:solidFill>
                <a:latin typeface="DejaVu Sans"/>
                <a:ea typeface="DejaVu Sans"/>
                <a:cs typeface="DejaVu Sans"/>
              </a:defRPr>
            </a:pPr>
            <a:r>
              <a:rPr sz="1875" b="0">
                <a:solidFill>
                  <a:srgbClr val="123247"/>
                </a:solidFill>
                <a:latin typeface="DejaVu Sans"/>
                <a:ea typeface="DejaVu Sans"/>
                <a:cs typeface="DejaVu Sans"/>
              </a:rPr>
              <a:t>H₁ &lt; 1 é um diagnóstico favorável; a homogeneidade não está provada.</a:t>
            </a:r>
          </a:p>
        </p:txBody>
      </p:sp>
    </p:spTree>
    <p:extLst>
      <p:ext uri="{BB962C8B-B14F-4D97-AF65-F5344CB8AC3E}">
        <p14:creationId xmlns:p14="http://schemas.microsoft.com/office/powerpoint/2010/main" val="7490934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1" name="texto">
            <a:extLst>
              <a:ext uri="{FF2B5EF4-FFF2-40B4-BE49-F238E27FC236}">
                <a16:creationId xmlns:a16="http://schemas.microsoft.com/office/drawing/2014/main" id="{97218539-804E-4369-B2CE-E741E7445166}"/>
              </a:ext>
            </a:extLst>
          </p:cNvPr>
          <p:cNvSpPr>
            <a:spLocks noGrp="1"/>
          </p:cNvSpPr>
          <p:nvPr/>
        </p:nvSpPr>
        <p:spPr>
          <a:xfrm>
            <a:off x="609600" y="285750"/>
            <a:ext cx="10668000" cy="247650"/>
          </a:xfrm>
          <a:prstGeom prst="rect">
            <a:avLst/>
          </a:prstGeom>
          <a:noFill/>
          <a:ln w="0">
            <a:noFill/>
            <a:prstDash val="solid"/>
          </a:ln>
        </p:spPr>
        <p:txBody>
          <a:bodyPr wrap="square" lIns="0" tIns="0" rIns="0" bIns="0" anchor="t">
            <a:noAutofit/>
          </a:bodyPr>
          <a:lstStyle>
            <a:defPPr algn="l">
              <a:defRPr sz="1275" b="1">
                <a:solidFill>
                  <a:srgbClr val="087F88"/>
                </a:solidFill>
                <a:latin typeface="DejaVu Sans"/>
                <a:ea typeface="DejaVu Sans"/>
                <a:cs typeface="DejaVu Sans"/>
              </a:defRPr>
            </a:defPPr>
            <a:lvl1pPr algn="l">
              <a:defRPr sz="1275" b="1">
                <a:solidFill>
                  <a:srgbClr val="087F88"/>
                </a:solidFill>
                <a:latin typeface="DejaVu Sans"/>
                <a:ea typeface="DejaVu Sans"/>
                <a:cs typeface="DejaVu Sans"/>
              </a:defRPr>
            </a:lvl1pPr>
            <a:lvl2pPr algn="l">
              <a:defRPr sz="1275" b="1">
                <a:solidFill>
                  <a:srgbClr val="087F88"/>
                </a:solidFill>
                <a:latin typeface="DejaVu Sans"/>
                <a:ea typeface="DejaVu Sans"/>
                <a:cs typeface="DejaVu Sans"/>
              </a:defRPr>
            </a:lvl2pPr>
            <a:lvl3pPr algn="l">
              <a:defRPr sz="1275" b="1">
                <a:solidFill>
                  <a:srgbClr val="087F88"/>
                </a:solidFill>
                <a:latin typeface="DejaVu Sans"/>
                <a:ea typeface="DejaVu Sans"/>
                <a:cs typeface="DejaVu Sans"/>
              </a:defRPr>
            </a:lvl3pPr>
            <a:lvl4pPr algn="l">
              <a:defRPr sz="1275" b="1">
                <a:solidFill>
                  <a:srgbClr val="087F88"/>
                </a:solidFill>
                <a:latin typeface="DejaVu Sans"/>
                <a:ea typeface="DejaVu Sans"/>
                <a:cs typeface="DejaVu Sans"/>
              </a:defRPr>
            </a:lvl4pPr>
            <a:lvl5pPr algn="l">
              <a:defRPr sz="1275" b="1">
                <a:solidFill>
                  <a:srgbClr val="087F88"/>
                </a:solidFill>
                <a:latin typeface="DejaVu Sans"/>
                <a:ea typeface="DejaVu Sans"/>
                <a:cs typeface="DejaVu Sans"/>
              </a:defRPr>
            </a:lvl5pPr>
            <a:lvl6pPr algn="l">
              <a:defRPr sz="1275" b="1">
                <a:solidFill>
                  <a:srgbClr val="087F88"/>
                </a:solidFill>
                <a:latin typeface="DejaVu Sans"/>
                <a:ea typeface="DejaVu Sans"/>
                <a:cs typeface="DejaVu Sans"/>
              </a:defRPr>
            </a:lvl6pPr>
            <a:lvl7pPr algn="l">
              <a:defRPr sz="1275" b="1">
                <a:solidFill>
                  <a:srgbClr val="087F88"/>
                </a:solidFill>
                <a:latin typeface="DejaVu Sans"/>
                <a:ea typeface="DejaVu Sans"/>
                <a:cs typeface="DejaVu Sans"/>
              </a:defRPr>
            </a:lvl7pPr>
            <a:lvl8pPr algn="l">
              <a:defRPr sz="1275" b="1">
                <a:solidFill>
                  <a:srgbClr val="087F88"/>
                </a:solidFill>
                <a:latin typeface="DejaVu Sans"/>
                <a:ea typeface="DejaVu Sans"/>
                <a:cs typeface="DejaVu Sans"/>
              </a:defRPr>
            </a:lvl8pPr>
            <a:lvl9pPr algn="l">
              <a:defRPr sz="1275" b="1">
                <a:solidFill>
                  <a:srgbClr val="087F88"/>
                </a:solidFill>
                <a:latin typeface="DejaVu Sans"/>
                <a:ea typeface="DejaVu Sans"/>
                <a:cs typeface="DejaVu Sans"/>
              </a:defRPr>
            </a:lvl9pPr>
          </a:lstStyle>
          <a:p>
            <a:pPr algn="l">
              <a:defRPr sz="1275" b="1">
                <a:solidFill>
                  <a:srgbClr val="087F88"/>
                </a:solidFill>
                <a:latin typeface="DejaVu Sans"/>
                <a:ea typeface="DejaVu Sans"/>
                <a:cs typeface="DejaVu Sans"/>
              </a:defRPr>
            </a:pPr>
            <a:r>
              <a:rPr sz="1275" b="1">
                <a:solidFill>
                  <a:srgbClr val="087F88"/>
                </a:solidFill>
                <a:latin typeface="DejaVu Sans"/>
                <a:ea typeface="DejaVu Sans"/>
                <a:cs typeface="DejaVu Sans"/>
              </a:rPr>
              <a:t>MÁXIMAS · DISTRIBUIÇÃO REGIONAL</a:t>
            </a:r>
          </a:p>
        </p:txBody>
      </p:sp>
      <p:sp>
        <p:nvSpPr>
          <p:cNvPr id="2" name="texto">
            <a:extLst>
              <a:ext uri="{FF2B5EF4-FFF2-40B4-BE49-F238E27FC236}">
                <a16:creationId xmlns:a16="http://schemas.microsoft.com/office/drawing/2014/main" id="{8ED706CE-A343-441D-88E5-6333C5E502AC}"/>
              </a:ext>
            </a:extLst>
          </p:cNvPr>
          <p:cNvSpPr>
            <a:spLocks noGrp="1"/>
          </p:cNvSpPr>
          <p:nvPr/>
        </p:nvSpPr>
        <p:spPr>
          <a:xfrm>
            <a:off x="609600" y="685800"/>
            <a:ext cx="10972800" cy="1028700"/>
          </a:xfrm>
          <a:prstGeom prst="rect">
            <a:avLst/>
          </a:prstGeom>
          <a:noFill/>
          <a:ln w="0">
            <a:noFill/>
            <a:prstDash val="solid"/>
          </a:ln>
        </p:spPr>
        <p:txBody>
          <a:bodyPr wrap="square" lIns="0" tIns="0" rIns="0" bIns="0" anchor="t">
            <a:noAutofit/>
          </a:bodyPr>
          <a:lstStyle>
            <a:defPPr algn="l">
              <a:defRPr sz="3225" b="1">
                <a:solidFill>
                  <a:srgbClr val="123247"/>
                </a:solidFill>
                <a:latin typeface="DejaVu Sans"/>
                <a:ea typeface="DejaVu Sans"/>
                <a:cs typeface="DejaVu Sans"/>
              </a:defRPr>
            </a:defPPr>
            <a:lvl1pPr algn="l">
              <a:defRPr sz="3225" b="1">
                <a:solidFill>
                  <a:srgbClr val="123247"/>
                </a:solidFill>
                <a:latin typeface="DejaVu Sans"/>
                <a:ea typeface="DejaVu Sans"/>
                <a:cs typeface="DejaVu Sans"/>
              </a:defRPr>
            </a:lvl1pPr>
            <a:lvl2pPr algn="l">
              <a:defRPr sz="3225" b="1">
                <a:solidFill>
                  <a:srgbClr val="123247"/>
                </a:solidFill>
                <a:latin typeface="DejaVu Sans"/>
                <a:ea typeface="DejaVu Sans"/>
                <a:cs typeface="DejaVu Sans"/>
              </a:defRPr>
            </a:lvl2pPr>
            <a:lvl3pPr algn="l">
              <a:defRPr sz="3225" b="1">
                <a:solidFill>
                  <a:srgbClr val="123247"/>
                </a:solidFill>
                <a:latin typeface="DejaVu Sans"/>
                <a:ea typeface="DejaVu Sans"/>
                <a:cs typeface="DejaVu Sans"/>
              </a:defRPr>
            </a:lvl3pPr>
            <a:lvl4pPr algn="l">
              <a:defRPr sz="3225" b="1">
                <a:solidFill>
                  <a:srgbClr val="123247"/>
                </a:solidFill>
                <a:latin typeface="DejaVu Sans"/>
                <a:ea typeface="DejaVu Sans"/>
                <a:cs typeface="DejaVu Sans"/>
              </a:defRPr>
            </a:lvl4pPr>
            <a:lvl5pPr algn="l">
              <a:defRPr sz="3225" b="1">
                <a:solidFill>
                  <a:srgbClr val="123247"/>
                </a:solidFill>
                <a:latin typeface="DejaVu Sans"/>
                <a:ea typeface="DejaVu Sans"/>
                <a:cs typeface="DejaVu Sans"/>
              </a:defRPr>
            </a:lvl5pPr>
            <a:lvl6pPr algn="l">
              <a:defRPr sz="3225" b="1">
                <a:solidFill>
                  <a:srgbClr val="123247"/>
                </a:solidFill>
                <a:latin typeface="DejaVu Sans"/>
                <a:ea typeface="DejaVu Sans"/>
                <a:cs typeface="DejaVu Sans"/>
              </a:defRPr>
            </a:lvl6pPr>
            <a:lvl7pPr algn="l">
              <a:defRPr sz="3225" b="1">
                <a:solidFill>
                  <a:srgbClr val="123247"/>
                </a:solidFill>
                <a:latin typeface="DejaVu Sans"/>
                <a:ea typeface="DejaVu Sans"/>
                <a:cs typeface="DejaVu Sans"/>
              </a:defRPr>
            </a:lvl7pPr>
            <a:lvl8pPr algn="l">
              <a:defRPr sz="3225" b="1">
                <a:solidFill>
                  <a:srgbClr val="123247"/>
                </a:solidFill>
                <a:latin typeface="DejaVu Sans"/>
                <a:ea typeface="DejaVu Sans"/>
                <a:cs typeface="DejaVu Sans"/>
              </a:defRPr>
            </a:lvl8pPr>
            <a:lvl9pPr algn="l">
              <a:defRPr sz="3225" b="1">
                <a:solidFill>
                  <a:srgbClr val="123247"/>
                </a:solidFill>
                <a:latin typeface="DejaVu Sans"/>
                <a:ea typeface="DejaVu Sans"/>
                <a:cs typeface="DejaVu Sans"/>
              </a:defRPr>
            </a:lvl9pPr>
          </a:lstStyle>
          <a:p>
            <a:pPr algn="l">
              <a:defRPr sz="3225" b="1">
                <a:solidFill>
                  <a:srgbClr val="123247"/>
                </a:solidFill>
                <a:latin typeface="DejaVu Sans"/>
                <a:ea typeface="DejaVu Sans"/>
                <a:cs typeface="DejaVu Sans"/>
              </a:defRPr>
            </a:pPr>
            <a:r>
              <a:rPr sz="3225" b="1">
                <a:solidFill>
                  <a:srgbClr val="123247"/>
                </a:solidFill>
                <a:latin typeface="DejaVu Sans"/>
                <a:ea typeface="DejaVu Sans"/>
                <a:cs typeface="DejaVu Sans"/>
              </a:rPr>
              <a:t>L-momentos para ajustar GEV e Pearson III</a:t>
            </a:r>
          </a:p>
        </p:txBody>
      </p:sp>
      <p:sp>
        <p:nvSpPr>
          <p:cNvPr id="3" name="texto">
            <a:extLst>
              <a:ext uri="{FF2B5EF4-FFF2-40B4-BE49-F238E27FC236}">
                <a16:creationId xmlns:a16="http://schemas.microsoft.com/office/drawing/2014/main" id="{9685DBA1-F990-4C7B-ADAB-4D11419976A4}"/>
              </a:ext>
            </a:extLst>
          </p:cNvPr>
          <p:cNvSpPr>
            <a:spLocks noGrp="1"/>
          </p:cNvSpPr>
          <p:nvPr/>
        </p:nvSpPr>
        <p:spPr>
          <a:xfrm>
            <a:off x="609600" y="6096000"/>
            <a:ext cx="10763250" cy="228600"/>
          </a:xfrm>
          <a:prstGeom prst="rect">
            <a:avLst/>
          </a:prstGeom>
          <a:noFill/>
          <a:ln w="0">
            <a:noFill/>
            <a:prstDash val="solid"/>
          </a:ln>
        </p:spPr>
        <p:txBody>
          <a:bodyPr wrap="square" lIns="0" tIns="0" rIns="0" bIns="0" anchor="t">
            <a:noAutofit/>
          </a:bodyPr>
          <a:lstStyle>
            <a:defPPr algn="l">
              <a:defRPr sz="1050" b="0">
                <a:solidFill>
                  <a:srgbClr val="526873"/>
                </a:solidFill>
                <a:latin typeface="DejaVu Sans"/>
                <a:ea typeface="DejaVu Sans"/>
                <a:cs typeface="DejaVu Sans"/>
              </a:defRPr>
            </a:defPPr>
            <a:lvl1pPr algn="l">
              <a:defRPr sz="1050" b="0">
                <a:solidFill>
                  <a:srgbClr val="526873"/>
                </a:solidFill>
                <a:latin typeface="DejaVu Sans"/>
                <a:ea typeface="DejaVu Sans"/>
                <a:cs typeface="DejaVu Sans"/>
              </a:defRPr>
            </a:lvl1pPr>
            <a:lvl2pPr algn="l">
              <a:defRPr sz="1050" b="0">
                <a:solidFill>
                  <a:srgbClr val="526873"/>
                </a:solidFill>
                <a:latin typeface="DejaVu Sans"/>
                <a:ea typeface="DejaVu Sans"/>
                <a:cs typeface="DejaVu Sans"/>
              </a:defRPr>
            </a:lvl2pPr>
            <a:lvl3pPr algn="l">
              <a:defRPr sz="1050" b="0">
                <a:solidFill>
                  <a:srgbClr val="526873"/>
                </a:solidFill>
                <a:latin typeface="DejaVu Sans"/>
                <a:ea typeface="DejaVu Sans"/>
                <a:cs typeface="DejaVu Sans"/>
              </a:defRPr>
            </a:lvl3pPr>
            <a:lvl4pPr algn="l">
              <a:defRPr sz="1050" b="0">
                <a:solidFill>
                  <a:srgbClr val="526873"/>
                </a:solidFill>
                <a:latin typeface="DejaVu Sans"/>
                <a:ea typeface="DejaVu Sans"/>
                <a:cs typeface="DejaVu Sans"/>
              </a:defRPr>
            </a:lvl4pPr>
            <a:lvl5pPr algn="l">
              <a:defRPr sz="1050" b="0">
                <a:solidFill>
                  <a:srgbClr val="526873"/>
                </a:solidFill>
                <a:latin typeface="DejaVu Sans"/>
                <a:ea typeface="DejaVu Sans"/>
                <a:cs typeface="DejaVu Sans"/>
              </a:defRPr>
            </a:lvl5pPr>
            <a:lvl6pPr algn="l">
              <a:defRPr sz="1050" b="0">
                <a:solidFill>
                  <a:srgbClr val="526873"/>
                </a:solidFill>
                <a:latin typeface="DejaVu Sans"/>
                <a:ea typeface="DejaVu Sans"/>
                <a:cs typeface="DejaVu Sans"/>
              </a:defRPr>
            </a:lvl6pPr>
            <a:lvl7pPr algn="l">
              <a:defRPr sz="1050" b="0">
                <a:solidFill>
                  <a:srgbClr val="526873"/>
                </a:solidFill>
                <a:latin typeface="DejaVu Sans"/>
                <a:ea typeface="DejaVu Sans"/>
                <a:cs typeface="DejaVu Sans"/>
              </a:defRPr>
            </a:lvl7pPr>
            <a:lvl8pPr algn="l">
              <a:defRPr sz="1050" b="0">
                <a:solidFill>
                  <a:srgbClr val="526873"/>
                </a:solidFill>
                <a:latin typeface="DejaVu Sans"/>
                <a:ea typeface="DejaVu Sans"/>
                <a:cs typeface="DejaVu Sans"/>
              </a:defRPr>
            </a:lvl8pPr>
            <a:lvl9pPr algn="l">
              <a:defRPr sz="1050" b="0">
                <a:solidFill>
                  <a:srgbClr val="526873"/>
                </a:solidFill>
                <a:latin typeface="DejaVu Sans"/>
                <a:ea typeface="DejaVu Sans"/>
                <a:cs typeface="DejaVu Sans"/>
              </a:defRPr>
            </a:lvl9pPr>
          </a:lstStyle>
          <a:p>
            <a:pPr algn="l">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Fontes: Hosking e Wallis (1997); Cassalho et al. (2019), J. Flood Risk Management, seção 2.</a:t>
            </a:r>
          </a:p>
        </p:txBody>
      </p:sp>
      <p:sp>
        <p:nvSpPr>
          <p:cNvPr id="4" name="Straight Connector 3">
            <a:extLst>
              <a:ext uri="{FF2B5EF4-FFF2-40B4-BE49-F238E27FC236}">
                <a16:creationId xmlns:a16="http://schemas.microsoft.com/office/drawing/2014/main" id="{8A7EA8BB-0C54-419A-900B-3C0B779E2D8C}"/>
              </a:ext>
            </a:extLst>
          </p:cNvPr>
          <p:cNvSpPr>
            <a:spLocks noGrp="1"/>
          </p:cNvSpPr>
          <p:nvPr/>
        </p:nvSpPr>
        <p:spPr>
          <a:xfrm>
            <a:off x="609600" y="6438900"/>
            <a:ext cx="10972800" cy="0"/>
          </a:xfrm>
          <a:prstGeom prst="line">
            <a:avLst/>
          </a:prstGeom>
          <a:noFill/>
          <a:ln w="9525">
            <a:solidFill>
              <a:srgbClr val="DCE3E3"/>
            </a:solidFill>
            <a:prstDash val="solid"/>
          </a:ln>
        </p:spPr>
        <p:txBody>
          <a:bodyPr/>
          <a:lstStyle/>
          <a:p>
            <a:endParaRPr lang="en-GB"/>
          </a:p>
        </p:txBody>
      </p:sp>
      <p:sp>
        <p:nvSpPr>
          <p:cNvPr id="5" name="texto">
            <a:extLst>
              <a:ext uri="{FF2B5EF4-FFF2-40B4-BE49-F238E27FC236}">
                <a16:creationId xmlns:a16="http://schemas.microsoft.com/office/drawing/2014/main" id="{A7A51869-8699-42CA-88FD-9938508809BA}"/>
              </a:ext>
            </a:extLst>
          </p:cNvPr>
          <p:cNvSpPr>
            <a:spLocks noGrp="1"/>
          </p:cNvSpPr>
          <p:nvPr/>
        </p:nvSpPr>
        <p:spPr>
          <a:xfrm>
            <a:off x="609600" y="6543675"/>
            <a:ext cx="8572500" cy="190500"/>
          </a:xfrm>
          <a:prstGeom prst="rect">
            <a:avLst/>
          </a:prstGeom>
          <a:noFill/>
          <a:ln w="0">
            <a:noFill/>
            <a:prstDash val="solid"/>
          </a:ln>
        </p:spPr>
        <p:txBody>
          <a:bodyPr wrap="square" lIns="0" tIns="0" rIns="0" bIns="0" anchor="t">
            <a:noAutofit/>
          </a:bodyPr>
          <a:lstStyle>
            <a:defPPr algn="l">
              <a:defRPr sz="975" b="0">
                <a:solidFill>
                  <a:srgbClr val="526873"/>
                </a:solidFill>
                <a:latin typeface="DejaVu Sans"/>
                <a:ea typeface="DejaVu Sans"/>
                <a:cs typeface="DejaVu Sans"/>
              </a:defRPr>
            </a:defPPr>
            <a:lvl1pPr algn="l">
              <a:defRPr sz="975" b="0">
                <a:solidFill>
                  <a:srgbClr val="526873"/>
                </a:solidFill>
                <a:latin typeface="DejaVu Sans"/>
                <a:ea typeface="DejaVu Sans"/>
                <a:cs typeface="DejaVu Sans"/>
              </a:defRPr>
            </a:lvl1pPr>
            <a:lvl2pPr algn="l">
              <a:defRPr sz="975" b="0">
                <a:solidFill>
                  <a:srgbClr val="526873"/>
                </a:solidFill>
                <a:latin typeface="DejaVu Sans"/>
                <a:ea typeface="DejaVu Sans"/>
                <a:cs typeface="DejaVu Sans"/>
              </a:defRPr>
            </a:lvl2pPr>
            <a:lvl3pPr algn="l">
              <a:defRPr sz="975" b="0">
                <a:solidFill>
                  <a:srgbClr val="526873"/>
                </a:solidFill>
                <a:latin typeface="DejaVu Sans"/>
                <a:ea typeface="DejaVu Sans"/>
                <a:cs typeface="DejaVu Sans"/>
              </a:defRPr>
            </a:lvl3pPr>
            <a:lvl4pPr algn="l">
              <a:defRPr sz="975" b="0">
                <a:solidFill>
                  <a:srgbClr val="526873"/>
                </a:solidFill>
                <a:latin typeface="DejaVu Sans"/>
                <a:ea typeface="DejaVu Sans"/>
                <a:cs typeface="DejaVu Sans"/>
              </a:defRPr>
            </a:lvl4pPr>
            <a:lvl5pPr algn="l">
              <a:defRPr sz="975" b="0">
                <a:solidFill>
                  <a:srgbClr val="526873"/>
                </a:solidFill>
                <a:latin typeface="DejaVu Sans"/>
                <a:ea typeface="DejaVu Sans"/>
                <a:cs typeface="DejaVu Sans"/>
              </a:defRPr>
            </a:lvl5pPr>
            <a:lvl6pPr algn="l">
              <a:defRPr sz="975" b="0">
                <a:solidFill>
                  <a:srgbClr val="526873"/>
                </a:solidFill>
                <a:latin typeface="DejaVu Sans"/>
                <a:ea typeface="DejaVu Sans"/>
                <a:cs typeface="DejaVu Sans"/>
              </a:defRPr>
            </a:lvl6pPr>
            <a:lvl7pPr algn="l">
              <a:defRPr sz="975" b="0">
                <a:solidFill>
                  <a:srgbClr val="526873"/>
                </a:solidFill>
                <a:latin typeface="DejaVu Sans"/>
                <a:ea typeface="DejaVu Sans"/>
                <a:cs typeface="DejaVu Sans"/>
              </a:defRPr>
            </a:lvl7pPr>
            <a:lvl8pPr algn="l">
              <a:defRPr sz="975" b="0">
                <a:solidFill>
                  <a:srgbClr val="526873"/>
                </a:solidFill>
                <a:latin typeface="DejaVu Sans"/>
                <a:ea typeface="DejaVu Sans"/>
                <a:cs typeface="DejaVu Sans"/>
              </a:defRPr>
            </a:lvl8pPr>
            <a:lvl9pPr algn="l">
              <a:defRPr sz="975" b="0">
                <a:solidFill>
                  <a:srgbClr val="526873"/>
                </a:solidFill>
                <a:latin typeface="DejaVu Sans"/>
                <a:ea typeface="DejaVu Sans"/>
                <a:cs typeface="DejaVu Sans"/>
              </a:defRPr>
            </a:lvl9pPr>
          </a:lstStyle>
          <a:p>
            <a:pPr algn="l">
              <a:defRPr sz="975" b="0">
                <a:solidFill>
                  <a:srgbClr val="526873"/>
                </a:solidFill>
                <a:latin typeface="DejaVu Sans"/>
                <a:ea typeface="DejaVu Sans"/>
                <a:cs typeface="DejaVu Sans"/>
              </a:defRPr>
            </a:pPr>
            <a:r>
              <a:rPr sz="975" b="0">
                <a:solidFill>
                  <a:srgbClr val="526873"/>
                </a:solidFill>
                <a:latin typeface="DejaVu Sans"/>
                <a:ea typeface="DejaVu Sans"/>
                <a:cs typeface="DejaVu Sans"/>
              </a:rPr>
              <a:t>REGIONALIZAÇÃO DE VAZÕES</a:t>
            </a:r>
          </a:p>
        </p:txBody>
      </p:sp>
      <p:sp>
        <p:nvSpPr>
          <p:cNvPr id="6" name="texto">
            <a:extLst>
              <a:ext uri="{FF2B5EF4-FFF2-40B4-BE49-F238E27FC236}">
                <a16:creationId xmlns:a16="http://schemas.microsoft.com/office/drawing/2014/main" id="{9B5F3634-78B6-4E9A-8B6B-65D57B662BAF}"/>
              </a:ext>
            </a:extLst>
          </p:cNvPr>
          <p:cNvSpPr>
            <a:spLocks noGrp="1"/>
          </p:cNvSpPr>
          <p:nvPr/>
        </p:nvSpPr>
        <p:spPr>
          <a:xfrm>
            <a:off x="10620375" y="6534150"/>
            <a:ext cx="962025" cy="209550"/>
          </a:xfrm>
          <a:prstGeom prst="rect">
            <a:avLst/>
          </a:prstGeom>
          <a:noFill/>
          <a:ln w="0">
            <a:noFill/>
            <a:prstDash val="solid"/>
          </a:ln>
        </p:spPr>
        <p:txBody>
          <a:bodyPr wrap="square" lIns="0" tIns="0" rIns="0" bIns="0" anchor="t">
            <a:noAutofit/>
          </a:bodyPr>
          <a:lstStyle>
            <a:defPPr algn="r">
              <a:defRPr sz="1050" b="0">
                <a:solidFill>
                  <a:srgbClr val="526873"/>
                </a:solidFill>
                <a:latin typeface="DejaVu Sans"/>
                <a:ea typeface="DejaVu Sans"/>
                <a:cs typeface="DejaVu Sans"/>
              </a:defRPr>
            </a:defPPr>
            <a:lvl1pPr algn="r">
              <a:defRPr sz="1050" b="0">
                <a:solidFill>
                  <a:srgbClr val="526873"/>
                </a:solidFill>
                <a:latin typeface="DejaVu Sans"/>
                <a:ea typeface="DejaVu Sans"/>
                <a:cs typeface="DejaVu Sans"/>
              </a:defRPr>
            </a:lvl1pPr>
            <a:lvl2pPr algn="r">
              <a:defRPr sz="1050" b="0">
                <a:solidFill>
                  <a:srgbClr val="526873"/>
                </a:solidFill>
                <a:latin typeface="DejaVu Sans"/>
                <a:ea typeface="DejaVu Sans"/>
                <a:cs typeface="DejaVu Sans"/>
              </a:defRPr>
            </a:lvl2pPr>
            <a:lvl3pPr algn="r">
              <a:defRPr sz="1050" b="0">
                <a:solidFill>
                  <a:srgbClr val="526873"/>
                </a:solidFill>
                <a:latin typeface="DejaVu Sans"/>
                <a:ea typeface="DejaVu Sans"/>
                <a:cs typeface="DejaVu Sans"/>
              </a:defRPr>
            </a:lvl3pPr>
            <a:lvl4pPr algn="r">
              <a:defRPr sz="1050" b="0">
                <a:solidFill>
                  <a:srgbClr val="526873"/>
                </a:solidFill>
                <a:latin typeface="DejaVu Sans"/>
                <a:ea typeface="DejaVu Sans"/>
                <a:cs typeface="DejaVu Sans"/>
              </a:defRPr>
            </a:lvl4pPr>
            <a:lvl5pPr algn="r">
              <a:defRPr sz="1050" b="0">
                <a:solidFill>
                  <a:srgbClr val="526873"/>
                </a:solidFill>
                <a:latin typeface="DejaVu Sans"/>
                <a:ea typeface="DejaVu Sans"/>
                <a:cs typeface="DejaVu Sans"/>
              </a:defRPr>
            </a:lvl5pPr>
            <a:lvl6pPr algn="r">
              <a:defRPr sz="1050" b="0">
                <a:solidFill>
                  <a:srgbClr val="526873"/>
                </a:solidFill>
                <a:latin typeface="DejaVu Sans"/>
                <a:ea typeface="DejaVu Sans"/>
                <a:cs typeface="DejaVu Sans"/>
              </a:defRPr>
            </a:lvl6pPr>
            <a:lvl7pPr algn="r">
              <a:defRPr sz="1050" b="0">
                <a:solidFill>
                  <a:srgbClr val="526873"/>
                </a:solidFill>
                <a:latin typeface="DejaVu Sans"/>
                <a:ea typeface="DejaVu Sans"/>
                <a:cs typeface="DejaVu Sans"/>
              </a:defRPr>
            </a:lvl7pPr>
            <a:lvl8pPr algn="r">
              <a:defRPr sz="1050" b="0">
                <a:solidFill>
                  <a:srgbClr val="526873"/>
                </a:solidFill>
                <a:latin typeface="DejaVu Sans"/>
                <a:ea typeface="DejaVu Sans"/>
                <a:cs typeface="DejaVu Sans"/>
              </a:defRPr>
            </a:lvl8pPr>
            <a:lvl9pPr algn="r">
              <a:defRPr sz="1050" b="0">
                <a:solidFill>
                  <a:srgbClr val="526873"/>
                </a:solidFill>
                <a:latin typeface="DejaVu Sans"/>
                <a:ea typeface="DejaVu Sans"/>
                <a:cs typeface="DejaVu Sans"/>
              </a:defRPr>
            </a:lvl9pPr>
          </a:lstStyle>
          <a:p>
            <a:pPr algn="r">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19 / 38</a:t>
            </a:r>
          </a:p>
        </p:txBody>
      </p:sp>
      <p:sp>
        <p:nvSpPr>
          <p:cNvPr id="7" name="texto">
            <a:extLst>
              <a:ext uri="{FF2B5EF4-FFF2-40B4-BE49-F238E27FC236}">
                <a16:creationId xmlns:a16="http://schemas.microsoft.com/office/drawing/2014/main" id="{9B4A4F16-0FF3-40BD-9C7D-8C568EBF783D}"/>
              </a:ext>
            </a:extLst>
          </p:cNvPr>
          <p:cNvSpPr>
            <a:spLocks noGrp="1"/>
          </p:cNvSpPr>
          <p:nvPr/>
        </p:nvSpPr>
        <p:spPr>
          <a:xfrm>
            <a:off x="609600" y="1838325"/>
            <a:ext cx="10972800" cy="504825"/>
          </a:xfrm>
          <a:prstGeom prst="rect">
            <a:avLst/>
          </a:prstGeom>
          <a:noFill/>
          <a:ln w="0">
            <a:noFill/>
            <a:prstDash val="solid"/>
          </a:ln>
        </p:spPr>
        <p:txBody>
          <a:bodyPr wrap="square" lIns="0" tIns="0" rIns="0" bIns="0" anchor="t">
            <a:noAutofit/>
          </a:bodyPr>
          <a:lstStyle>
            <a:defPPr algn="l">
              <a:defRPr sz="2550" b="1">
                <a:solidFill>
                  <a:srgbClr val="123247"/>
                </a:solidFill>
                <a:latin typeface="DejaVu Sans"/>
                <a:ea typeface="DejaVu Sans"/>
                <a:cs typeface="DejaVu Sans"/>
              </a:defRPr>
            </a:defPPr>
            <a:lvl1pPr algn="l">
              <a:defRPr sz="2550" b="1">
                <a:solidFill>
                  <a:srgbClr val="123247"/>
                </a:solidFill>
                <a:latin typeface="DejaVu Sans"/>
                <a:ea typeface="DejaVu Sans"/>
                <a:cs typeface="DejaVu Sans"/>
              </a:defRPr>
            </a:lvl1pPr>
            <a:lvl2pPr algn="l">
              <a:defRPr sz="2550" b="1">
                <a:solidFill>
                  <a:srgbClr val="123247"/>
                </a:solidFill>
                <a:latin typeface="DejaVu Sans"/>
                <a:ea typeface="DejaVu Sans"/>
                <a:cs typeface="DejaVu Sans"/>
              </a:defRPr>
            </a:lvl2pPr>
            <a:lvl3pPr algn="l">
              <a:defRPr sz="2550" b="1">
                <a:solidFill>
                  <a:srgbClr val="123247"/>
                </a:solidFill>
                <a:latin typeface="DejaVu Sans"/>
                <a:ea typeface="DejaVu Sans"/>
                <a:cs typeface="DejaVu Sans"/>
              </a:defRPr>
            </a:lvl3pPr>
            <a:lvl4pPr algn="l">
              <a:defRPr sz="2550" b="1">
                <a:solidFill>
                  <a:srgbClr val="123247"/>
                </a:solidFill>
                <a:latin typeface="DejaVu Sans"/>
                <a:ea typeface="DejaVu Sans"/>
                <a:cs typeface="DejaVu Sans"/>
              </a:defRPr>
            </a:lvl4pPr>
            <a:lvl5pPr algn="l">
              <a:defRPr sz="2550" b="1">
                <a:solidFill>
                  <a:srgbClr val="123247"/>
                </a:solidFill>
                <a:latin typeface="DejaVu Sans"/>
                <a:ea typeface="DejaVu Sans"/>
                <a:cs typeface="DejaVu Sans"/>
              </a:defRPr>
            </a:lvl5pPr>
            <a:lvl6pPr algn="l">
              <a:defRPr sz="2550" b="1">
                <a:solidFill>
                  <a:srgbClr val="123247"/>
                </a:solidFill>
                <a:latin typeface="DejaVu Sans"/>
                <a:ea typeface="DejaVu Sans"/>
                <a:cs typeface="DejaVu Sans"/>
              </a:defRPr>
            </a:lvl6pPr>
            <a:lvl7pPr algn="l">
              <a:defRPr sz="2550" b="1">
                <a:solidFill>
                  <a:srgbClr val="123247"/>
                </a:solidFill>
                <a:latin typeface="DejaVu Sans"/>
                <a:ea typeface="DejaVu Sans"/>
                <a:cs typeface="DejaVu Sans"/>
              </a:defRPr>
            </a:lvl7pPr>
            <a:lvl8pPr algn="l">
              <a:defRPr sz="2550" b="1">
                <a:solidFill>
                  <a:srgbClr val="123247"/>
                </a:solidFill>
                <a:latin typeface="DejaVu Sans"/>
                <a:ea typeface="DejaVu Sans"/>
                <a:cs typeface="DejaVu Sans"/>
              </a:defRPr>
            </a:lvl8pPr>
            <a:lvl9pPr algn="l">
              <a:defRPr sz="2550" b="1">
                <a:solidFill>
                  <a:srgbClr val="123247"/>
                </a:solidFill>
                <a:latin typeface="DejaVu Sans"/>
                <a:ea typeface="DejaVu Sans"/>
                <a:cs typeface="DejaVu Sans"/>
              </a:defRPr>
            </a:lvl9pPr>
          </a:lstStyle>
          <a:p>
            <a:pPr algn="l">
              <a:defRPr sz="2550" b="1">
                <a:solidFill>
                  <a:srgbClr val="123247"/>
                </a:solidFill>
                <a:latin typeface="DejaVu Sans"/>
                <a:ea typeface="DejaVu Sans"/>
                <a:cs typeface="DejaVu Sans"/>
              </a:defRPr>
            </a:pPr>
            <a:r>
              <a:rPr sz="2550" b="1">
                <a:solidFill>
                  <a:srgbClr val="123247"/>
                </a:solidFill>
                <a:latin typeface="DejaVu Sans"/>
                <a:ea typeface="DejaVu Sans"/>
                <a:cs typeface="DejaVu Sans"/>
              </a:rPr>
              <a:t>1  Normalizar: Zᵢ,ᵧ = Mᵢ,ᵧ / μᵢ</a:t>
            </a:r>
          </a:p>
        </p:txBody>
      </p:sp>
      <p:sp>
        <p:nvSpPr>
          <p:cNvPr id="8" name="texto">
            <a:extLst>
              <a:ext uri="{FF2B5EF4-FFF2-40B4-BE49-F238E27FC236}">
                <a16:creationId xmlns:a16="http://schemas.microsoft.com/office/drawing/2014/main" id="{C73A17DE-D181-4CBC-A15E-1CB6C82917A8}"/>
              </a:ext>
            </a:extLst>
          </p:cNvPr>
          <p:cNvSpPr>
            <a:spLocks noGrp="1"/>
          </p:cNvSpPr>
          <p:nvPr/>
        </p:nvSpPr>
        <p:spPr>
          <a:xfrm>
            <a:off x="609600" y="2524125"/>
            <a:ext cx="10972800" cy="571500"/>
          </a:xfrm>
          <a:prstGeom prst="rect">
            <a:avLst/>
          </a:prstGeom>
          <a:noFill/>
          <a:ln w="0">
            <a:noFill/>
            <a:prstDash val="solid"/>
          </a:ln>
        </p:spPr>
        <p:txBody>
          <a:bodyPr wrap="square" lIns="0" tIns="0" rIns="0" bIns="0" anchor="t">
            <a:noAutofit/>
          </a:bodyPr>
          <a:lstStyle>
            <a:defPPr algn="l">
              <a:defRPr sz="2325" b="1">
                <a:solidFill>
                  <a:srgbClr val="123247"/>
                </a:solidFill>
                <a:latin typeface="DejaVu Sans"/>
                <a:ea typeface="DejaVu Sans"/>
                <a:cs typeface="DejaVu Sans"/>
              </a:defRPr>
            </a:defPPr>
            <a:lvl1pPr algn="l">
              <a:defRPr sz="2325" b="1">
                <a:solidFill>
                  <a:srgbClr val="123247"/>
                </a:solidFill>
                <a:latin typeface="DejaVu Sans"/>
                <a:ea typeface="DejaVu Sans"/>
                <a:cs typeface="DejaVu Sans"/>
              </a:defRPr>
            </a:lvl1pPr>
            <a:lvl2pPr algn="l">
              <a:defRPr sz="2325" b="1">
                <a:solidFill>
                  <a:srgbClr val="123247"/>
                </a:solidFill>
                <a:latin typeface="DejaVu Sans"/>
                <a:ea typeface="DejaVu Sans"/>
                <a:cs typeface="DejaVu Sans"/>
              </a:defRPr>
            </a:lvl2pPr>
            <a:lvl3pPr algn="l">
              <a:defRPr sz="2325" b="1">
                <a:solidFill>
                  <a:srgbClr val="123247"/>
                </a:solidFill>
                <a:latin typeface="DejaVu Sans"/>
                <a:ea typeface="DejaVu Sans"/>
                <a:cs typeface="DejaVu Sans"/>
              </a:defRPr>
            </a:lvl3pPr>
            <a:lvl4pPr algn="l">
              <a:defRPr sz="2325" b="1">
                <a:solidFill>
                  <a:srgbClr val="123247"/>
                </a:solidFill>
                <a:latin typeface="DejaVu Sans"/>
                <a:ea typeface="DejaVu Sans"/>
                <a:cs typeface="DejaVu Sans"/>
              </a:defRPr>
            </a:lvl4pPr>
            <a:lvl5pPr algn="l">
              <a:defRPr sz="2325" b="1">
                <a:solidFill>
                  <a:srgbClr val="123247"/>
                </a:solidFill>
                <a:latin typeface="DejaVu Sans"/>
                <a:ea typeface="DejaVu Sans"/>
                <a:cs typeface="DejaVu Sans"/>
              </a:defRPr>
            </a:lvl5pPr>
            <a:lvl6pPr algn="l">
              <a:defRPr sz="2325" b="1">
                <a:solidFill>
                  <a:srgbClr val="123247"/>
                </a:solidFill>
                <a:latin typeface="DejaVu Sans"/>
                <a:ea typeface="DejaVu Sans"/>
                <a:cs typeface="DejaVu Sans"/>
              </a:defRPr>
            </a:lvl6pPr>
            <a:lvl7pPr algn="l">
              <a:defRPr sz="2325" b="1">
                <a:solidFill>
                  <a:srgbClr val="123247"/>
                </a:solidFill>
                <a:latin typeface="DejaVu Sans"/>
                <a:ea typeface="DejaVu Sans"/>
                <a:cs typeface="DejaVu Sans"/>
              </a:defRPr>
            </a:lvl7pPr>
            <a:lvl8pPr algn="l">
              <a:defRPr sz="2325" b="1">
                <a:solidFill>
                  <a:srgbClr val="123247"/>
                </a:solidFill>
                <a:latin typeface="DejaVu Sans"/>
                <a:ea typeface="DejaVu Sans"/>
                <a:cs typeface="DejaVu Sans"/>
              </a:defRPr>
            </a:lvl8pPr>
            <a:lvl9pPr algn="l">
              <a:defRPr sz="2325" b="1">
                <a:solidFill>
                  <a:srgbClr val="123247"/>
                </a:solidFill>
                <a:latin typeface="DejaVu Sans"/>
                <a:ea typeface="DejaVu Sans"/>
                <a:cs typeface="DejaVu Sans"/>
              </a:defRPr>
            </a:lvl9pPr>
          </a:lstStyle>
          <a:p>
            <a:pPr algn="l">
              <a:defRPr sz="2325" b="1">
                <a:solidFill>
                  <a:srgbClr val="123247"/>
                </a:solidFill>
                <a:latin typeface="DejaVu Sans"/>
                <a:ea typeface="DejaVu Sans"/>
                <a:cs typeface="DejaVu Sans"/>
              </a:defRPr>
            </a:pPr>
            <a:r>
              <a:rPr sz="2325" b="1">
                <a:solidFill>
                  <a:srgbClr val="123247"/>
                </a:solidFill>
                <a:latin typeface="DejaVu Sans"/>
                <a:ea typeface="DejaVu Sans"/>
                <a:cs typeface="DejaVu Sans"/>
              </a:rPr>
              <a:t>2  Combinar razões: tᴿ = Σ nᵢtᵢ / Σ nᵢ  (também t₃ e t₄)</a:t>
            </a:r>
          </a:p>
        </p:txBody>
      </p:sp>
      <p:graphicFrame>
        <p:nvGraphicFramePr>
          <p:cNvPr id="9" name="Table 8">
            <a:extLst>
              <a:ext uri="{FF2B5EF4-FFF2-40B4-BE49-F238E27FC236}">
                <a16:creationId xmlns:a16="http://schemas.microsoft.com/office/drawing/2014/main" id="{9FE68D06-6902-4358-BAA4-879BAD50038A}"/>
              </a:ext>
            </a:extLst>
          </p:cNvPr>
          <p:cNvGraphicFramePr/>
          <p:nvPr/>
        </p:nvGraphicFramePr>
        <p:xfrm>
          <a:off x="609600" y="3333750"/>
          <a:ext cx="10972800" cy="1976755"/>
        </p:xfrm>
        <a:graphic>
          <a:graphicData uri="http://schemas.openxmlformats.org/drawingml/2006/table">
            <a:tbl>
              <a:tblPr/>
              <a:tblGrid>
                <a:gridCol w="3667125">
                  <a:extLst>
                    <a:ext uri="{9D8B030D-6E8A-4147-A177-3AD203B41FA5}">
                      <a16:colId xmlns:a16="http://schemas.microsoft.com/office/drawing/2014/main" val="20000"/>
                    </a:ext>
                  </a:extLst>
                </a:gridCol>
                <a:gridCol w="7305675">
                  <a:extLst>
                    <a:ext uri="{9D8B030D-6E8A-4147-A177-3AD203B41FA5}">
                      <a16:colId xmlns:a16="http://schemas.microsoft.com/office/drawing/2014/main" val="20001"/>
                    </a:ext>
                  </a:extLst>
                </a:gridCol>
              </a:tblGrid>
              <a:tr h="650875">
                <a:tc>
                  <a:txBody>
                    <a:bodyPr/>
                    <a:lstStyle/>
                    <a:p>
                      <a:pPr algn="l"/>
                      <a:r>
                        <a:rPr sz="1875" b="1">
                          <a:solidFill>
                            <a:srgbClr val="FFFFFF"/>
                          </a:solidFill>
                          <a:latin typeface="DejaVu Sans"/>
                          <a:ea typeface="DejaVu Sans"/>
                          <a:cs typeface="DejaVu Sans"/>
                        </a:rPr>
                        <a:t>Família candidata</a:t>
                      </a:r>
                    </a:p>
                  </a:txBody>
                  <a:tcPr anchor="ctr">
                    <a:lnL w="6668">
                      <a:solidFill>
                        <a:srgbClr val="DCE3E3"/>
                      </a:solidFill>
                      <a:prstDash val="solid"/>
                    </a:lnL>
                    <a:lnR w="6668">
                      <a:solidFill>
                        <a:srgbClr val="DCE3E3"/>
                      </a:solidFill>
                      <a:prstDash val="solid"/>
                    </a:lnR>
                    <a:lnT w="6668">
                      <a:solidFill>
                        <a:srgbClr val="DCE3E3"/>
                      </a:solidFill>
                      <a:prstDash val="solid"/>
                    </a:lnT>
                    <a:lnB w="6668">
                      <a:solidFill>
                        <a:srgbClr val="DCE3E3"/>
                      </a:solidFill>
                      <a:prstDash val="solid"/>
                    </a:lnB>
                    <a:solidFill>
                      <a:srgbClr val="123247"/>
                    </a:solidFill>
                  </a:tcPr>
                </a:tc>
                <a:tc>
                  <a:txBody>
                    <a:bodyPr/>
                    <a:lstStyle/>
                    <a:p>
                      <a:pPr algn="l"/>
                      <a:r>
                        <a:rPr sz="1875" b="1">
                          <a:solidFill>
                            <a:srgbClr val="FFFFFF"/>
                          </a:solidFill>
                          <a:latin typeface="DejaVu Sans"/>
                          <a:ea typeface="DejaVu Sans"/>
                          <a:cs typeface="DejaVu Sans"/>
                        </a:rPr>
                        <a:t>Parâmetros e ajuste</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a:solidFill>
                        <a:srgbClr val="DCE3E3"/>
                      </a:solidFill>
                      <a:prstDash val="solid"/>
                    </a:lnT>
                    <a:lnB w="6668">
                      <a:solidFill>
                        <a:srgbClr val="DCE3E3"/>
                      </a:solidFill>
                      <a:prstDash val="solid"/>
                    </a:lnB>
                    <a:solidFill>
                      <a:srgbClr val="123247"/>
                    </a:solidFill>
                  </a:tcPr>
                </a:tc>
                <a:extLst>
                  <a:ext uri="{0D108BD9-81ED-4DB2-BD59-A6C34878D82A}">
                    <a16:rowId xmlns:a16="http://schemas.microsoft.com/office/drawing/2014/main" val="10000"/>
                  </a:ext>
                </a:extLst>
              </a:tr>
              <a:tr h="650875">
                <a:tc>
                  <a:txBody>
                    <a:bodyPr/>
                    <a:lstStyle/>
                    <a:p>
                      <a:pPr algn="l"/>
                      <a:r>
                        <a:rPr sz="1875" b="0">
                          <a:solidFill>
                            <a:srgbClr val="193647"/>
                          </a:solidFill>
                          <a:latin typeface="DejaVu Sans"/>
                          <a:ea typeface="DejaVu Sans"/>
                          <a:cs typeface="DejaVu Sans"/>
                        </a:rPr>
                        <a:t>GEV</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1875" b="0">
                          <a:solidFill>
                            <a:srgbClr val="193647"/>
                          </a:solidFill>
                          <a:latin typeface="DejaVu Sans"/>
                          <a:ea typeface="DejaVu Sans"/>
                          <a:cs typeface="DejaVu Sans"/>
                        </a:rPr>
                        <a:t>Localização, escala e forma.</a:t>
                      </a:r>
                    </a:p>
                    <a:p>
                      <a:pPr algn="l"/>
                      <a:r>
                        <a:rPr sz="1875" b="0">
                          <a:solidFill>
                            <a:srgbClr val="193647"/>
                          </a:solidFill>
                          <a:latin typeface="DejaVu Sans"/>
                          <a:ea typeface="DejaVu Sans"/>
                          <a:cs typeface="DejaVu Sans"/>
                        </a:rPr>
                        <a:t>Estimar a partir dos L-momentos regionais.</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extLst>
                  <a:ext uri="{0D108BD9-81ED-4DB2-BD59-A6C34878D82A}">
                    <a16:rowId xmlns:a16="http://schemas.microsoft.com/office/drawing/2014/main" val="10001"/>
                  </a:ext>
                </a:extLst>
              </a:tr>
              <a:tr h="650875">
                <a:tc>
                  <a:txBody>
                    <a:bodyPr/>
                    <a:lstStyle/>
                    <a:p>
                      <a:pPr algn="l"/>
                      <a:r>
                        <a:rPr sz="1875" b="0">
                          <a:solidFill>
                            <a:srgbClr val="193647"/>
                          </a:solidFill>
                          <a:latin typeface="DejaVu Sans"/>
                          <a:ea typeface="DejaVu Sans"/>
                          <a:cs typeface="DejaVu Sans"/>
                        </a:rPr>
                        <a:t>Pearson tipo III (PE3)</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1875" b="0">
                          <a:solidFill>
                            <a:srgbClr val="193647"/>
                          </a:solidFill>
                          <a:latin typeface="DejaVu Sans"/>
                          <a:ea typeface="DejaVu Sans"/>
                          <a:cs typeface="DejaVu Sans"/>
                        </a:rPr>
                        <a:t>Três parâmetros: média, dispersão e assimetria.</a:t>
                      </a:r>
                    </a:p>
                    <a:p>
                      <a:pPr algn="l"/>
                      <a:r>
                        <a:rPr sz="1875" b="0">
                          <a:solidFill>
                            <a:srgbClr val="193647"/>
                          </a:solidFill>
                          <a:latin typeface="DejaVu Sans"/>
                          <a:ea typeface="DejaVu Sans"/>
                          <a:cs typeface="DejaVu Sans"/>
                        </a:rPr>
                        <a:t>Estimar a partir dos L-momentos regionais.</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extLst>
                  <a:ext uri="{0D108BD9-81ED-4DB2-BD59-A6C34878D82A}">
                    <a16:rowId xmlns:a16="http://schemas.microsoft.com/office/drawing/2014/main" val="10002"/>
                  </a:ext>
                </a:extLst>
              </a:tr>
            </a:tbl>
          </a:graphicData>
        </a:graphic>
      </p:graphicFrame>
      <p:sp>
        <p:nvSpPr>
          <p:cNvPr id="10" name="texto">
            <a:extLst>
              <a:ext uri="{FF2B5EF4-FFF2-40B4-BE49-F238E27FC236}">
                <a16:creationId xmlns:a16="http://schemas.microsoft.com/office/drawing/2014/main" id="{DD9E69A3-B07D-4BA3-BCB9-219E2ECD60F1}"/>
              </a:ext>
            </a:extLst>
          </p:cNvPr>
          <p:cNvSpPr>
            <a:spLocks noGrp="1"/>
          </p:cNvSpPr>
          <p:nvPr/>
        </p:nvSpPr>
        <p:spPr>
          <a:xfrm>
            <a:off x="609600" y="5610225"/>
            <a:ext cx="10972800" cy="457200"/>
          </a:xfrm>
          <a:prstGeom prst="rect">
            <a:avLst/>
          </a:prstGeom>
          <a:noFill/>
          <a:ln w="0">
            <a:noFill/>
            <a:prstDash val="solid"/>
          </a:ln>
        </p:spPr>
        <p:txBody>
          <a:bodyPr wrap="square" lIns="0" tIns="0" rIns="0" bIns="0" anchor="t">
            <a:noAutofit/>
          </a:bodyPr>
          <a:lstStyle>
            <a:defPPr algn="l">
              <a:defRPr sz="2175" b="1">
                <a:solidFill>
                  <a:srgbClr val="087F88"/>
                </a:solidFill>
                <a:latin typeface="DejaVu Sans"/>
                <a:ea typeface="DejaVu Sans"/>
                <a:cs typeface="DejaVu Sans"/>
              </a:defRPr>
            </a:defPPr>
            <a:lvl1pPr algn="l">
              <a:defRPr sz="2175" b="1">
                <a:solidFill>
                  <a:srgbClr val="087F88"/>
                </a:solidFill>
                <a:latin typeface="DejaVu Sans"/>
                <a:ea typeface="DejaVu Sans"/>
                <a:cs typeface="DejaVu Sans"/>
              </a:defRPr>
            </a:lvl1pPr>
            <a:lvl2pPr algn="l">
              <a:defRPr sz="2175" b="1">
                <a:solidFill>
                  <a:srgbClr val="087F88"/>
                </a:solidFill>
                <a:latin typeface="DejaVu Sans"/>
                <a:ea typeface="DejaVu Sans"/>
                <a:cs typeface="DejaVu Sans"/>
              </a:defRPr>
            </a:lvl2pPr>
            <a:lvl3pPr algn="l">
              <a:defRPr sz="2175" b="1">
                <a:solidFill>
                  <a:srgbClr val="087F88"/>
                </a:solidFill>
                <a:latin typeface="DejaVu Sans"/>
                <a:ea typeface="DejaVu Sans"/>
                <a:cs typeface="DejaVu Sans"/>
              </a:defRPr>
            </a:lvl3pPr>
            <a:lvl4pPr algn="l">
              <a:defRPr sz="2175" b="1">
                <a:solidFill>
                  <a:srgbClr val="087F88"/>
                </a:solidFill>
                <a:latin typeface="DejaVu Sans"/>
                <a:ea typeface="DejaVu Sans"/>
                <a:cs typeface="DejaVu Sans"/>
              </a:defRPr>
            </a:lvl4pPr>
            <a:lvl5pPr algn="l">
              <a:defRPr sz="2175" b="1">
                <a:solidFill>
                  <a:srgbClr val="087F88"/>
                </a:solidFill>
                <a:latin typeface="DejaVu Sans"/>
                <a:ea typeface="DejaVu Sans"/>
                <a:cs typeface="DejaVu Sans"/>
              </a:defRPr>
            </a:lvl5pPr>
            <a:lvl6pPr algn="l">
              <a:defRPr sz="2175" b="1">
                <a:solidFill>
                  <a:srgbClr val="087F88"/>
                </a:solidFill>
                <a:latin typeface="DejaVu Sans"/>
                <a:ea typeface="DejaVu Sans"/>
                <a:cs typeface="DejaVu Sans"/>
              </a:defRPr>
            </a:lvl6pPr>
            <a:lvl7pPr algn="l">
              <a:defRPr sz="2175" b="1">
                <a:solidFill>
                  <a:srgbClr val="087F88"/>
                </a:solidFill>
                <a:latin typeface="DejaVu Sans"/>
                <a:ea typeface="DejaVu Sans"/>
                <a:cs typeface="DejaVu Sans"/>
              </a:defRPr>
            </a:lvl7pPr>
            <a:lvl8pPr algn="l">
              <a:defRPr sz="2175" b="1">
                <a:solidFill>
                  <a:srgbClr val="087F88"/>
                </a:solidFill>
                <a:latin typeface="DejaVu Sans"/>
                <a:ea typeface="DejaVu Sans"/>
                <a:cs typeface="DejaVu Sans"/>
              </a:defRPr>
            </a:lvl8pPr>
            <a:lvl9pPr algn="l">
              <a:defRPr sz="2175" b="1">
                <a:solidFill>
                  <a:srgbClr val="087F88"/>
                </a:solidFill>
                <a:latin typeface="DejaVu Sans"/>
                <a:ea typeface="DejaVu Sans"/>
                <a:cs typeface="DejaVu Sans"/>
              </a:defRPr>
            </a:lvl9pPr>
          </a:lstStyle>
          <a:p>
            <a:pPr algn="l">
              <a:defRPr sz="2175" b="1">
                <a:solidFill>
                  <a:srgbClr val="087F88"/>
                </a:solidFill>
                <a:latin typeface="DejaVu Sans"/>
                <a:ea typeface="DejaVu Sans"/>
                <a:cs typeface="DejaVu Sans"/>
              </a:defRPr>
            </a:pPr>
            <a:r>
              <a:rPr sz="2175" b="1">
                <a:solidFill>
                  <a:srgbClr val="087F88"/>
                </a:solidFill>
                <a:latin typeface="DejaVu Sans"/>
                <a:ea typeface="DejaVu Sans"/>
                <a:cs typeface="DejaVu Sans"/>
              </a:rPr>
              <a:t>3  Avaliar o ajuste e obter gᴿ(T) = Fᴿ⁻¹(1 − 1/T).</a:t>
            </a:r>
          </a:p>
        </p:txBody>
      </p:sp>
    </p:spTree>
    <p:extLst>
      <p:ext uri="{BB962C8B-B14F-4D97-AF65-F5344CB8AC3E}">
        <p14:creationId xmlns:p14="http://schemas.microsoft.com/office/powerpoint/2010/main" val="20695719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0" name="texto">
            <a:extLst>
              <a:ext uri="{FF2B5EF4-FFF2-40B4-BE49-F238E27FC236}">
                <a16:creationId xmlns:a16="http://schemas.microsoft.com/office/drawing/2014/main" id="{EB16AA0D-F180-4457-9351-9673C20EA396}"/>
              </a:ext>
            </a:extLst>
          </p:cNvPr>
          <p:cNvSpPr>
            <a:spLocks noGrp="1"/>
          </p:cNvSpPr>
          <p:nvPr/>
        </p:nvSpPr>
        <p:spPr>
          <a:xfrm>
            <a:off x="609600" y="285750"/>
            <a:ext cx="10668000" cy="247650"/>
          </a:xfrm>
          <a:prstGeom prst="rect">
            <a:avLst/>
          </a:prstGeom>
          <a:noFill/>
          <a:ln w="0">
            <a:noFill/>
            <a:prstDash val="solid"/>
          </a:ln>
        </p:spPr>
        <p:txBody>
          <a:bodyPr wrap="square" lIns="0" tIns="0" rIns="0" bIns="0" anchor="t">
            <a:noAutofit/>
          </a:bodyPr>
          <a:lstStyle>
            <a:defPPr algn="l">
              <a:defRPr sz="1275" b="1">
                <a:solidFill>
                  <a:srgbClr val="087F88"/>
                </a:solidFill>
                <a:latin typeface="DejaVu Sans"/>
                <a:ea typeface="DejaVu Sans"/>
                <a:cs typeface="DejaVu Sans"/>
              </a:defRPr>
            </a:defPPr>
            <a:lvl1pPr algn="l">
              <a:defRPr sz="1275" b="1">
                <a:solidFill>
                  <a:srgbClr val="087F88"/>
                </a:solidFill>
                <a:latin typeface="DejaVu Sans"/>
                <a:ea typeface="DejaVu Sans"/>
                <a:cs typeface="DejaVu Sans"/>
              </a:defRPr>
            </a:lvl1pPr>
            <a:lvl2pPr algn="l">
              <a:defRPr sz="1275" b="1">
                <a:solidFill>
                  <a:srgbClr val="087F88"/>
                </a:solidFill>
                <a:latin typeface="DejaVu Sans"/>
                <a:ea typeface="DejaVu Sans"/>
                <a:cs typeface="DejaVu Sans"/>
              </a:defRPr>
            </a:lvl2pPr>
            <a:lvl3pPr algn="l">
              <a:defRPr sz="1275" b="1">
                <a:solidFill>
                  <a:srgbClr val="087F88"/>
                </a:solidFill>
                <a:latin typeface="DejaVu Sans"/>
                <a:ea typeface="DejaVu Sans"/>
                <a:cs typeface="DejaVu Sans"/>
              </a:defRPr>
            </a:lvl3pPr>
            <a:lvl4pPr algn="l">
              <a:defRPr sz="1275" b="1">
                <a:solidFill>
                  <a:srgbClr val="087F88"/>
                </a:solidFill>
                <a:latin typeface="DejaVu Sans"/>
                <a:ea typeface="DejaVu Sans"/>
                <a:cs typeface="DejaVu Sans"/>
              </a:defRPr>
            </a:lvl4pPr>
            <a:lvl5pPr algn="l">
              <a:defRPr sz="1275" b="1">
                <a:solidFill>
                  <a:srgbClr val="087F88"/>
                </a:solidFill>
                <a:latin typeface="DejaVu Sans"/>
                <a:ea typeface="DejaVu Sans"/>
                <a:cs typeface="DejaVu Sans"/>
              </a:defRPr>
            </a:lvl5pPr>
            <a:lvl6pPr algn="l">
              <a:defRPr sz="1275" b="1">
                <a:solidFill>
                  <a:srgbClr val="087F88"/>
                </a:solidFill>
                <a:latin typeface="DejaVu Sans"/>
                <a:ea typeface="DejaVu Sans"/>
                <a:cs typeface="DejaVu Sans"/>
              </a:defRPr>
            </a:lvl6pPr>
            <a:lvl7pPr algn="l">
              <a:defRPr sz="1275" b="1">
                <a:solidFill>
                  <a:srgbClr val="087F88"/>
                </a:solidFill>
                <a:latin typeface="DejaVu Sans"/>
                <a:ea typeface="DejaVu Sans"/>
                <a:cs typeface="DejaVu Sans"/>
              </a:defRPr>
            </a:lvl7pPr>
            <a:lvl8pPr algn="l">
              <a:defRPr sz="1275" b="1">
                <a:solidFill>
                  <a:srgbClr val="087F88"/>
                </a:solidFill>
                <a:latin typeface="DejaVu Sans"/>
                <a:ea typeface="DejaVu Sans"/>
                <a:cs typeface="DejaVu Sans"/>
              </a:defRPr>
            </a:lvl8pPr>
            <a:lvl9pPr algn="l">
              <a:defRPr sz="1275" b="1">
                <a:solidFill>
                  <a:srgbClr val="087F88"/>
                </a:solidFill>
                <a:latin typeface="DejaVu Sans"/>
                <a:ea typeface="DejaVu Sans"/>
                <a:cs typeface="DejaVu Sans"/>
              </a:defRPr>
            </a:lvl9pPr>
          </a:lstStyle>
          <a:p>
            <a:pPr algn="l">
              <a:defRPr sz="1275" b="1">
                <a:solidFill>
                  <a:srgbClr val="087F88"/>
                </a:solidFill>
                <a:latin typeface="DejaVu Sans"/>
                <a:ea typeface="DejaVu Sans"/>
                <a:cs typeface="DejaVu Sans"/>
              </a:defRPr>
            </a:pPr>
            <a:r>
              <a:rPr sz="1275" b="1">
                <a:solidFill>
                  <a:srgbClr val="087F88"/>
                </a:solidFill>
                <a:latin typeface="DejaVu Sans"/>
                <a:ea typeface="DejaVu Sans"/>
                <a:cs typeface="DejaVu Sans"/>
              </a:rPr>
              <a:t>FIGURA DO ARTIGO · LEITURA ORIENTADA</a:t>
            </a:r>
          </a:p>
        </p:txBody>
      </p:sp>
      <p:sp>
        <p:nvSpPr>
          <p:cNvPr id="2" name="texto">
            <a:extLst>
              <a:ext uri="{FF2B5EF4-FFF2-40B4-BE49-F238E27FC236}">
                <a16:creationId xmlns:a16="http://schemas.microsoft.com/office/drawing/2014/main" id="{852581F4-4293-468B-AF86-302434A9DD37}"/>
              </a:ext>
            </a:extLst>
          </p:cNvPr>
          <p:cNvSpPr>
            <a:spLocks noGrp="1"/>
          </p:cNvSpPr>
          <p:nvPr/>
        </p:nvSpPr>
        <p:spPr>
          <a:xfrm>
            <a:off x="609600" y="685800"/>
            <a:ext cx="10972800" cy="1028700"/>
          </a:xfrm>
          <a:prstGeom prst="rect">
            <a:avLst/>
          </a:prstGeom>
          <a:noFill/>
          <a:ln w="0">
            <a:noFill/>
            <a:prstDash val="solid"/>
          </a:ln>
        </p:spPr>
        <p:txBody>
          <a:bodyPr wrap="square" lIns="0" tIns="0" rIns="0" bIns="0" anchor="t">
            <a:noAutofit/>
          </a:bodyPr>
          <a:lstStyle>
            <a:defPPr algn="l">
              <a:defRPr sz="3225" b="1">
                <a:solidFill>
                  <a:srgbClr val="123247"/>
                </a:solidFill>
                <a:latin typeface="DejaVu Sans"/>
                <a:ea typeface="DejaVu Sans"/>
                <a:cs typeface="DejaVu Sans"/>
              </a:defRPr>
            </a:defPPr>
            <a:lvl1pPr algn="l">
              <a:defRPr sz="3225" b="1">
                <a:solidFill>
                  <a:srgbClr val="123247"/>
                </a:solidFill>
                <a:latin typeface="DejaVu Sans"/>
                <a:ea typeface="DejaVu Sans"/>
                <a:cs typeface="DejaVu Sans"/>
              </a:defRPr>
            </a:lvl1pPr>
            <a:lvl2pPr algn="l">
              <a:defRPr sz="3225" b="1">
                <a:solidFill>
                  <a:srgbClr val="123247"/>
                </a:solidFill>
                <a:latin typeface="DejaVu Sans"/>
                <a:ea typeface="DejaVu Sans"/>
                <a:cs typeface="DejaVu Sans"/>
              </a:defRPr>
            </a:lvl2pPr>
            <a:lvl3pPr algn="l">
              <a:defRPr sz="3225" b="1">
                <a:solidFill>
                  <a:srgbClr val="123247"/>
                </a:solidFill>
                <a:latin typeface="DejaVu Sans"/>
                <a:ea typeface="DejaVu Sans"/>
                <a:cs typeface="DejaVu Sans"/>
              </a:defRPr>
            </a:lvl3pPr>
            <a:lvl4pPr algn="l">
              <a:defRPr sz="3225" b="1">
                <a:solidFill>
                  <a:srgbClr val="123247"/>
                </a:solidFill>
                <a:latin typeface="DejaVu Sans"/>
                <a:ea typeface="DejaVu Sans"/>
                <a:cs typeface="DejaVu Sans"/>
              </a:defRPr>
            </a:lvl4pPr>
            <a:lvl5pPr algn="l">
              <a:defRPr sz="3225" b="1">
                <a:solidFill>
                  <a:srgbClr val="123247"/>
                </a:solidFill>
                <a:latin typeface="DejaVu Sans"/>
                <a:ea typeface="DejaVu Sans"/>
                <a:cs typeface="DejaVu Sans"/>
              </a:defRPr>
            </a:lvl5pPr>
            <a:lvl6pPr algn="l">
              <a:defRPr sz="3225" b="1">
                <a:solidFill>
                  <a:srgbClr val="123247"/>
                </a:solidFill>
                <a:latin typeface="DejaVu Sans"/>
                <a:ea typeface="DejaVu Sans"/>
                <a:cs typeface="DejaVu Sans"/>
              </a:defRPr>
            </a:lvl6pPr>
            <a:lvl7pPr algn="l">
              <a:defRPr sz="3225" b="1">
                <a:solidFill>
                  <a:srgbClr val="123247"/>
                </a:solidFill>
                <a:latin typeface="DejaVu Sans"/>
                <a:ea typeface="DejaVu Sans"/>
                <a:cs typeface="DejaVu Sans"/>
              </a:defRPr>
            </a:lvl7pPr>
            <a:lvl8pPr algn="l">
              <a:defRPr sz="3225" b="1">
                <a:solidFill>
                  <a:srgbClr val="123247"/>
                </a:solidFill>
                <a:latin typeface="DejaVu Sans"/>
                <a:ea typeface="DejaVu Sans"/>
                <a:cs typeface="DejaVu Sans"/>
              </a:defRPr>
            </a:lvl8pPr>
            <a:lvl9pPr algn="l">
              <a:defRPr sz="3225" b="1">
                <a:solidFill>
                  <a:srgbClr val="123247"/>
                </a:solidFill>
                <a:latin typeface="DejaVu Sans"/>
                <a:ea typeface="DejaVu Sans"/>
                <a:cs typeface="DejaVu Sans"/>
              </a:defRPr>
            </a:lvl9pPr>
          </a:lstStyle>
          <a:p>
            <a:pPr algn="l">
              <a:defRPr sz="3225" b="1">
                <a:solidFill>
                  <a:srgbClr val="123247"/>
                </a:solidFill>
                <a:latin typeface="DejaVu Sans"/>
                <a:ea typeface="DejaVu Sans"/>
                <a:cs typeface="DejaVu Sans"/>
              </a:defRPr>
            </a:pPr>
            <a:r>
              <a:rPr sz="3225" b="1">
                <a:solidFill>
                  <a:srgbClr val="123247"/>
                </a:solidFill>
                <a:latin typeface="DejaVu Sans"/>
                <a:ea typeface="DejaVu Sans"/>
                <a:cs typeface="DejaVu Sans"/>
              </a:rPr>
              <a:t>L-momentos: comparação entre distribuições</a:t>
            </a:r>
          </a:p>
        </p:txBody>
      </p:sp>
      <p:sp>
        <p:nvSpPr>
          <p:cNvPr id="3" name="texto">
            <a:extLst>
              <a:ext uri="{FF2B5EF4-FFF2-40B4-BE49-F238E27FC236}">
                <a16:creationId xmlns:a16="http://schemas.microsoft.com/office/drawing/2014/main" id="{73EB88F5-2575-44F3-AE4A-1294E1E56F61}"/>
              </a:ext>
            </a:extLst>
          </p:cNvPr>
          <p:cNvSpPr>
            <a:spLocks noGrp="1"/>
          </p:cNvSpPr>
          <p:nvPr/>
        </p:nvSpPr>
        <p:spPr>
          <a:xfrm>
            <a:off x="609600" y="6096000"/>
            <a:ext cx="10763250" cy="228600"/>
          </a:xfrm>
          <a:prstGeom prst="rect">
            <a:avLst/>
          </a:prstGeom>
          <a:noFill/>
          <a:ln w="0">
            <a:noFill/>
            <a:prstDash val="solid"/>
          </a:ln>
        </p:spPr>
        <p:txBody>
          <a:bodyPr wrap="square" lIns="0" tIns="0" rIns="0" bIns="0" anchor="t">
            <a:noAutofit/>
          </a:bodyPr>
          <a:lstStyle>
            <a:defPPr algn="l">
              <a:defRPr sz="1050" b="0">
                <a:solidFill>
                  <a:srgbClr val="526873"/>
                </a:solidFill>
                <a:latin typeface="DejaVu Sans"/>
                <a:ea typeface="DejaVu Sans"/>
                <a:cs typeface="DejaVu Sans"/>
              </a:defRPr>
            </a:defPPr>
            <a:lvl1pPr algn="l">
              <a:defRPr sz="1050" b="0">
                <a:solidFill>
                  <a:srgbClr val="526873"/>
                </a:solidFill>
                <a:latin typeface="DejaVu Sans"/>
                <a:ea typeface="DejaVu Sans"/>
                <a:cs typeface="DejaVu Sans"/>
              </a:defRPr>
            </a:lvl1pPr>
            <a:lvl2pPr algn="l">
              <a:defRPr sz="1050" b="0">
                <a:solidFill>
                  <a:srgbClr val="526873"/>
                </a:solidFill>
                <a:latin typeface="DejaVu Sans"/>
                <a:ea typeface="DejaVu Sans"/>
                <a:cs typeface="DejaVu Sans"/>
              </a:defRPr>
            </a:lvl2pPr>
            <a:lvl3pPr algn="l">
              <a:defRPr sz="1050" b="0">
                <a:solidFill>
                  <a:srgbClr val="526873"/>
                </a:solidFill>
                <a:latin typeface="DejaVu Sans"/>
                <a:ea typeface="DejaVu Sans"/>
                <a:cs typeface="DejaVu Sans"/>
              </a:defRPr>
            </a:lvl3pPr>
            <a:lvl4pPr algn="l">
              <a:defRPr sz="1050" b="0">
                <a:solidFill>
                  <a:srgbClr val="526873"/>
                </a:solidFill>
                <a:latin typeface="DejaVu Sans"/>
                <a:ea typeface="DejaVu Sans"/>
                <a:cs typeface="DejaVu Sans"/>
              </a:defRPr>
            </a:lvl4pPr>
            <a:lvl5pPr algn="l">
              <a:defRPr sz="1050" b="0">
                <a:solidFill>
                  <a:srgbClr val="526873"/>
                </a:solidFill>
                <a:latin typeface="DejaVu Sans"/>
                <a:ea typeface="DejaVu Sans"/>
                <a:cs typeface="DejaVu Sans"/>
              </a:defRPr>
            </a:lvl5pPr>
            <a:lvl6pPr algn="l">
              <a:defRPr sz="1050" b="0">
                <a:solidFill>
                  <a:srgbClr val="526873"/>
                </a:solidFill>
                <a:latin typeface="DejaVu Sans"/>
                <a:ea typeface="DejaVu Sans"/>
                <a:cs typeface="DejaVu Sans"/>
              </a:defRPr>
            </a:lvl6pPr>
            <a:lvl7pPr algn="l">
              <a:defRPr sz="1050" b="0">
                <a:solidFill>
                  <a:srgbClr val="526873"/>
                </a:solidFill>
                <a:latin typeface="DejaVu Sans"/>
                <a:ea typeface="DejaVu Sans"/>
                <a:cs typeface="DejaVu Sans"/>
              </a:defRPr>
            </a:lvl7pPr>
            <a:lvl8pPr algn="l">
              <a:defRPr sz="1050" b="0">
                <a:solidFill>
                  <a:srgbClr val="526873"/>
                </a:solidFill>
                <a:latin typeface="DejaVu Sans"/>
                <a:ea typeface="DejaVu Sans"/>
                <a:cs typeface="DejaVu Sans"/>
              </a:defRPr>
            </a:lvl8pPr>
            <a:lvl9pPr algn="l">
              <a:defRPr sz="1050" b="0">
                <a:solidFill>
                  <a:srgbClr val="526873"/>
                </a:solidFill>
                <a:latin typeface="DejaVu Sans"/>
                <a:ea typeface="DejaVu Sans"/>
                <a:cs typeface="DejaVu Sans"/>
              </a:defRPr>
            </a:lvl9pPr>
          </a:lstStyle>
          <a:p>
            <a:pPr algn="l">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Fonte: Cassalho et al. (2019), J. Flood Risk Management, Figura 3, p. 9. Recortes do original.</a:t>
            </a:r>
          </a:p>
        </p:txBody>
      </p:sp>
      <p:sp>
        <p:nvSpPr>
          <p:cNvPr id="4" name="Straight Connector 3">
            <a:extLst>
              <a:ext uri="{FF2B5EF4-FFF2-40B4-BE49-F238E27FC236}">
                <a16:creationId xmlns:a16="http://schemas.microsoft.com/office/drawing/2014/main" id="{FFF1A5B7-FFBB-4551-AEB6-74D710F39FDF}"/>
              </a:ext>
            </a:extLst>
          </p:cNvPr>
          <p:cNvSpPr>
            <a:spLocks noGrp="1"/>
          </p:cNvSpPr>
          <p:nvPr/>
        </p:nvSpPr>
        <p:spPr>
          <a:xfrm>
            <a:off x="609600" y="6438900"/>
            <a:ext cx="10972800" cy="0"/>
          </a:xfrm>
          <a:prstGeom prst="line">
            <a:avLst/>
          </a:prstGeom>
          <a:noFill/>
          <a:ln w="9525">
            <a:solidFill>
              <a:srgbClr val="DCE3E3"/>
            </a:solidFill>
            <a:prstDash val="solid"/>
          </a:ln>
        </p:spPr>
        <p:txBody>
          <a:bodyPr/>
          <a:lstStyle/>
          <a:p>
            <a:endParaRPr lang="en-GB"/>
          </a:p>
        </p:txBody>
      </p:sp>
      <p:sp>
        <p:nvSpPr>
          <p:cNvPr id="5" name="texto">
            <a:extLst>
              <a:ext uri="{FF2B5EF4-FFF2-40B4-BE49-F238E27FC236}">
                <a16:creationId xmlns:a16="http://schemas.microsoft.com/office/drawing/2014/main" id="{54E27EEA-441E-4338-A179-65A210A83A56}"/>
              </a:ext>
            </a:extLst>
          </p:cNvPr>
          <p:cNvSpPr>
            <a:spLocks noGrp="1"/>
          </p:cNvSpPr>
          <p:nvPr/>
        </p:nvSpPr>
        <p:spPr>
          <a:xfrm>
            <a:off x="609600" y="6543675"/>
            <a:ext cx="8572500" cy="190500"/>
          </a:xfrm>
          <a:prstGeom prst="rect">
            <a:avLst/>
          </a:prstGeom>
          <a:noFill/>
          <a:ln w="0">
            <a:noFill/>
            <a:prstDash val="solid"/>
          </a:ln>
        </p:spPr>
        <p:txBody>
          <a:bodyPr wrap="square" lIns="0" tIns="0" rIns="0" bIns="0" anchor="t">
            <a:noAutofit/>
          </a:bodyPr>
          <a:lstStyle>
            <a:defPPr algn="l">
              <a:defRPr sz="975" b="0">
                <a:solidFill>
                  <a:srgbClr val="526873"/>
                </a:solidFill>
                <a:latin typeface="DejaVu Sans"/>
                <a:ea typeface="DejaVu Sans"/>
                <a:cs typeface="DejaVu Sans"/>
              </a:defRPr>
            </a:defPPr>
            <a:lvl1pPr algn="l">
              <a:defRPr sz="975" b="0">
                <a:solidFill>
                  <a:srgbClr val="526873"/>
                </a:solidFill>
                <a:latin typeface="DejaVu Sans"/>
                <a:ea typeface="DejaVu Sans"/>
                <a:cs typeface="DejaVu Sans"/>
              </a:defRPr>
            </a:lvl1pPr>
            <a:lvl2pPr algn="l">
              <a:defRPr sz="975" b="0">
                <a:solidFill>
                  <a:srgbClr val="526873"/>
                </a:solidFill>
                <a:latin typeface="DejaVu Sans"/>
                <a:ea typeface="DejaVu Sans"/>
                <a:cs typeface="DejaVu Sans"/>
              </a:defRPr>
            </a:lvl2pPr>
            <a:lvl3pPr algn="l">
              <a:defRPr sz="975" b="0">
                <a:solidFill>
                  <a:srgbClr val="526873"/>
                </a:solidFill>
                <a:latin typeface="DejaVu Sans"/>
                <a:ea typeface="DejaVu Sans"/>
                <a:cs typeface="DejaVu Sans"/>
              </a:defRPr>
            </a:lvl3pPr>
            <a:lvl4pPr algn="l">
              <a:defRPr sz="975" b="0">
                <a:solidFill>
                  <a:srgbClr val="526873"/>
                </a:solidFill>
                <a:latin typeface="DejaVu Sans"/>
                <a:ea typeface="DejaVu Sans"/>
                <a:cs typeface="DejaVu Sans"/>
              </a:defRPr>
            </a:lvl4pPr>
            <a:lvl5pPr algn="l">
              <a:defRPr sz="975" b="0">
                <a:solidFill>
                  <a:srgbClr val="526873"/>
                </a:solidFill>
                <a:latin typeface="DejaVu Sans"/>
                <a:ea typeface="DejaVu Sans"/>
                <a:cs typeface="DejaVu Sans"/>
              </a:defRPr>
            </a:lvl5pPr>
            <a:lvl6pPr algn="l">
              <a:defRPr sz="975" b="0">
                <a:solidFill>
                  <a:srgbClr val="526873"/>
                </a:solidFill>
                <a:latin typeface="DejaVu Sans"/>
                <a:ea typeface="DejaVu Sans"/>
                <a:cs typeface="DejaVu Sans"/>
              </a:defRPr>
            </a:lvl6pPr>
            <a:lvl7pPr algn="l">
              <a:defRPr sz="975" b="0">
                <a:solidFill>
                  <a:srgbClr val="526873"/>
                </a:solidFill>
                <a:latin typeface="DejaVu Sans"/>
                <a:ea typeface="DejaVu Sans"/>
                <a:cs typeface="DejaVu Sans"/>
              </a:defRPr>
            </a:lvl7pPr>
            <a:lvl8pPr algn="l">
              <a:defRPr sz="975" b="0">
                <a:solidFill>
                  <a:srgbClr val="526873"/>
                </a:solidFill>
                <a:latin typeface="DejaVu Sans"/>
                <a:ea typeface="DejaVu Sans"/>
                <a:cs typeface="DejaVu Sans"/>
              </a:defRPr>
            </a:lvl8pPr>
            <a:lvl9pPr algn="l">
              <a:defRPr sz="975" b="0">
                <a:solidFill>
                  <a:srgbClr val="526873"/>
                </a:solidFill>
                <a:latin typeface="DejaVu Sans"/>
                <a:ea typeface="DejaVu Sans"/>
                <a:cs typeface="DejaVu Sans"/>
              </a:defRPr>
            </a:lvl9pPr>
          </a:lstStyle>
          <a:p>
            <a:pPr algn="l">
              <a:defRPr sz="975" b="0">
                <a:solidFill>
                  <a:srgbClr val="526873"/>
                </a:solidFill>
                <a:latin typeface="DejaVu Sans"/>
                <a:ea typeface="DejaVu Sans"/>
                <a:cs typeface="DejaVu Sans"/>
              </a:defRPr>
            </a:pPr>
            <a:r>
              <a:rPr sz="975" b="0">
                <a:solidFill>
                  <a:srgbClr val="526873"/>
                </a:solidFill>
                <a:latin typeface="DejaVu Sans"/>
                <a:ea typeface="DejaVu Sans"/>
                <a:cs typeface="DejaVu Sans"/>
              </a:rPr>
              <a:t>REGIONALIZAÇÃO DE VAZÕES</a:t>
            </a:r>
          </a:p>
        </p:txBody>
      </p:sp>
      <p:sp>
        <p:nvSpPr>
          <p:cNvPr id="6" name="texto">
            <a:extLst>
              <a:ext uri="{FF2B5EF4-FFF2-40B4-BE49-F238E27FC236}">
                <a16:creationId xmlns:a16="http://schemas.microsoft.com/office/drawing/2014/main" id="{6C428478-82AB-463F-8826-5FB3450648A5}"/>
              </a:ext>
            </a:extLst>
          </p:cNvPr>
          <p:cNvSpPr>
            <a:spLocks noGrp="1"/>
          </p:cNvSpPr>
          <p:nvPr/>
        </p:nvSpPr>
        <p:spPr>
          <a:xfrm>
            <a:off x="10620375" y="6534150"/>
            <a:ext cx="962025" cy="209550"/>
          </a:xfrm>
          <a:prstGeom prst="rect">
            <a:avLst/>
          </a:prstGeom>
          <a:noFill/>
          <a:ln w="0">
            <a:noFill/>
            <a:prstDash val="solid"/>
          </a:ln>
        </p:spPr>
        <p:txBody>
          <a:bodyPr wrap="square" lIns="0" tIns="0" rIns="0" bIns="0" anchor="t">
            <a:noAutofit/>
          </a:bodyPr>
          <a:lstStyle>
            <a:defPPr algn="r">
              <a:defRPr sz="1050" b="0">
                <a:solidFill>
                  <a:srgbClr val="526873"/>
                </a:solidFill>
                <a:latin typeface="DejaVu Sans"/>
                <a:ea typeface="DejaVu Sans"/>
                <a:cs typeface="DejaVu Sans"/>
              </a:defRPr>
            </a:defPPr>
            <a:lvl1pPr algn="r">
              <a:defRPr sz="1050" b="0">
                <a:solidFill>
                  <a:srgbClr val="526873"/>
                </a:solidFill>
                <a:latin typeface="DejaVu Sans"/>
                <a:ea typeface="DejaVu Sans"/>
                <a:cs typeface="DejaVu Sans"/>
              </a:defRPr>
            </a:lvl1pPr>
            <a:lvl2pPr algn="r">
              <a:defRPr sz="1050" b="0">
                <a:solidFill>
                  <a:srgbClr val="526873"/>
                </a:solidFill>
                <a:latin typeface="DejaVu Sans"/>
                <a:ea typeface="DejaVu Sans"/>
                <a:cs typeface="DejaVu Sans"/>
              </a:defRPr>
            </a:lvl2pPr>
            <a:lvl3pPr algn="r">
              <a:defRPr sz="1050" b="0">
                <a:solidFill>
                  <a:srgbClr val="526873"/>
                </a:solidFill>
                <a:latin typeface="DejaVu Sans"/>
                <a:ea typeface="DejaVu Sans"/>
                <a:cs typeface="DejaVu Sans"/>
              </a:defRPr>
            </a:lvl3pPr>
            <a:lvl4pPr algn="r">
              <a:defRPr sz="1050" b="0">
                <a:solidFill>
                  <a:srgbClr val="526873"/>
                </a:solidFill>
                <a:latin typeface="DejaVu Sans"/>
                <a:ea typeface="DejaVu Sans"/>
                <a:cs typeface="DejaVu Sans"/>
              </a:defRPr>
            </a:lvl4pPr>
            <a:lvl5pPr algn="r">
              <a:defRPr sz="1050" b="0">
                <a:solidFill>
                  <a:srgbClr val="526873"/>
                </a:solidFill>
                <a:latin typeface="DejaVu Sans"/>
                <a:ea typeface="DejaVu Sans"/>
                <a:cs typeface="DejaVu Sans"/>
              </a:defRPr>
            </a:lvl5pPr>
            <a:lvl6pPr algn="r">
              <a:defRPr sz="1050" b="0">
                <a:solidFill>
                  <a:srgbClr val="526873"/>
                </a:solidFill>
                <a:latin typeface="DejaVu Sans"/>
                <a:ea typeface="DejaVu Sans"/>
                <a:cs typeface="DejaVu Sans"/>
              </a:defRPr>
            </a:lvl6pPr>
            <a:lvl7pPr algn="r">
              <a:defRPr sz="1050" b="0">
                <a:solidFill>
                  <a:srgbClr val="526873"/>
                </a:solidFill>
                <a:latin typeface="DejaVu Sans"/>
                <a:ea typeface="DejaVu Sans"/>
                <a:cs typeface="DejaVu Sans"/>
              </a:defRPr>
            </a:lvl7pPr>
            <a:lvl8pPr algn="r">
              <a:defRPr sz="1050" b="0">
                <a:solidFill>
                  <a:srgbClr val="526873"/>
                </a:solidFill>
                <a:latin typeface="DejaVu Sans"/>
                <a:ea typeface="DejaVu Sans"/>
                <a:cs typeface="DejaVu Sans"/>
              </a:defRPr>
            </a:lvl8pPr>
            <a:lvl9pPr algn="r">
              <a:defRPr sz="1050" b="0">
                <a:solidFill>
                  <a:srgbClr val="526873"/>
                </a:solidFill>
                <a:latin typeface="DejaVu Sans"/>
                <a:ea typeface="DejaVu Sans"/>
                <a:cs typeface="DejaVu Sans"/>
              </a:defRPr>
            </a:lvl9pPr>
          </a:lstStyle>
          <a:p>
            <a:pPr algn="r">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20 / 38</a:t>
            </a:r>
          </a:p>
        </p:txBody>
      </p:sp>
      <p:pic>
        <p:nvPicPr>
          <p:cNvPr id="7" name="Picture 6">
            <a:extLst>
              <a:ext uri="{FF2B5EF4-FFF2-40B4-BE49-F238E27FC236}">
                <a16:creationId xmlns:a16="http://schemas.microsoft.com/office/drawing/2014/main" id="{A951EBC4-384E-478A-8757-9150001CCB10}"/>
              </a:ext>
            </a:extLst>
          </p:cNvPr>
          <p:cNvPicPr>
            <a:picLocks noChangeAspect="1"/>
          </p:cNvPicPr>
          <p:nvPr/>
        </p:nvPicPr>
        <p:blipFill>
          <a:blip r:embed="rId3"/>
          <a:stretch/>
        </p:blipFill>
        <p:spPr>
          <a:xfrm>
            <a:off x="619125" y="1657459"/>
            <a:ext cx="4667250" cy="3590707"/>
          </a:xfrm>
          <a:prstGeom prst="rect">
            <a:avLst/>
          </a:prstGeom>
        </p:spPr>
      </p:pic>
      <p:pic>
        <p:nvPicPr>
          <p:cNvPr id="8" name="Picture 7">
            <a:extLst>
              <a:ext uri="{FF2B5EF4-FFF2-40B4-BE49-F238E27FC236}">
                <a16:creationId xmlns:a16="http://schemas.microsoft.com/office/drawing/2014/main" id="{36D655C8-E6EB-4442-BD29-13596BECAD27}"/>
              </a:ext>
            </a:extLst>
          </p:cNvPr>
          <p:cNvPicPr>
            <a:picLocks noChangeAspect="1"/>
          </p:cNvPicPr>
          <p:nvPr/>
        </p:nvPicPr>
        <p:blipFill>
          <a:blip r:embed="rId4"/>
          <a:stretch/>
        </p:blipFill>
        <p:spPr>
          <a:xfrm>
            <a:off x="6819900" y="1657459"/>
            <a:ext cx="4667250" cy="3590707"/>
          </a:xfrm>
          <a:prstGeom prst="rect">
            <a:avLst/>
          </a:prstGeom>
        </p:spPr>
      </p:pic>
      <p:pic>
        <p:nvPicPr>
          <p:cNvPr id="9" name="Picture 8">
            <a:extLst>
              <a:ext uri="{FF2B5EF4-FFF2-40B4-BE49-F238E27FC236}">
                <a16:creationId xmlns:a16="http://schemas.microsoft.com/office/drawing/2014/main" id="{1357C9CB-11DB-46C3-8341-30EE153BE522}"/>
              </a:ext>
            </a:extLst>
          </p:cNvPr>
          <p:cNvPicPr>
            <a:picLocks noChangeAspect="1"/>
          </p:cNvPicPr>
          <p:nvPr/>
        </p:nvPicPr>
        <p:blipFill>
          <a:blip r:embed="rId5"/>
          <a:stretch/>
        </p:blipFill>
        <p:spPr>
          <a:xfrm>
            <a:off x="1143000" y="5306338"/>
            <a:ext cx="9906000" cy="693499"/>
          </a:xfrm>
          <a:prstGeom prst="rect">
            <a:avLst/>
          </a:prstGeom>
        </p:spPr>
      </p:pic>
    </p:spTree>
    <p:extLst>
      <p:ext uri="{BB962C8B-B14F-4D97-AF65-F5344CB8AC3E}">
        <p14:creationId xmlns:p14="http://schemas.microsoft.com/office/powerpoint/2010/main" val="12081956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2" name="texto">
            <a:extLst>
              <a:ext uri="{FF2B5EF4-FFF2-40B4-BE49-F238E27FC236}">
                <a16:creationId xmlns:a16="http://schemas.microsoft.com/office/drawing/2014/main" id="{D19964EB-6C12-47D9-890B-FE92DAC98A33}"/>
              </a:ext>
            </a:extLst>
          </p:cNvPr>
          <p:cNvSpPr>
            <a:spLocks noGrp="1"/>
          </p:cNvSpPr>
          <p:nvPr/>
        </p:nvSpPr>
        <p:spPr>
          <a:xfrm>
            <a:off x="609600" y="285750"/>
            <a:ext cx="10668000" cy="247650"/>
          </a:xfrm>
          <a:prstGeom prst="rect">
            <a:avLst/>
          </a:prstGeom>
          <a:noFill/>
          <a:ln w="0">
            <a:noFill/>
            <a:prstDash val="solid"/>
          </a:ln>
        </p:spPr>
        <p:txBody>
          <a:bodyPr wrap="square" lIns="0" tIns="0" rIns="0" bIns="0" anchor="t">
            <a:noAutofit/>
          </a:bodyPr>
          <a:lstStyle>
            <a:defPPr algn="l">
              <a:defRPr sz="1275" b="1">
                <a:solidFill>
                  <a:srgbClr val="087F88"/>
                </a:solidFill>
                <a:latin typeface="DejaVu Sans"/>
                <a:ea typeface="DejaVu Sans"/>
                <a:cs typeface="DejaVu Sans"/>
              </a:defRPr>
            </a:defPPr>
            <a:lvl1pPr algn="l">
              <a:defRPr sz="1275" b="1">
                <a:solidFill>
                  <a:srgbClr val="087F88"/>
                </a:solidFill>
                <a:latin typeface="DejaVu Sans"/>
                <a:ea typeface="DejaVu Sans"/>
                <a:cs typeface="DejaVu Sans"/>
              </a:defRPr>
            </a:lvl1pPr>
            <a:lvl2pPr algn="l">
              <a:defRPr sz="1275" b="1">
                <a:solidFill>
                  <a:srgbClr val="087F88"/>
                </a:solidFill>
                <a:latin typeface="DejaVu Sans"/>
                <a:ea typeface="DejaVu Sans"/>
                <a:cs typeface="DejaVu Sans"/>
              </a:defRPr>
            </a:lvl2pPr>
            <a:lvl3pPr algn="l">
              <a:defRPr sz="1275" b="1">
                <a:solidFill>
                  <a:srgbClr val="087F88"/>
                </a:solidFill>
                <a:latin typeface="DejaVu Sans"/>
                <a:ea typeface="DejaVu Sans"/>
                <a:cs typeface="DejaVu Sans"/>
              </a:defRPr>
            </a:lvl3pPr>
            <a:lvl4pPr algn="l">
              <a:defRPr sz="1275" b="1">
                <a:solidFill>
                  <a:srgbClr val="087F88"/>
                </a:solidFill>
                <a:latin typeface="DejaVu Sans"/>
                <a:ea typeface="DejaVu Sans"/>
                <a:cs typeface="DejaVu Sans"/>
              </a:defRPr>
            </a:lvl4pPr>
            <a:lvl5pPr algn="l">
              <a:defRPr sz="1275" b="1">
                <a:solidFill>
                  <a:srgbClr val="087F88"/>
                </a:solidFill>
                <a:latin typeface="DejaVu Sans"/>
                <a:ea typeface="DejaVu Sans"/>
                <a:cs typeface="DejaVu Sans"/>
              </a:defRPr>
            </a:lvl5pPr>
            <a:lvl6pPr algn="l">
              <a:defRPr sz="1275" b="1">
                <a:solidFill>
                  <a:srgbClr val="087F88"/>
                </a:solidFill>
                <a:latin typeface="DejaVu Sans"/>
                <a:ea typeface="DejaVu Sans"/>
                <a:cs typeface="DejaVu Sans"/>
              </a:defRPr>
            </a:lvl6pPr>
            <a:lvl7pPr algn="l">
              <a:defRPr sz="1275" b="1">
                <a:solidFill>
                  <a:srgbClr val="087F88"/>
                </a:solidFill>
                <a:latin typeface="DejaVu Sans"/>
                <a:ea typeface="DejaVu Sans"/>
                <a:cs typeface="DejaVu Sans"/>
              </a:defRPr>
            </a:lvl7pPr>
            <a:lvl8pPr algn="l">
              <a:defRPr sz="1275" b="1">
                <a:solidFill>
                  <a:srgbClr val="087F88"/>
                </a:solidFill>
                <a:latin typeface="DejaVu Sans"/>
                <a:ea typeface="DejaVu Sans"/>
                <a:cs typeface="DejaVu Sans"/>
              </a:defRPr>
            </a:lvl8pPr>
            <a:lvl9pPr algn="l">
              <a:defRPr sz="1275" b="1">
                <a:solidFill>
                  <a:srgbClr val="087F88"/>
                </a:solidFill>
                <a:latin typeface="DejaVu Sans"/>
                <a:ea typeface="DejaVu Sans"/>
                <a:cs typeface="DejaVu Sans"/>
              </a:defRPr>
            </a:lvl9pPr>
          </a:lstStyle>
          <a:p>
            <a:pPr algn="l">
              <a:defRPr sz="1275" b="1">
                <a:solidFill>
                  <a:srgbClr val="087F88"/>
                </a:solidFill>
                <a:latin typeface="DejaVu Sans"/>
                <a:ea typeface="DejaVu Sans"/>
                <a:cs typeface="DejaVu Sans"/>
              </a:defRPr>
            </a:pPr>
            <a:r>
              <a:rPr sz="1275" b="1">
                <a:solidFill>
                  <a:srgbClr val="087F88"/>
                </a:solidFill>
                <a:latin typeface="DejaVu Sans"/>
                <a:ea typeface="DejaVu Sans"/>
                <a:cs typeface="DejaVu Sans"/>
              </a:rPr>
              <a:t>LEITURA DOS RESULTADOS PUBLICADOS</a:t>
            </a:r>
          </a:p>
        </p:txBody>
      </p:sp>
      <p:sp>
        <p:nvSpPr>
          <p:cNvPr id="2" name="texto">
            <a:extLst>
              <a:ext uri="{FF2B5EF4-FFF2-40B4-BE49-F238E27FC236}">
                <a16:creationId xmlns:a16="http://schemas.microsoft.com/office/drawing/2014/main" id="{5B922CDB-E5D6-414F-A088-78D6005DCEAD}"/>
              </a:ext>
            </a:extLst>
          </p:cNvPr>
          <p:cNvSpPr>
            <a:spLocks noGrp="1"/>
          </p:cNvSpPr>
          <p:nvPr/>
        </p:nvSpPr>
        <p:spPr>
          <a:xfrm>
            <a:off x="609600" y="685800"/>
            <a:ext cx="10972800" cy="1028700"/>
          </a:xfrm>
          <a:prstGeom prst="rect">
            <a:avLst/>
          </a:prstGeom>
          <a:noFill/>
          <a:ln w="0">
            <a:noFill/>
            <a:prstDash val="solid"/>
          </a:ln>
        </p:spPr>
        <p:txBody>
          <a:bodyPr wrap="square" lIns="0" tIns="0" rIns="0" bIns="0" anchor="t">
            <a:noAutofit/>
          </a:bodyPr>
          <a:lstStyle>
            <a:defPPr algn="l">
              <a:defRPr sz="3225" b="1">
                <a:solidFill>
                  <a:srgbClr val="123247"/>
                </a:solidFill>
                <a:latin typeface="DejaVu Sans"/>
                <a:ea typeface="DejaVu Sans"/>
                <a:cs typeface="DejaVu Sans"/>
              </a:defRPr>
            </a:defPPr>
            <a:lvl1pPr algn="l">
              <a:defRPr sz="3225" b="1">
                <a:solidFill>
                  <a:srgbClr val="123247"/>
                </a:solidFill>
                <a:latin typeface="DejaVu Sans"/>
                <a:ea typeface="DejaVu Sans"/>
                <a:cs typeface="DejaVu Sans"/>
              </a:defRPr>
            </a:lvl1pPr>
            <a:lvl2pPr algn="l">
              <a:defRPr sz="3225" b="1">
                <a:solidFill>
                  <a:srgbClr val="123247"/>
                </a:solidFill>
                <a:latin typeface="DejaVu Sans"/>
                <a:ea typeface="DejaVu Sans"/>
                <a:cs typeface="DejaVu Sans"/>
              </a:defRPr>
            </a:lvl2pPr>
            <a:lvl3pPr algn="l">
              <a:defRPr sz="3225" b="1">
                <a:solidFill>
                  <a:srgbClr val="123247"/>
                </a:solidFill>
                <a:latin typeface="DejaVu Sans"/>
                <a:ea typeface="DejaVu Sans"/>
                <a:cs typeface="DejaVu Sans"/>
              </a:defRPr>
            </a:lvl3pPr>
            <a:lvl4pPr algn="l">
              <a:defRPr sz="3225" b="1">
                <a:solidFill>
                  <a:srgbClr val="123247"/>
                </a:solidFill>
                <a:latin typeface="DejaVu Sans"/>
                <a:ea typeface="DejaVu Sans"/>
                <a:cs typeface="DejaVu Sans"/>
              </a:defRPr>
            </a:lvl4pPr>
            <a:lvl5pPr algn="l">
              <a:defRPr sz="3225" b="1">
                <a:solidFill>
                  <a:srgbClr val="123247"/>
                </a:solidFill>
                <a:latin typeface="DejaVu Sans"/>
                <a:ea typeface="DejaVu Sans"/>
                <a:cs typeface="DejaVu Sans"/>
              </a:defRPr>
            </a:lvl5pPr>
            <a:lvl6pPr algn="l">
              <a:defRPr sz="3225" b="1">
                <a:solidFill>
                  <a:srgbClr val="123247"/>
                </a:solidFill>
                <a:latin typeface="DejaVu Sans"/>
                <a:ea typeface="DejaVu Sans"/>
                <a:cs typeface="DejaVu Sans"/>
              </a:defRPr>
            </a:lvl6pPr>
            <a:lvl7pPr algn="l">
              <a:defRPr sz="3225" b="1">
                <a:solidFill>
                  <a:srgbClr val="123247"/>
                </a:solidFill>
                <a:latin typeface="DejaVu Sans"/>
                <a:ea typeface="DejaVu Sans"/>
                <a:cs typeface="DejaVu Sans"/>
              </a:defRPr>
            </a:lvl7pPr>
            <a:lvl8pPr algn="l">
              <a:defRPr sz="3225" b="1">
                <a:solidFill>
                  <a:srgbClr val="123247"/>
                </a:solidFill>
                <a:latin typeface="DejaVu Sans"/>
                <a:ea typeface="DejaVu Sans"/>
                <a:cs typeface="DejaVu Sans"/>
              </a:defRPr>
            </a:lvl8pPr>
            <a:lvl9pPr algn="l">
              <a:defRPr sz="3225" b="1">
                <a:solidFill>
                  <a:srgbClr val="123247"/>
                </a:solidFill>
                <a:latin typeface="DejaVu Sans"/>
                <a:ea typeface="DejaVu Sans"/>
                <a:cs typeface="DejaVu Sans"/>
              </a:defRPr>
            </a:lvl9pPr>
          </a:lstStyle>
          <a:p>
            <a:pPr algn="l">
              <a:defRPr sz="3225" b="1">
                <a:solidFill>
                  <a:srgbClr val="123247"/>
                </a:solidFill>
                <a:latin typeface="DejaVu Sans"/>
                <a:ea typeface="DejaVu Sans"/>
                <a:cs typeface="DejaVu Sans"/>
              </a:defRPr>
            </a:pPr>
            <a:r>
              <a:rPr sz="3225" b="1">
                <a:solidFill>
                  <a:srgbClr val="123247"/>
                </a:solidFill>
                <a:latin typeface="DejaVu Sans"/>
                <a:ea typeface="DejaVu Sans"/>
                <a:cs typeface="DejaVu Sans"/>
              </a:rPr>
              <a:t>Homogeneidade e ajuste: perguntas diferentes</a:t>
            </a:r>
          </a:p>
        </p:txBody>
      </p:sp>
      <p:sp>
        <p:nvSpPr>
          <p:cNvPr id="3" name="texto">
            <a:extLst>
              <a:ext uri="{FF2B5EF4-FFF2-40B4-BE49-F238E27FC236}">
                <a16:creationId xmlns:a16="http://schemas.microsoft.com/office/drawing/2014/main" id="{73F866E8-8753-469C-979A-979114538957}"/>
              </a:ext>
            </a:extLst>
          </p:cNvPr>
          <p:cNvSpPr>
            <a:spLocks noGrp="1"/>
          </p:cNvSpPr>
          <p:nvPr/>
        </p:nvSpPr>
        <p:spPr>
          <a:xfrm>
            <a:off x="609600" y="6096000"/>
            <a:ext cx="10763250" cy="228600"/>
          </a:xfrm>
          <a:prstGeom prst="rect">
            <a:avLst/>
          </a:prstGeom>
          <a:noFill/>
          <a:ln w="0">
            <a:noFill/>
            <a:prstDash val="solid"/>
          </a:ln>
        </p:spPr>
        <p:txBody>
          <a:bodyPr wrap="square" lIns="0" tIns="0" rIns="0" bIns="0" anchor="t">
            <a:noAutofit/>
          </a:bodyPr>
          <a:lstStyle>
            <a:defPPr algn="l">
              <a:defRPr sz="1050" b="0">
                <a:solidFill>
                  <a:srgbClr val="526873"/>
                </a:solidFill>
                <a:latin typeface="DejaVu Sans"/>
                <a:ea typeface="DejaVu Sans"/>
                <a:cs typeface="DejaVu Sans"/>
              </a:defRPr>
            </a:defPPr>
            <a:lvl1pPr algn="l">
              <a:defRPr sz="1050" b="0">
                <a:solidFill>
                  <a:srgbClr val="526873"/>
                </a:solidFill>
                <a:latin typeface="DejaVu Sans"/>
                <a:ea typeface="DejaVu Sans"/>
                <a:cs typeface="DejaVu Sans"/>
              </a:defRPr>
            </a:lvl1pPr>
            <a:lvl2pPr algn="l">
              <a:defRPr sz="1050" b="0">
                <a:solidFill>
                  <a:srgbClr val="526873"/>
                </a:solidFill>
                <a:latin typeface="DejaVu Sans"/>
                <a:ea typeface="DejaVu Sans"/>
                <a:cs typeface="DejaVu Sans"/>
              </a:defRPr>
            </a:lvl2pPr>
            <a:lvl3pPr algn="l">
              <a:defRPr sz="1050" b="0">
                <a:solidFill>
                  <a:srgbClr val="526873"/>
                </a:solidFill>
                <a:latin typeface="DejaVu Sans"/>
                <a:ea typeface="DejaVu Sans"/>
                <a:cs typeface="DejaVu Sans"/>
              </a:defRPr>
            </a:lvl3pPr>
            <a:lvl4pPr algn="l">
              <a:defRPr sz="1050" b="0">
                <a:solidFill>
                  <a:srgbClr val="526873"/>
                </a:solidFill>
                <a:latin typeface="DejaVu Sans"/>
                <a:ea typeface="DejaVu Sans"/>
                <a:cs typeface="DejaVu Sans"/>
              </a:defRPr>
            </a:lvl4pPr>
            <a:lvl5pPr algn="l">
              <a:defRPr sz="1050" b="0">
                <a:solidFill>
                  <a:srgbClr val="526873"/>
                </a:solidFill>
                <a:latin typeface="DejaVu Sans"/>
                <a:ea typeface="DejaVu Sans"/>
                <a:cs typeface="DejaVu Sans"/>
              </a:defRPr>
            </a:lvl5pPr>
            <a:lvl6pPr algn="l">
              <a:defRPr sz="1050" b="0">
                <a:solidFill>
                  <a:srgbClr val="526873"/>
                </a:solidFill>
                <a:latin typeface="DejaVu Sans"/>
                <a:ea typeface="DejaVu Sans"/>
                <a:cs typeface="DejaVu Sans"/>
              </a:defRPr>
            </a:lvl6pPr>
            <a:lvl7pPr algn="l">
              <a:defRPr sz="1050" b="0">
                <a:solidFill>
                  <a:srgbClr val="526873"/>
                </a:solidFill>
                <a:latin typeface="DejaVu Sans"/>
                <a:ea typeface="DejaVu Sans"/>
                <a:cs typeface="DejaVu Sans"/>
              </a:defRPr>
            </a:lvl7pPr>
            <a:lvl8pPr algn="l">
              <a:defRPr sz="1050" b="0">
                <a:solidFill>
                  <a:srgbClr val="526873"/>
                </a:solidFill>
                <a:latin typeface="DejaVu Sans"/>
                <a:ea typeface="DejaVu Sans"/>
                <a:cs typeface="DejaVu Sans"/>
              </a:defRPr>
            </a:lvl8pPr>
            <a:lvl9pPr algn="l">
              <a:defRPr sz="1050" b="0">
                <a:solidFill>
                  <a:srgbClr val="526873"/>
                </a:solidFill>
                <a:latin typeface="DejaVu Sans"/>
                <a:ea typeface="DejaVu Sans"/>
                <a:cs typeface="DejaVu Sans"/>
              </a:defRPr>
            </a:lvl9pPr>
          </a:lstStyle>
          <a:p>
            <a:pPr algn="l">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Fonte: Cassalho et al. (2019), J. Flood Risk Management, Tabelas 2 e 3; resultados após revisão das regiões.</a:t>
            </a:r>
          </a:p>
        </p:txBody>
      </p:sp>
      <p:sp>
        <p:nvSpPr>
          <p:cNvPr id="4" name="Straight Connector 3">
            <a:extLst>
              <a:ext uri="{FF2B5EF4-FFF2-40B4-BE49-F238E27FC236}">
                <a16:creationId xmlns:a16="http://schemas.microsoft.com/office/drawing/2014/main" id="{D3F2365A-9061-4A6F-B18A-31FD8D9D9B62}"/>
              </a:ext>
            </a:extLst>
          </p:cNvPr>
          <p:cNvSpPr>
            <a:spLocks noGrp="1"/>
          </p:cNvSpPr>
          <p:nvPr/>
        </p:nvSpPr>
        <p:spPr>
          <a:xfrm>
            <a:off x="609600" y="6438900"/>
            <a:ext cx="10972800" cy="0"/>
          </a:xfrm>
          <a:prstGeom prst="line">
            <a:avLst/>
          </a:prstGeom>
          <a:noFill/>
          <a:ln w="9525">
            <a:solidFill>
              <a:srgbClr val="DCE3E3"/>
            </a:solidFill>
            <a:prstDash val="solid"/>
          </a:ln>
        </p:spPr>
        <p:txBody>
          <a:bodyPr/>
          <a:lstStyle/>
          <a:p>
            <a:endParaRPr lang="en-GB"/>
          </a:p>
        </p:txBody>
      </p:sp>
      <p:sp>
        <p:nvSpPr>
          <p:cNvPr id="5" name="texto">
            <a:extLst>
              <a:ext uri="{FF2B5EF4-FFF2-40B4-BE49-F238E27FC236}">
                <a16:creationId xmlns:a16="http://schemas.microsoft.com/office/drawing/2014/main" id="{464D3F52-2112-41B9-BD12-39890C0508A0}"/>
              </a:ext>
            </a:extLst>
          </p:cNvPr>
          <p:cNvSpPr>
            <a:spLocks noGrp="1"/>
          </p:cNvSpPr>
          <p:nvPr/>
        </p:nvSpPr>
        <p:spPr>
          <a:xfrm>
            <a:off x="609600" y="6543675"/>
            <a:ext cx="8572500" cy="190500"/>
          </a:xfrm>
          <a:prstGeom prst="rect">
            <a:avLst/>
          </a:prstGeom>
          <a:noFill/>
          <a:ln w="0">
            <a:noFill/>
            <a:prstDash val="solid"/>
          </a:ln>
        </p:spPr>
        <p:txBody>
          <a:bodyPr wrap="square" lIns="0" tIns="0" rIns="0" bIns="0" anchor="t">
            <a:noAutofit/>
          </a:bodyPr>
          <a:lstStyle>
            <a:defPPr algn="l">
              <a:defRPr sz="975" b="0">
                <a:solidFill>
                  <a:srgbClr val="526873"/>
                </a:solidFill>
                <a:latin typeface="DejaVu Sans"/>
                <a:ea typeface="DejaVu Sans"/>
                <a:cs typeface="DejaVu Sans"/>
              </a:defRPr>
            </a:defPPr>
            <a:lvl1pPr algn="l">
              <a:defRPr sz="975" b="0">
                <a:solidFill>
                  <a:srgbClr val="526873"/>
                </a:solidFill>
                <a:latin typeface="DejaVu Sans"/>
                <a:ea typeface="DejaVu Sans"/>
                <a:cs typeface="DejaVu Sans"/>
              </a:defRPr>
            </a:lvl1pPr>
            <a:lvl2pPr algn="l">
              <a:defRPr sz="975" b="0">
                <a:solidFill>
                  <a:srgbClr val="526873"/>
                </a:solidFill>
                <a:latin typeface="DejaVu Sans"/>
                <a:ea typeface="DejaVu Sans"/>
                <a:cs typeface="DejaVu Sans"/>
              </a:defRPr>
            </a:lvl2pPr>
            <a:lvl3pPr algn="l">
              <a:defRPr sz="975" b="0">
                <a:solidFill>
                  <a:srgbClr val="526873"/>
                </a:solidFill>
                <a:latin typeface="DejaVu Sans"/>
                <a:ea typeface="DejaVu Sans"/>
                <a:cs typeface="DejaVu Sans"/>
              </a:defRPr>
            </a:lvl3pPr>
            <a:lvl4pPr algn="l">
              <a:defRPr sz="975" b="0">
                <a:solidFill>
                  <a:srgbClr val="526873"/>
                </a:solidFill>
                <a:latin typeface="DejaVu Sans"/>
                <a:ea typeface="DejaVu Sans"/>
                <a:cs typeface="DejaVu Sans"/>
              </a:defRPr>
            </a:lvl4pPr>
            <a:lvl5pPr algn="l">
              <a:defRPr sz="975" b="0">
                <a:solidFill>
                  <a:srgbClr val="526873"/>
                </a:solidFill>
                <a:latin typeface="DejaVu Sans"/>
                <a:ea typeface="DejaVu Sans"/>
                <a:cs typeface="DejaVu Sans"/>
              </a:defRPr>
            </a:lvl5pPr>
            <a:lvl6pPr algn="l">
              <a:defRPr sz="975" b="0">
                <a:solidFill>
                  <a:srgbClr val="526873"/>
                </a:solidFill>
                <a:latin typeface="DejaVu Sans"/>
                <a:ea typeface="DejaVu Sans"/>
                <a:cs typeface="DejaVu Sans"/>
              </a:defRPr>
            </a:lvl6pPr>
            <a:lvl7pPr algn="l">
              <a:defRPr sz="975" b="0">
                <a:solidFill>
                  <a:srgbClr val="526873"/>
                </a:solidFill>
                <a:latin typeface="DejaVu Sans"/>
                <a:ea typeface="DejaVu Sans"/>
                <a:cs typeface="DejaVu Sans"/>
              </a:defRPr>
            </a:lvl7pPr>
            <a:lvl8pPr algn="l">
              <a:defRPr sz="975" b="0">
                <a:solidFill>
                  <a:srgbClr val="526873"/>
                </a:solidFill>
                <a:latin typeface="DejaVu Sans"/>
                <a:ea typeface="DejaVu Sans"/>
                <a:cs typeface="DejaVu Sans"/>
              </a:defRPr>
            </a:lvl8pPr>
            <a:lvl9pPr algn="l">
              <a:defRPr sz="975" b="0">
                <a:solidFill>
                  <a:srgbClr val="526873"/>
                </a:solidFill>
                <a:latin typeface="DejaVu Sans"/>
                <a:ea typeface="DejaVu Sans"/>
                <a:cs typeface="DejaVu Sans"/>
              </a:defRPr>
            </a:lvl9pPr>
          </a:lstStyle>
          <a:p>
            <a:pPr algn="l">
              <a:defRPr sz="975" b="0">
                <a:solidFill>
                  <a:srgbClr val="526873"/>
                </a:solidFill>
                <a:latin typeface="DejaVu Sans"/>
                <a:ea typeface="DejaVu Sans"/>
                <a:cs typeface="DejaVu Sans"/>
              </a:defRPr>
            </a:pPr>
            <a:r>
              <a:rPr sz="975" b="0">
                <a:solidFill>
                  <a:srgbClr val="526873"/>
                </a:solidFill>
                <a:latin typeface="DejaVu Sans"/>
                <a:ea typeface="DejaVu Sans"/>
                <a:cs typeface="DejaVu Sans"/>
              </a:rPr>
              <a:t>REGIONALIZAÇÃO DE VAZÕES</a:t>
            </a:r>
          </a:p>
        </p:txBody>
      </p:sp>
      <p:sp>
        <p:nvSpPr>
          <p:cNvPr id="6" name="texto">
            <a:extLst>
              <a:ext uri="{FF2B5EF4-FFF2-40B4-BE49-F238E27FC236}">
                <a16:creationId xmlns:a16="http://schemas.microsoft.com/office/drawing/2014/main" id="{D5281A13-2EC2-4461-B531-5371DA3FB2CE}"/>
              </a:ext>
            </a:extLst>
          </p:cNvPr>
          <p:cNvSpPr>
            <a:spLocks noGrp="1"/>
          </p:cNvSpPr>
          <p:nvPr/>
        </p:nvSpPr>
        <p:spPr>
          <a:xfrm>
            <a:off x="10620375" y="6534150"/>
            <a:ext cx="962025" cy="209550"/>
          </a:xfrm>
          <a:prstGeom prst="rect">
            <a:avLst/>
          </a:prstGeom>
          <a:noFill/>
          <a:ln w="0">
            <a:noFill/>
            <a:prstDash val="solid"/>
          </a:ln>
        </p:spPr>
        <p:txBody>
          <a:bodyPr wrap="square" lIns="0" tIns="0" rIns="0" bIns="0" anchor="t">
            <a:noAutofit/>
          </a:bodyPr>
          <a:lstStyle>
            <a:defPPr algn="r">
              <a:defRPr sz="1050" b="0">
                <a:solidFill>
                  <a:srgbClr val="526873"/>
                </a:solidFill>
                <a:latin typeface="DejaVu Sans"/>
                <a:ea typeface="DejaVu Sans"/>
                <a:cs typeface="DejaVu Sans"/>
              </a:defRPr>
            </a:defPPr>
            <a:lvl1pPr algn="r">
              <a:defRPr sz="1050" b="0">
                <a:solidFill>
                  <a:srgbClr val="526873"/>
                </a:solidFill>
                <a:latin typeface="DejaVu Sans"/>
                <a:ea typeface="DejaVu Sans"/>
                <a:cs typeface="DejaVu Sans"/>
              </a:defRPr>
            </a:lvl1pPr>
            <a:lvl2pPr algn="r">
              <a:defRPr sz="1050" b="0">
                <a:solidFill>
                  <a:srgbClr val="526873"/>
                </a:solidFill>
                <a:latin typeface="DejaVu Sans"/>
                <a:ea typeface="DejaVu Sans"/>
                <a:cs typeface="DejaVu Sans"/>
              </a:defRPr>
            </a:lvl2pPr>
            <a:lvl3pPr algn="r">
              <a:defRPr sz="1050" b="0">
                <a:solidFill>
                  <a:srgbClr val="526873"/>
                </a:solidFill>
                <a:latin typeface="DejaVu Sans"/>
                <a:ea typeface="DejaVu Sans"/>
                <a:cs typeface="DejaVu Sans"/>
              </a:defRPr>
            </a:lvl3pPr>
            <a:lvl4pPr algn="r">
              <a:defRPr sz="1050" b="0">
                <a:solidFill>
                  <a:srgbClr val="526873"/>
                </a:solidFill>
                <a:latin typeface="DejaVu Sans"/>
                <a:ea typeface="DejaVu Sans"/>
                <a:cs typeface="DejaVu Sans"/>
              </a:defRPr>
            </a:lvl4pPr>
            <a:lvl5pPr algn="r">
              <a:defRPr sz="1050" b="0">
                <a:solidFill>
                  <a:srgbClr val="526873"/>
                </a:solidFill>
                <a:latin typeface="DejaVu Sans"/>
                <a:ea typeface="DejaVu Sans"/>
                <a:cs typeface="DejaVu Sans"/>
              </a:defRPr>
            </a:lvl5pPr>
            <a:lvl6pPr algn="r">
              <a:defRPr sz="1050" b="0">
                <a:solidFill>
                  <a:srgbClr val="526873"/>
                </a:solidFill>
                <a:latin typeface="DejaVu Sans"/>
                <a:ea typeface="DejaVu Sans"/>
                <a:cs typeface="DejaVu Sans"/>
              </a:defRPr>
            </a:lvl6pPr>
            <a:lvl7pPr algn="r">
              <a:defRPr sz="1050" b="0">
                <a:solidFill>
                  <a:srgbClr val="526873"/>
                </a:solidFill>
                <a:latin typeface="DejaVu Sans"/>
                <a:ea typeface="DejaVu Sans"/>
                <a:cs typeface="DejaVu Sans"/>
              </a:defRPr>
            </a:lvl7pPr>
            <a:lvl8pPr algn="r">
              <a:defRPr sz="1050" b="0">
                <a:solidFill>
                  <a:srgbClr val="526873"/>
                </a:solidFill>
                <a:latin typeface="DejaVu Sans"/>
                <a:ea typeface="DejaVu Sans"/>
                <a:cs typeface="DejaVu Sans"/>
              </a:defRPr>
            </a:lvl8pPr>
            <a:lvl9pPr algn="r">
              <a:defRPr sz="1050" b="0">
                <a:solidFill>
                  <a:srgbClr val="526873"/>
                </a:solidFill>
                <a:latin typeface="DejaVu Sans"/>
                <a:ea typeface="DejaVu Sans"/>
                <a:cs typeface="DejaVu Sans"/>
              </a:defRPr>
            </a:lvl9pPr>
          </a:lstStyle>
          <a:p>
            <a:pPr algn="r">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21 / 38</a:t>
            </a:r>
          </a:p>
        </p:txBody>
      </p:sp>
      <p:sp>
        <p:nvSpPr>
          <p:cNvPr id="7" name="texto">
            <a:extLst>
              <a:ext uri="{FF2B5EF4-FFF2-40B4-BE49-F238E27FC236}">
                <a16:creationId xmlns:a16="http://schemas.microsoft.com/office/drawing/2014/main" id="{6392045E-8693-44A5-BD15-FF187A51B97C}"/>
              </a:ext>
            </a:extLst>
          </p:cNvPr>
          <p:cNvSpPr>
            <a:spLocks noGrp="1"/>
          </p:cNvSpPr>
          <p:nvPr/>
        </p:nvSpPr>
        <p:spPr>
          <a:xfrm>
            <a:off x="609600" y="1809750"/>
            <a:ext cx="10972800" cy="514350"/>
          </a:xfrm>
          <a:prstGeom prst="rect">
            <a:avLst/>
          </a:prstGeom>
          <a:noFill/>
          <a:ln w="0">
            <a:noFill/>
            <a:prstDash val="solid"/>
          </a:ln>
        </p:spPr>
        <p:txBody>
          <a:bodyPr wrap="square" lIns="0" tIns="0" rIns="0" bIns="0" anchor="t">
            <a:noAutofit/>
          </a:bodyPr>
          <a:lstStyle>
            <a:defPPr algn="l">
              <a:defRPr sz="2400" b="1">
                <a:solidFill>
                  <a:srgbClr val="123247"/>
                </a:solidFill>
                <a:latin typeface="DejaVu Sans"/>
                <a:ea typeface="DejaVu Sans"/>
                <a:cs typeface="DejaVu Sans"/>
              </a:defRPr>
            </a:defPPr>
            <a:lvl1pPr algn="l">
              <a:defRPr sz="2400" b="1">
                <a:solidFill>
                  <a:srgbClr val="123247"/>
                </a:solidFill>
                <a:latin typeface="DejaVu Sans"/>
                <a:ea typeface="DejaVu Sans"/>
                <a:cs typeface="DejaVu Sans"/>
              </a:defRPr>
            </a:lvl1pPr>
            <a:lvl2pPr algn="l">
              <a:defRPr sz="2400" b="1">
                <a:solidFill>
                  <a:srgbClr val="123247"/>
                </a:solidFill>
                <a:latin typeface="DejaVu Sans"/>
                <a:ea typeface="DejaVu Sans"/>
                <a:cs typeface="DejaVu Sans"/>
              </a:defRPr>
            </a:lvl2pPr>
            <a:lvl3pPr algn="l">
              <a:defRPr sz="2400" b="1">
                <a:solidFill>
                  <a:srgbClr val="123247"/>
                </a:solidFill>
                <a:latin typeface="DejaVu Sans"/>
                <a:ea typeface="DejaVu Sans"/>
                <a:cs typeface="DejaVu Sans"/>
              </a:defRPr>
            </a:lvl3pPr>
            <a:lvl4pPr algn="l">
              <a:defRPr sz="2400" b="1">
                <a:solidFill>
                  <a:srgbClr val="123247"/>
                </a:solidFill>
                <a:latin typeface="DejaVu Sans"/>
                <a:ea typeface="DejaVu Sans"/>
                <a:cs typeface="DejaVu Sans"/>
              </a:defRPr>
            </a:lvl4pPr>
            <a:lvl5pPr algn="l">
              <a:defRPr sz="2400" b="1">
                <a:solidFill>
                  <a:srgbClr val="123247"/>
                </a:solidFill>
                <a:latin typeface="DejaVu Sans"/>
                <a:ea typeface="DejaVu Sans"/>
                <a:cs typeface="DejaVu Sans"/>
              </a:defRPr>
            </a:lvl5pPr>
            <a:lvl6pPr algn="l">
              <a:defRPr sz="2400" b="1">
                <a:solidFill>
                  <a:srgbClr val="123247"/>
                </a:solidFill>
                <a:latin typeface="DejaVu Sans"/>
                <a:ea typeface="DejaVu Sans"/>
                <a:cs typeface="DejaVu Sans"/>
              </a:defRPr>
            </a:lvl6pPr>
            <a:lvl7pPr algn="l">
              <a:defRPr sz="2400" b="1">
                <a:solidFill>
                  <a:srgbClr val="123247"/>
                </a:solidFill>
                <a:latin typeface="DejaVu Sans"/>
                <a:ea typeface="DejaVu Sans"/>
                <a:cs typeface="DejaVu Sans"/>
              </a:defRPr>
            </a:lvl7pPr>
            <a:lvl8pPr algn="l">
              <a:defRPr sz="2400" b="1">
                <a:solidFill>
                  <a:srgbClr val="123247"/>
                </a:solidFill>
                <a:latin typeface="DejaVu Sans"/>
                <a:ea typeface="DejaVu Sans"/>
                <a:cs typeface="DejaVu Sans"/>
              </a:defRPr>
            </a:lvl8pPr>
            <a:lvl9pPr algn="l">
              <a:defRPr sz="2400" b="1">
                <a:solidFill>
                  <a:srgbClr val="123247"/>
                </a:solidFill>
                <a:latin typeface="DejaVu Sans"/>
                <a:ea typeface="DejaVu Sans"/>
                <a:cs typeface="DejaVu Sans"/>
              </a:defRPr>
            </a:lvl9pPr>
          </a:lstStyle>
          <a:p>
            <a:pPr algn="l">
              <a:defRPr sz="2400" b="1">
                <a:solidFill>
                  <a:srgbClr val="123247"/>
                </a:solidFill>
                <a:latin typeface="DejaVu Sans"/>
                <a:ea typeface="DejaVu Sans"/>
                <a:cs typeface="DejaVu Sans"/>
              </a:defRPr>
            </a:pPr>
            <a:r>
              <a:rPr sz="2400" b="1">
                <a:solidFill>
                  <a:srgbClr val="123247"/>
                </a:solidFill>
                <a:latin typeface="DejaVu Sans"/>
                <a:ea typeface="DejaVu Sans"/>
                <a:cs typeface="DejaVu Sans"/>
              </a:rPr>
              <a:t>Critério de ajuste adotado no artigo: |Zᴰᴵˢᵀ| ≤ 1,64.</a:t>
            </a:r>
          </a:p>
        </p:txBody>
      </p:sp>
      <p:graphicFrame>
        <p:nvGraphicFramePr>
          <p:cNvPr id="8" name="Table 7">
            <a:extLst>
              <a:ext uri="{FF2B5EF4-FFF2-40B4-BE49-F238E27FC236}">
                <a16:creationId xmlns:a16="http://schemas.microsoft.com/office/drawing/2014/main" id="{30251B83-ADD2-466C-B2C8-A94145B6511B}"/>
              </a:ext>
            </a:extLst>
          </p:cNvPr>
          <p:cNvGraphicFramePr/>
          <p:nvPr/>
        </p:nvGraphicFramePr>
        <p:xfrm>
          <a:off x="609600" y="2562225"/>
          <a:ext cx="10972800" cy="1828800"/>
        </p:xfrm>
        <a:graphic>
          <a:graphicData uri="http://schemas.openxmlformats.org/drawingml/2006/table">
            <a:tbl>
              <a:tblPr/>
              <a:tblGrid>
                <a:gridCol w="2000250">
                  <a:extLst>
                    <a:ext uri="{9D8B030D-6E8A-4147-A177-3AD203B41FA5}">
                      <a16:colId xmlns:a16="http://schemas.microsoft.com/office/drawing/2014/main" val="20000"/>
                    </a:ext>
                  </a:extLst>
                </a:gridCol>
                <a:gridCol w="2428875">
                  <a:extLst>
                    <a:ext uri="{9D8B030D-6E8A-4147-A177-3AD203B41FA5}">
                      <a16:colId xmlns:a16="http://schemas.microsoft.com/office/drawing/2014/main" val="20001"/>
                    </a:ext>
                  </a:extLst>
                </a:gridCol>
                <a:gridCol w="2428875">
                  <a:extLst>
                    <a:ext uri="{9D8B030D-6E8A-4147-A177-3AD203B41FA5}">
                      <a16:colId xmlns:a16="http://schemas.microsoft.com/office/drawing/2014/main" val="20002"/>
                    </a:ext>
                  </a:extLst>
                </a:gridCol>
                <a:gridCol w="4114800">
                  <a:extLst>
                    <a:ext uri="{9D8B030D-6E8A-4147-A177-3AD203B41FA5}">
                      <a16:colId xmlns:a16="http://schemas.microsoft.com/office/drawing/2014/main" val="20003"/>
                    </a:ext>
                  </a:extLst>
                </a:gridCol>
              </a:tblGrid>
              <a:tr h="609600">
                <a:tc>
                  <a:txBody>
                    <a:bodyPr/>
                    <a:lstStyle/>
                    <a:p>
                      <a:pPr algn="l"/>
                      <a:r>
                        <a:rPr sz="2025" b="1">
                          <a:solidFill>
                            <a:srgbClr val="FFFFFF"/>
                          </a:solidFill>
                          <a:latin typeface="DejaVu Sans"/>
                          <a:ea typeface="DejaVu Sans"/>
                          <a:cs typeface="DejaVu Sans"/>
                        </a:rPr>
                        <a:t>Região</a:t>
                      </a:r>
                    </a:p>
                  </a:txBody>
                  <a:tcPr anchor="ctr">
                    <a:lnL w="6668">
                      <a:solidFill>
                        <a:srgbClr val="DCE3E3"/>
                      </a:solidFill>
                      <a:prstDash val="solid"/>
                    </a:lnL>
                    <a:lnR w="6668">
                      <a:solidFill>
                        <a:srgbClr val="DCE3E3"/>
                      </a:solidFill>
                      <a:prstDash val="solid"/>
                    </a:lnR>
                    <a:lnT w="6668">
                      <a:solidFill>
                        <a:srgbClr val="DCE3E3"/>
                      </a:solidFill>
                      <a:prstDash val="solid"/>
                    </a:lnT>
                    <a:lnB w="6668">
                      <a:solidFill>
                        <a:srgbClr val="DCE3E3"/>
                      </a:solidFill>
                      <a:prstDash val="solid"/>
                    </a:lnB>
                    <a:solidFill>
                      <a:srgbClr val="123247"/>
                    </a:solidFill>
                  </a:tcPr>
                </a:tc>
                <a:tc>
                  <a:txBody>
                    <a:bodyPr/>
                    <a:lstStyle/>
                    <a:p>
                      <a:pPr algn="l"/>
                      <a:r>
                        <a:rPr sz="2025" b="1">
                          <a:solidFill>
                            <a:srgbClr val="FFFFFF"/>
                          </a:solidFill>
                          <a:latin typeface="DejaVu Sans"/>
                          <a:ea typeface="DejaVu Sans"/>
                          <a:cs typeface="DejaVu Sans"/>
                        </a:rPr>
                        <a:t>Z da GEV</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a:solidFill>
                        <a:srgbClr val="DCE3E3"/>
                      </a:solidFill>
                      <a:prstDash val="solid"/>
                    </a:lnT>
                    <a:lnB w="6668">
                      <a:solidFill>
                        <a:srgbClr val="DCE3E3"/>
                      </a:solidFill>
                      <a:prstDash val="solid"/>
                    </a:lnB>
                    <a:solidFill>
                      <a:srgbClr val="123247"/>
                    </a:solidFill>
                  </a:tcPr>
                </a:tc>
                <a:tc>
                  <a:txBody>
                    <a:bodyPr/>
                    <a:lstStyle/>
                    <a:p>
                      <a:pPr algn="l"/>
                      <a:r>
                        <a:rPr sz="2025" b="1">
                          <a:solidFill>
                            <a:srgbClr val="FFFFFF"/>
                          </a:solidFill>
                          <a:latin typeface="DejaVu Sans"/>
                          <a:ea typeface="DejaVu Sans"/>
                          <a:cs typeface="DejaVu Sans"/>
                        </a:rPr>
                        <a:t>Z da PE3</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a:solidFill>
                        <a:srgbClr val="DCE3E3"/>
                      </a:solidFill>
                      <a:prstDash val="solid"/>
                    </a:lnT>
                    <a:lnB w="6668">
                      <a:solidFill>
                        <a:srgbClr val="DCE3E3"/>
                      </a:solidFill>
                      <a:prstDash val="solid"/>
                    </a:lnB>
                    <a:solidFill>
                      <a:srgbClr val="123247"/>
                    </a:solidFill>
                  </a:tcPr>
                </a:tc>
                <a:tc>
                  <a:txBody>
                    <a:bodyPr/>
                    <a:lstStyle/>
                    <a:p>
                      <a:pPr algn="l"/>
                      <a:r>
                        <a:rPr sz="2025" b="1">
                          <a:solidFill>
                            <a:srgbClr val="FFFFFF"/>
                          </a:solidFill>
                          <a:latin typeface="DejaVu Sans"/>
                          <a:ea typeface="DejaVu Sans"/>
                          <a:cs typeface="DejaVu Sans"/>
                        </a:rPr>
                        <a:t>Escolha no estudo</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a:solidFill>
                        <a:srgbClr val="DCE3E3"/>
                      </a:solidFill>
                      <a:prstDash val="solid"/>
                    </a:lnT>
                    <a:lnB w="6668">
                      <a:solidFill>
                        <a:srgbClr val="DCE3E3"/>
                      </a:solidFill>
                      <a:prstDash val="solid"/>
                    </a:lnB>
                    <a:solidFill>
                      <a:srgbClr val="123247"/>
                    </a:solidFill>
                  </a:tcPr>
                </a:tc>
                <a:extLst>
                  <a:ext uri="{0D108BD9-81ED-4DB2-BD59-A6C34878D82A}">
                    <a16:rowId xmlns:a16="http://schemas.microsoft.com/office/drawing/2014/main" val="10000"/>
                  </a:ext>
                </a:extLst>
              </a:tr>
              <a:tr h="609600">
                <a:tc>
                  <a:txBody>
                    <a:bodyPr/>
                    <a:lstStyle/>
                    <a:p>
                      <a:pPr algn="l"/>
                      <a:r>
                        <a:rPr sz="2025" b="0">
                          <a:solidFill>
                            <a:srgbClr val="193647"/>
                          </a:solidFill>
                          <a:latin typeface="DejaVu Sans"/>
                          <a:ea typeface="DejaVu Sans"/>
                          <a:cs typeface="DejaVu Sans"/>
                        </a:rPr>
                        <a:t>76</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2025" b="0">
                          <a:solidFill>
                            <a:srgbClr val="193647"/>
                          </a:solidFill>
                          <a:latin typeface="DejaVu Sans"/>
                          <a:ea typeface="DejaVu Sans"/>
                          <a:cs typeface="DejaVu Sans"/>
                        </a:rPr>
                        <a:t>−0,60</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2025" b="0">
                          <a:solidFill>
                            <a:srgbClr val="193647"/>
                          </a:solidFill>
                          <a:latin typeface="DejaVu Sans"/>
                          <a:ea typeface="DejaVu Sans"/>
                          <a:cs typeface="DejaVu Sans"/>
                        </a:rPr>
                        <a:t>−0,82</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2025" b="0">
                          <a:solidFill>
                            <a:srgbClr val="193647"/>
                          </a:solidFill>
                          <a:latin typeface="DejaVu Sans"/>
                          <a:ea typeface="DejaVu Sans"/>
                          <a:cs typeface="DejaVu Sans"/>
                        </a:rPr>
                        <a:t>GEV</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extLst>
                  <a:ext uri="{0D108BD9-81ED-4DB2-BD59-A6C34878D82A}">
                    <a16:rowId xmlns:a16="http://schemas.microsoft.com/office/drawing/2014/main" val="10001"/>
                  </a:ext>
                </a:extLst>
              </a:tr>
              <a:tr h="609600">
                <a:tc>
                  <a:txBody>
                    <a:bodyPr/>
                    <a:lstStyle/>
                    <a:p>
                      <a:pPr algn="l"/>
                      <a:r>
                        <a:rPr sz="2025" b="0">
                          <a:solidFill>
                            <a:srgbClr val="193647"/>
                          </a:solidFill>
                          <a:latin typeface="DejaVu Sans"/>
                          <a:ea typeface="DejaVu Sans"/>
                          <a:cs typeface="DejaVu Sans"/>
                        </a:rPr>
                        <a:t>86</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2025" b="0">
                          <a:solidFill>
                            <a:srgbClr val="193647"/>
                          </a:solidFill>
                          <a:latin typeface="DejaVu Sans"/>
                          <a:ea typeface="DejaVu Sans"/>
                          <a:cs typeface="DejaVu Sans"/>
                        </a:rPr>
                        <a:t>1,31</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2025" b="0">
                          <a:solidFill>
                            <a:srgbClr val="193647"/>
                          </a:solidFill>
                          <a:latin typeface="DejaVu Sans"/>
                          <a:ea typeface="DejaVu Sans"/>
                          <a:cs typeface="DejaVu Sans"/>
                        </a:rPr>
                        <a:t>0,40</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2025" b="0">
                          <a:solidFill>
                            <a:srgbClr val="193647"/>
                          </a:solidFill>
                          <a:latin typeface="DejaVu Sans"/>
                          <a:ea typeface="DejaVu Sans"/>
                          <a:cs typeface="DejaVu Sans"/>
                        </a:rPr>
                        <a:t>Pearson III</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extLst>
                  <a:ext uri="{0D108BD9-81ED-4DB2-BD59-A6C34878D82A}">
                    <a16:rowId xmlns:a16="http://schemas.microsoft.com/office/drawing/2014/main" val="10002"/>
                  </a:ext>
                </a:extLst>
              </a:tr>
            </a:tbl>
          </a:graphicData>
        </a:graphic>
      </p:graphicFrame>
      <p:sp>
        <p:nvSpPr>
          <p:cNvPr id="9" name="texto">
            <a:extLst>
              <a:ext uri="{FF2B5EF4-FFF2-40B4-BE49-F238E27FC236}">
                <a16:creationId xmlns:a16="http://schemas.microsoft.com/office/drawing/2014/main" id="{50A31379-F7B7-4DDE-9CC5-AE018ECA9130}"/>
              </a:ext>
            </a:extLst>
          </p:cNvPr>
          <p:cNvSpPr>
            <a:spLocks noGrp="1"/>
          </p:cNvSpPr>
          <p:nvPr/>
        </p:nvSpPr>
        <p:spPr>
          <a:xfrm>
            <a:off x="609600" y="4610100"/>
            <a:ext cx="10972800" cy="476250"/>
          </a:xfrm>
          <a:prstGeom prst="rect">
            <a:avLst/>
          </a:prstGeom>
          <a:noFill/>
          <a:ln w="0">
            <a:noFill/>
            <a:prstDash val="solid"/>
          </a:ln>
        </p:spPr>
        <p:txBody>
          <a:bodyPr wrap="square" lIns="0" tIns="0" rIns="0" bIns="0" anchor="t">
            <a:noAutofit/>
          </a:bodyPr>
          <a:lstStyle>
            <a:defPPr algn="l">
              <a:defRPr sz="2175" b="1">
                <a:solidFill>
                  <a:srgbClr val="087F88"/>
                </a:solidFill>
                <a:latin typeface="DejaVu Sans"/>
                <a:ea typeface="DejaVu Sans"/>
                <a:cs typeface="DejaVu Sans"/>
              </a:defRPr>
            </a:defPPr>
            <a:lvl1pPr algn="l">
              <a:defRPr sz="2175" b="1">
                <a:solidFill>
                  <a:srgbClr val="087F88"/>
                </a:solidFill>
                <a:latin typeface="DejaVu Sans"/>
                <a:ea typeface="DejaVu Sans"/>
                <a:cs typeface="DejaVu Sans"/>
              </a:defRPr>
            </a:lvl1pPr>
            <a:lvl2pPr algn="l">
              <a:defRPr sz="2175" b="1">
                <a:solidFill>
                  <a:srgbClr val="087F88"/>
                </a:solidFill>
                <a:latin typeface="DejaVu Sans"/>
                <a:ea typeface="DejaVu Sans"/>
                <a:cs typeface="DejaVu Sans"/>
              </a:defRPr>
            </a:lvl2pPr>
            <a:lvl3pPr algn="l">
              <a:defRPr sz="2175" b="1">
                <a:solidFill>
                  <a:srgbClr val="087F88"/>
                </a:solidFill>
                <a:latin typeface="DejaVu Sans"/>
                <a:ea typeface="DejaVu Sans"/>
                <a:cs typeface="DejaVu Sans"/>
              </a:defRPr>
            </a:lvl3pPr>
            <a:lvl4pPr algn="l">
              <a:defRPr sz="2175" b="1">
                <a:solidFill>
                  <a:srgbClr val="087F88"/>
                </a:solidFill>
                <a:latin typeface="DejaVu Sans"/>
                <a:ea typeface="DejaVu Sans"/>
                <a:cs typeface="DejaVu Sans"/>
              </a:defRPr>
            </a:lvl4pPr>
            <a:lvl5pPr algn="l">
              <a:defRPr sz="2175" b="1">
                <a:solidFill>
                  <a:srgbClr val="087F88"/>
                </a:solidFill>
                <a:latin typeface="DejaVu Sans"/>
                <a:ea typeface="DejaVu Sans"/>
                <a:cs typeface="DejaVu Sans"/>
              </a:defRPr>
            </a:lvl5pPr>
            <a:lvl6pPr algn="l">
              <a:defRPr sz="2175" b="1">
                <a:solidFill>
                  <a:srgbClr val="087F88"/>
                </a:solidFill>
                <a:latin typeface="DejaVu Sans"/>
                <a:ea typeface="DejaVu Sans"/>
                <a:cs typeface="DejaVu Sans"/>
              </a:defRPr>
            </a:lvl6pPr>
            <a:lvl7pPr algn="l">
              <a:defRPr sz="2175" b="1">
                <a:solidFill>
                  <a:srgbClr val="087F88"/>
                </a:solidFill>
                <a:latin typeface="DejaVu Sans"/>
                <a:ea typeface="DejaVu Sans"/>
                <a:cs typeface="DejaVu Sans"/>
              </a:defRPr>
            </a:lvl7pPr>
            <a:lvl8pPr algn="l">
              <a:defRPr sz="2175" b="1">
                <a:solidFill>
                  <a:srgbClr val="087F88"/>
                </a:solidFill>
                <a:latin typeface="DejaVu Sans"/>
                <a:ea typeface="DejaVu Sans"/>
                <a:cs typeface="DejaVu Sans"/>
              </a:defRPr>
            </a:lvl8pPr>
            <a:lvl9pPr algn="l">
              <a:defRPr sz="2175" b="1">
                <a:solidFill>
                  <a:srgbClr val="087F88"/>
                </a:solidFill>
                <a:latin typeface="DejaVu Sans"/>
                <a:ea typeface="DejaVu Sans"/>
                <a:cs typeface="DejaVu Sans"/>
              </a:defRPr>
            </a:lvl9pPr>
          </a:lstStyle>
          <a:p>
            <a:pPr algn="l">
              <a:defRPr sz="2175" b="1">
                <a:solidFill>
                  <a:srgbClr val="087F88"/>
                </a:solidFill>
                <a:latin typeface="DejaVu Sans"/>
                <a:ea typeface="DejaVu Sans"/>
                <a:cs typeface="DejaVu Sans"/>
              </a:defRPr>
            </a:pPr>
            <a:r>
              <a:rPr sz="2175" b="1">
                <a:solidFill>
                  <a:srgbClr val="087F88"/>
                </a:solidFill>
                <a:latin typeface="DejaVu Sans"/>
                <a:ea typeface="DejaVu Sans"/>
                <a:cs typeface="DejaVu Sans"/>
              </a:rPr>
              <a:t>GEV e PE3 atendem ao critério nas duas regiões.</a:t>
            </a:r>
          </a:p>
        </p:txBody>
      </p:sp>
      <p:sp>
        <p:nvSpPr>
          <p:cNvPr id="10" name="texto">
            <a:extLst>
              <a:ext uri="{FF2B5EF4-FFF2-40B4-BE49-F238E27FC236}">
                <a16:creationId xmlns:a16="http://schemas.microsoft.com/office/drawing/2014/main" id="{5D2311CC-95B4-4364-90D1-E3D1EDF3B1F2}"/>
              </a:ext>
            </a:extLst>
          </p:cNvPr>
          <p:cNvSpPr>
            <a:spLocks noGrp="1"/>
          </p:cNvSpPr>
          <p:nvPr/>
        </p:nvSpPr>
        <p:spPr>
          <a:xfrm>
            <a:off x="609600" y="5181600"/>
            <a:ext cx="10972800" cy="390525"/>
          </a:xfrm>
          <a:prstGeom prst="rect">
            <a:avLst/>
          </a:prstGeom>
          <a:noFill/>
          <a:ln w="0">
            <a:noFill/>
            <a:prstDash val="solid"/>
          </a:ln>
        </p:spPr>
        <p:txBody>
          <a:bodyPr wrap="square" lIns="0" tIns="0" rIns="0" bIns="0" anchor="t">
            <a:noAutofit/>
          </a:bodyPr>
          <a:lstStyle>
            <a:defPPr algn="l">
              <a:defRPr sz="1800" b="0">
                <a:solidFill>
                  <a:srgbClr val="193647"/>
                </a:solidFill>
                <a:latin typeface="DejaVu Sans"/>
                <a:ea typeface="DejaVu Sans"/>
                <a:cs typeface="DejaVu Sans"/>
              </a:defRPr>
            </a:defPPr>
            <a:lvl1pPr algn="l">
              <a:defRPr sz="1800" b="0">
                <a:solidFill>
                  <a:srgbClr val="193647"/>
                </a:solidFill>
                <a:latin typeface="DejaVu Sans"/>
                <a:ea typeface="DejaVu Sans"/>
                <a:cs typeface="DejaVu Sans"/>
              </a:defRPr>
            </a:lvl1pPr>
            <a:lvl2pPr algn="l">
              <a:defRPr sz="1800" b="0">
                <a:solidFill>
                  <a:srgbClr val="193647"/>
                </a:solidFill>
                <a:latin typeface="DejaVu Sans"/>
                <a:ea typeface="DejaVu Sans"/>
                <a:cs typeface="DejaVu Sans"/>
              </a:defRPr>
            </a:lvl2pPr>
            <a:lvl3pPr algn="l">
              <a:defRPr sz="1800" b="0">
                <a:solidFill>
                  <a:srgbClr val="193647"/>
                </a:solidFill>
                <a:latin typeface="DejaVu Sans"/>
                <a:ea typeface="DejaVu Sans"/>
                <a:cs typeface="DejaVu Sans"/>
              </a:defRPr>
            </a:lvl3pPr>
            <a:lvl4pPr algn="l">
              <a:defRPr sz="1800" b="0">
                <a:solidFill>
                  <a:srgbClr val="193647"/>
                </a:solidFill>
                <a:latin typeface="DejaVu Sans"/>
                <a:ea typeface="DejaVu Sans"/>
                <a:cs typeface="DejaVu Sans"/>
              </a:defRPr>
            </a:lvl4pPr>
            <a:lvl5pPr algn="l">
              <a:defRPr sz="1800" b="0">
                <a:solidFill>
                  <a:srgbClr val="193647"/>
                </a:solidFill>
                <a:latin typeface="DejaVu Sans"/>
                <a:ea typeface="DejaVu Sans"/>
                <a:cs typeface="DejaVu Sans"/>
              </a:defRPr>
            </a:lvl5pPr>
            <a:lvl6pPr algn="l">
              <a:defRPr sz="1800" b="0">
                <a:solidFill>
                  <a:srgbClr val="193647"/>
                </a:solidFill>
                <a:latin typeface="DejaVu Sans"/>
                <a:ea typeface="DejaVu Sans"/>
                <a:cs typeface="DejaVu Sans"/>
              </a:defRPr>
            </a:lvl6pPr>
            <a:lvl7pPr algn="l">
              <a:defRPr sz="1800" b="0">
                <a:solidFill>
                  <a:srgbClr val="193647"/>
                </a:solidFill>
                <a:latin typeface="DejaVu Sans"/>
                <a:ea typeface="DejaVu Sans"/>
                <a:cs typeface="DejaVu Sans"/>
              </a:defRPr>
            </a:lvl7pPr>
            <a:lvl8pPr algn="l">
              <a:defRPr sz="1800" b="0">
                <a:solidFill>
                  <a:srgbClr val="193647"/>
                </a:solidFill>
                <a:latin typeface="DejaVu Sans"/>
                <a:ea typeface="DejaVu Sans"/>
                <a:cs typeface="DejaVu Sans"/>
              </a:defRPr>
            </a:lvl8pPr>
            <a:lvl9pPr algn="l">
              <a:defRPr sz="1800" b="0">
                <a:solidFill>
                  <a:srgbClr val="193647"/>
                </a:solidFill>
                <a:latin typeface="DejaVu Sans"/>
                <a:ea typeface="DejaVu Sans"/>
                <a:cs typeface="DejaVu Sans"/>
              </a:defRPr>
            </a:lvl9pPr>
          </a:lstStyle>
          <a:p>
            <a:pPr algn="l">
              <a:defRPr sz="1800" b="0">
                <a:solidFill>
                  <a:srgbClr val="193647"/>
                </a:solidFill>
                <a:latin typeface="DejaVu Sans"/>
                <a:ea typeface="DejaVu Sans"/>
                <a:cs typeface="DejaVu Sans"/>
              </a:defRPr>
            </a:pPr>
            <a:r>
              <a:rPr sz="1800" b="0">
                <a:solidFill>
                  <a:srgbClr val="193647"/>
                </a:solidFill>
                <a:latin typeface="DejaVu Sans"/>
                <a:ea typeface="DejaVu Sans"/>
                <a:cs typeface="DejaVu Sans"/>
              </a:rPr>
              <a:t>H₁: região 76 = 0,66; região 86 = 1,55 (possivelmente heterogênea).</a:t>
            </a:r>
          </a:p>
        </p:txBody>
      </p:sp>
      <p:sp>
        <p:nvSpPr>
          <p:cNvPr id="11" name="texto">
            <a:extLst>
              <a:ext uri="{FF2B5EF4-FFF2-40B4-BE49-F238E27FC236}">
                <a16:creationId xmlns:a16="http://schemas.microsoft.com/office/drawing/2014/main" id="{EB661A67-8584-4099-93AA-B1FD1B7E310F}"/>
              </a:ext>
            </a:extLst>
          </p:cNvPr>
          <p:cNvSpPr>
            <a:spLocks noGrp="1"/>
          </p:cNvSpPr>
          <p:nvPr/>
        </p:nvSpPr>
        <p:spPr>
          <a:xfrm>
            <a:off x="609600" y="5629275"/>
            <a:ext cx="10972800" cy="400050"/>
          </a:xfrm>
          <a:prstGeom prst="rect">
            <a:avLst/>
          </a:prstGeom>
          <a:noFill/>
          <a:ln w="0">
            <a:noFill/>
            <a:prstDash val="solid"/>
          </a:ln>
        </p:spPr>
        <p:txBody>
          <a:bodyPr wrap="square" lIns="0" tIns="0" rIns="0" bIns="0" anchor="t">
            <a:noAutofit/>
          </a:bodyPr>
          <a:lstStyle>
            <a:defPPr algn="l">
              <a:defRPr sz="1875" b="1">
                <a:solidFill>
                  <a:srgbClr val="C47B23"/>
                </a:solidFill>
                <a:latin typeface="DejaVu Sans"/>
                <a:ea typeface="DejaVu Sans"/>
                <a:cs typeface="DejaVu Sans"/>
              </a:defRPr>
            </a:defPPr>
            <a:lvl1pPr algn="l">
              <a:defRPr sz="1875" b="1">
                <a:solidFill>
                  <a:srgbClr val="C47B23"/>
                </a:solidFill>
                <a:latin typeface="DejaVu Sans"/>
                <a:ea typeface="DejaVu Sans"/>
                <a:cs typeface="DejaVu Sans"/>
              </a:defRPr>
            </a:lvl1pPr>
            <a:lvl2pPr algn="l">
              <a:defRPr sz="1875" b="1">
                <a:solidFill>
                  <a:srgbClr val="C47B23"/>
                </a:solidFill>
                <a:latin typeface="DejaVu Sans"/>
                <a:ea typeface="DejaVu Sans"/>
                <a:cs typeface="DejaVu Sans"/>
              </a:defRPr>
            </a:lvl2pPr>
            <a:lvl3pPr algn="l">
              <a:defRPr sz="1875" b="1">
                <a:solidFill>
                  <a:srgbClr val="C47B23"/>
                </a:solidFill>
                <a:latin typeface="DejaVu Sans"/>
                <a:ea typeface="DejaVu Sans"/>
                <a:cs typeface="DejaVu Sans"/>
              </a:defRPr>
            </a:lvl3pPr>
            <a:lvl4pPr algn="l">
              <a:defRPr sz="1875" b="1">
                <a:solidFill>
                  <a:srgbClr val="C47B23"/>
                </a:solidFill>
                <a:latin typeface="DejaVu Sans"/>
                <a:ea typeface="DejaVu Sans"/>
                <a:cs typeface="DejaVu Sans"/>
              </a:defRPr>
            </a:lvl4pPr>
            <a:lvl5pPr algn="l">
              <a:defRPr sz="1875" b="1">
                <a:solidFill>
                  <a:srgbClr val="C47B23"/>
                </a:solidFill>
                <a:latin typeface="DejaVu Sans"/>
                <a:ea typeface="DejaVu Sans"/>
                <a:cs typeface="DejaVu Sans"/>
              </a:defRPr>
            </a:lvl5pPr>
            <a:lvl6pPr algn="l">
              <a:defRPr sz="1875" b="1">
                <a:solidFill>
                  <a:srgbClr val="C47B23"/>
                </a:solidFill>
                <a:latin typeface="DejaVu Sans"/>
                <a:ea typeface="DejaVu Sans"/>
                <a:cs typeface="DejaVu Sans"/>
              </a:defRPr>
            </a:lvl6pPr>
            <a:lvl7pPr algn="l">
              <a:defRPr sz="1875" b="1">
                <a:solidFill>
                  <a:srgbClr val="C47B23"/>
                </a:solidFill>
                <a:latin typeface="DejaVu Sans"/>
                <a:ea typeface="DejaVu Sans"/>
                <a:cs typeface="DejaVu Sans"/>
              </a:defRPr>
            </a:lvl7pPr>
            <a:lvl8pPr algn="l">
              <a:defRPr sz="1875" b="1">
                <a:solidFill>
                  <a:srgbClr val="C47B23"/>
                </a:solidFill>
                <a:latin typeface="DejaVu Sans"/>
                <a:ea typeface="DejaVu Sans"/>
                <a:cs typeface="DejaVu Sans"/>
              </a:defRPr>
            </a:lvl8pPr>
            <a:lvl9pPr algn="l">
              <a:defRPr sz="1875" b="1">
                <a:solidFill>
                  <a:srgbClr val="C47B23"/>
                </a:solidFill>
                <a:latin typeface="DejaVu Sans"/>
                <a:ea typeface="DejaVu Sans"/>
                <a:cs typeface="DejaVu Sans"/>
              </a:defRPr>
            </a:lvl9pPr>
          </a:lstStyle>
          <a:p>
            <a:pPr algn="l">
              <a:defRPr sz="1875" b="1">
                <a:solidFill>
                  <a:srgbClr val="C47B23"/>
                </a:solidFill>
                <a:latin typeface="DejaVu Sans"/>
                <a:ea typeface="DejaVu Sans"/>
                <a:cs typeface="DejaVu Sans"/>
              </a:defRPr>
            </a:pPr>
            <a:r>
              <a:rPr sz="1875" b="1">
                <a:solidFill>
                  <a:srgbClr val="C47B23"/>
                </a:solidFill>
                <a:latin typeface="DejaVu Sans"/>
                <a:ea typeface="DejaVu Sans"/>
                <a:cs typeface="DejaVu Sans"/>
              </a:rPr>
              <a:t>Região 85: H₁ = 0,67, mas nenhuma família candidata foi adequada.</a:t>
            </a:r>
          </a:p>
        </p:txBody>
      </p:sp>
    </p:spTree>
    <p:extLst>
      <p:ext uri="{BB962C8B-B14F-4D97-AF65-F5344CB8AC3E}">
        <p14:creationId xmlns:p14="http://schemas.microsoft.com/office/powerpoint/2010/main" val="21168406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0" name="texto">
            <a:extLst>
              <a:ext uri="{FF2B5EF4-FFF2-40B4-BE49-F238E27FC236}">
                <a16:creationId xmlns:a16="http://schemas.microsoft.com/office/drawing/2014/main" id="{EB4EE276-19AB-4C54-AEAF-A7DF151B693F}"/>
              </a:ext>
            </a:extLst>
          </p:cNvPr>
          <p:cNvSpPr>
            <a:spLocks noGrp="1"/>
          </p:cNvSpPr>
          <p:nvPr/>
        </p:nvSpPr>
        <p:spPr>
          <a:xfrm>
            <a:off x="609600" y="285750"/>
            <a:ext cx="10668000" cy="247650"/>
          </a:xfrm>
          <a:prstGeom prst="rect">
            <a:avLst/>
          </a:prstGeom>
          <a:noFill/>
          <a:ln w="0">
            <a:noFill/>
            <a:prstDash val="solid"/>
          </a:ln>
        </p:spPr>
        <p:txBody>
          <a:bodyPr wrap="square" lIns="0" tIns="0" rIns="0" bIns="0" anchor="t">
            <a:noAutofit/>
          </a:bodyPr>
          <a:lstStyle>
            <a:defPPr algn="l">
              <a:defRPr sz="1275" b="1">
                <a:solidFill>
                  <a:srgbClr val="087F88"/>
                </a:solidFill>
                <a:latin typeface="DejaVu Sans"/>
                <a:ea typeface="DejaVu Sans"/>
                <a:cs typeface="DejaVu Sans"/>
              </a:defRPr>
            </a:defPPr>
            <a:lvl1pPr algn="l">
              <a:defRPr sz="1275" b="1">
                <a:solidFill>
                  <a:srgbClr val="087F88"/>
                </a:solidFill>
                <a:latin typeface="DejaVu Sans"/>
                <a:ea typeface="DejaVu Sans"/>
                <a:cs typeface="DejaVu Sans"/>
              </a:defRPr>
            </a:lvl1pPr>
            <a:lvl2pPr algn="l">
              <a:defRPr sz="1275" b="1">
                <a:solidFill>
                  <a:srgbClr val="087F88"/>
                </a:solidFill>
                <a:latin typeface="DejaVu Sans"/>
                <a:ea typeface="DejaVu Sans"/>
                <a:cs typeface="DejaVu Sans"/>
              </a:defRPr>
            </a:lvl2pPr>
            <a:lvl3pPr algn="l">
              <a:defRPr sz="1275" b="1">
                <a:solidFill>
                  <a:srgbClr val="087F88"/>
                </a:solidFill>
                <a:latin typeface="DejaVu Sans"/>
                <a:ea typeface="DejaVu Sans"/>
                <a:cs typeface="DejaVu Sans"/>
              </a:defRPr>
            </a:lvl3pPr>
            <a:lvl4pPr algn="l">
              <a:defRPr sz="1275" b="1">
                <a:solidFill>
                  <a:srgbClr val="087F88"/>
                </a:solidFill>
                <a:latin typeface="DejaVu Sans"/>
                <a:ea typeface="DejaVu Sans"/>
                <a:cs typeface="DejaVu Sans"/>
              </a:defRPr>
            </a:lvl4pPr>
            <a:lvl5pPr algn="l">
              <a:defRPr sz="1275" b="1">
                <a:solidFill>
                  <a:srgbClr val="087F88"/>
                </a:solidFill>
                <a:latin typeface="DejaVu Sans"/>
                <a:ea typeface="DejaVu Sans"/>
                <a:cs typeface="DejaVu Sans"/>
              </a:defRPr>
            </a:lvl5pPr>
            <a:lvl6pPr algn="l">
              <a:defRPr sz="1275" b="1">
                <a:solidFill>
                  <a:srgbClr val="087F88"/>
                </a:solidFill>
                <a:latin typeface="DejaVu Sans"/>
                <a:ea typeface="DejaVu Sans"/>
                <a:cs typeface="DejaVu Sans"/>
              </a:defRPr>
            </a:lvl6pPr>
            <a:lvl7pPr algn="l">
              <a:defRPr sz="1275" b="1">
                <a:solidFill>
                  <a:srgbClr val="087F88"/>
                </a:solidFill>
                <a:latin typeface="DejaVu Sans"/>
                <a:ea typeface="DejaVu Sans"/>
                <a:cs typeface="DejaVu Sans"/>
              </a:defRPr>
            </a:lvl7pPr>
            <a:lvl8pPr algn="l">
              <a:defRPr sz="1275" b="1">
                <a:solidFill>
                  <a:srgbClr val="087F88"/>
                </a:solidFill>
                <a:latin typeface="DejaVu Sans"/>
                <a:ea typeface="DejaVu Sans"/>
                <a:cs typeface="DejaVu Sans"/>
              </a:defRPr>
            </a:lvl8pPr>
            <a:lvl9pPr algn="l">
              <a:defRPr sz="1275" b="1">
                <a:solidFill>
                  <a:srgbClr val="087F88"/>
                </a:solidFill>
                <a:latin typeface="DejaVu Sans"/>
                <a:ea typeface="DejaVu Sans"/>
                <a:cs typeface="DejaVu Sans"/>
              </a:defRPr>
            </a:lvl9pPr>
          </a:lstStyle>
          <a:p>
            <a:pPr algn="l">
              <a:defRPr sz="1275" b="1">
                <a:solidFill>
                  <a:srgbClr val="087F88"/>
                </a:solidFill>
                <a:latin typeface="DejaVu Sans"/>
                <a:ea typeface="DejaVu Sans"/>
                <a:cs typeface="DejaVu Sans"/>
              </a:defRPr>
            </a:pPr>
            <a:r>
              <a:rPr sz="1275" b="1">
                <a:solidFill>
                  <a:srgbClr val="087F88"/>
                </a:solidFill>
                <a:latin typeface="DejaVu Sans"/>
                <a:ea typeface="DejaVu Sans"/>
                <a:cs typeface="DejaVu Sans"/>
              </a:rPr>
              <a:t>MÁXIMAS · REGRESSÕES TRADICIONAIS</a:t>
            </a:r>
          </a:p>
        </p:txBody>
      </p:sp>
      <p:sp>
        <p:nvSpPr>
          <p:cNvPr id="2" name="texto">
            <a:extLst>
              <a:ext uri="{FF2B5EF4-FFF2-40B4-BE49-F238E27FC236}">
                <a16:creationId xmlns:a16="http://schemas.microsoft.com/office/drawing/2014/main" id="{8105A4FC-BF56-4565-8B60-5E765A7D0584}"/>
              </a:ext>
            </a:extLst>
          </p:cNvPr>
          <p:cNvSpPr>
            <a:spLocks noGrp="1"/>
          </p:cNvSpPr>
          <p:nvPr/>
        </p:nvSpPr>
        <p:spPr>
          <a:xfrm>
            <a:off x="609600" y="685800"/>
            <a:ext cx="10972800" cy="1028700"/>
          </a:xfrm>
          <a:prstGeom prst="rect">
            <a:avLst/>
          </a:prstGeom>
          <a:noFill/>
          <a:ln w="0">
            <a:noFill/>
            <a:prstDash val="solid"/>
          </a:ln>
        </p:spPr>
        <p:txBody>
          <a:bodyPr wrap="square" lIns="0" tIns="0" rIns="0" bIns="0" anchor="t">
            <a:noAutofit/>
          </a:bodyPr>
          <a:lstStyle>
            <a:defPPr algn="l">
              <a:defRPr sz="3225" b="1">
                <a:solidFill>
                  <a:srgbClr val="123247"/>
                </a:solidFill>
                <a:latin typeface="DejaVu Sans"/>
                <a:ea typeface="DejaVu Sans"/>
                <a:cs typeface="DejaVu Sans"/>
              </a:defRPr>
            </a:defPPr>
            <a:lvl1pPr algn="l">
              <a:defRPr sz="3225" b="1">
                <a:solidFill>
                  <a:srgbClr val="123247"/>
                </a:solidFill>
                <a:latin typeface="DejaVu Sans"/>
                <a:ea typeface="DejaVu Sans"/>
                <a:cs typeface="DejaVu Sans"/>
              </a:defRPr>
            </a:lvl1pPr>
            <a:lvl2pPr algn="l">
              <a:defRPr sz="3225" b="1">
                <a:solidFill>
                  <a:srgbClr val="123247"/>
                </a:solidFill>
                <a:latin typeface="DejaVu Sans"/>
                <a:ea typeface="DejaVu Sans"/>
                <a:cs typeface="DejaVu Sans"/>
              </a:defRPr>
            </a:lvl2pPr>
            <a:lvl3pPr algn="l">
              <a:defRPr sz="3225" b="1">
                <a:solidFill>
                  <a:srgbClr val="123247"/>
                </a:solidFill>
                <a:latin typeface="DejaVu Sans"/>
                <a:ea typeface="DejaVu Sans"/>
                <a:cs typeface="DejaVu Sans"/>
              </a:defRPr>
            </a:lvl3pPr>
            <a:lvl4pPr algn="l">
              <a:defRPr sz="3225" b="1">
                <a:solidFill>
                  <a:srgbClr val="123247"/>
                </a:solidFill>
                <a:latin typeface="DejaVu Sans"/>
                <a:ea typeface="DejaVu Sans"/>
                <a:cs typeface="DejaVu Sans"/>
              </a:defRPr>
            </a:lvl4pPr>
            <a:lvl5pPr algn="l">
              <a:defRPr sz="3225" b="1">
                <a:solidFill>
                  <a:srgbClr val="123247"/>
                </a:solidFill>
                <a:latin typeface="DejaVu Sans"/>
                <a:ea typeface="DejaVu Sans"/>
                <a:cs typeface="DejaVu Sans"/>
              </a:defRPr>
            </a:lvl5pPr>
            <a:lvl6pPr algn="l">
              <a:defRPr sz="3225" b="1">
                <a:solidFill>
                  <a:srgbClr val="123247"/>
                </a:solidFill>
                <a:latin typeface="DejaVu Sans"/>
                <a:ea typeface="DejaVu Sans"/>
                <a:cs typeface="DejaVu Sans"/>
              </a:defRPr>
            </a:lvl6pPr>
            <a:lvl7pPr algn="l">
              <a:defRPr sz="3225" b="1">
                <a:solidFill>
                  <a:srgbClr val="123247"/>
                </a:solidFill>
                <a:latin typeface="DejaVu Sans"/>
                <a:ea typeface="DejaVu Sans"/>
                <a:cs typeface="DejaVu Sans"/>
              </a:defRPr>
            </a:lvl7pPr>
            <a:lvl8pPr algn="l">
              <a:defRPr sz="3225" b="1">
                <a:solidFill>
                  <a:srgbClr val="123247"/>
                </a:solidFill>
                <a:latin typeface="DejaVu Sans"/>
                <a:ea typeface="DejaVu Sans"/>
                <a:cs typeface="DejaVu Sans"/>
              </a:defRPr>
            </a:lvl8pPr>
            <a:lvl9pPr algn="l">
              <a:defRPr sz="3225" b="1">
                <a:solidFill>
                  <a:srgbClr val="123247"/>
                </a:solidFill>
                <a:latin typeface="DejaVu Sans"/>
                <a:ea typeface="DejaVu Sans"/>
                <a:cs typeface="DejaVu Sans"/>
              </a:defRPr>
            </a:lvl9pPr>
          </a:lstStyle>
          <a:p>
            <a:pPr algn="l">
              <a:defRPr sz="3225" b="1">
                <a:solidFill>
                  <a:srgbClr val="123247"/>
                </a:solidFill>
                <a:latin typeface="DejaVu Sans"/>
                <a:ea typeface="DejaVu Sans"/>
                <a:cs typeface="DejaVu Sans"/>
              </a:defRPr>
            </a:pPr>
            <a:r>
              <a:rPr sz="3225" b="1">
                <a:solidFill>
                  <a:srgbClr val="123247"/>
                </a:solidFill>
                <a:latin typeface="DejaVu Sans"/>
                <a:ea typeface="DejaVu Sans"/>
                <a:cs typeface="DejaVu Sans"/>
              </a:rPr>
              <a:t>Regionalizar o índice: ajustar μ aos atributos</a:t>
            </a:r>
          </a:p>
        </p:txBody>
      </p:sp>
      <p:sp>
        <p:nvSpPr>
          <p:cNvPr id="3" name="texto">
            <a:extLst>
              <a:ext uri="{FF2B5EF4-FFF2-40B4-BE49-F238E27FC236}">
                <a16:creationId xmlns:a16="http://schemas.microsoft.com/office/drawing/2014/main" id="{63135CAC-198D-4725-9026-B05971A9A685}"/>
              </a:ext>
            </a:extLst>
          </p:cNvPr>
          <p:cNvSpPr>
            <a:spLocks noGrp="1"/>
          </p:cNvSpPr>
          <p:nvPr/>
        </p:nvSpPr>
        <p:spPr>
          <a:xfrm>
            <a:off x="609600" y="6096000"/>
            <a:ext cx="10763250" cy="228600"/>
          </a:xfrm>
          <a:prstGeom prst="rect">
            <a:avLst/>
          </a:prstGeom>
          <a:noFill/>
          <a:ln w="0">
            <a:noFill/>
            <a:prstDash val="solid"/>
          </a:ln>
        </p:spPr>
        <p:txBody>
          <a:bodyPr wrap="square" lIns="0" tIns="0" rIns="0" bIns="0" anchor="t">
            <a:noAutofit/>
          </a:bodyPr>
          <a:lstStyle>
            <a:defPPr algn="l">
              <a:defRPr sz="1050" b="0">
                <a:solidFill>
                  <a:srgbClr val="526873"/>
                </a:solidFill>
                <a:latin typeface="DejaVu Sans"/>
                <a:ea typeface="DejaVu Sans"/>
                <a:cs typeface="DejaVu Sans"/>
              </a:defRPr>
            </a:defPPr>
            <a:lvl1pPr algn="l">
              <a:defRPr sz="1050" b="0">
                <a:solidFill>
                  <a:srgbClr val="526873"/>
                </a:solidFill>
                <a:latin typeface="DejaVu Sans"/>
                <a:ea typeface="DejaVu Sans"/>
                <a:cs typeface="DejaVu Sans"/>
              </a:defRPr>
            </a:lvl1pPr>
            <a:lvl2pPr algn="l">
              <a:defRPr sz="1050" b="0">
                <a:solidFill>
                  <a:srgbClr val="526873"/>
                </a:solidFill>
                <a:latin typeface="DejaVu Sans"/>
                <a:ea typeface="DejaVu Sans"/>
                <a:cs typeface="DejaVu Sans"/>
              </a:defRPr>
            </a:lvl2pPr>
            <a:lvl3pPr algn="l">
              <a:defRPr sz="1050" b="0">
                <a:solidFill>
                  <a:srgbClr val="526873"/>
                </a:solidFill>
                <a:latin typeface="DejaVu Sans"/>
                <a:ea typeface="DejaVu Sans"/>
                <a:cs typeface="DejaVu Sans"/>
              </a:defRPr>
            </a:lvl3pPr>
            <a:lvl4pPr algn="l">
              <a:defRPr sz="1050" b="0">
                <a:solidFill>
                  <a:srgbClr val="526873"/>
                </a:solidFill>
                <a:latin typeface="DejaVu Sans"/>
                <a:ea typeface="DejaVu Sans"/>
                <a:cs typeface="DejaVu Sans"/>
              </a:defRPr>
            </a:lvl4pPr>
            <a:lvl5pPr algn="l">
              <a:defRPr sz="1050" b="0">
                <a:solidFill>
                  <a:srgbClr val="526873"/>
                </a:solidFill>
                <a:latin typeface="DejaVu Sans"/>
                <a:ea typeface="DejaVu Sans"/>
                <a:cs typeface="DejaVu Sans"/>
              </a:defRPr>
            </a:lvl5pPr>
            <a:lvl6pPr algn="l">
              <a:defRPr sz="1050" b="0">
                <a:solidFill>
                  <a:srgbClr val="526873"/>
                </a:solidFill>
                <a:latin typeface="DejaVu Sans"/>
                <a:ea typeface="DejaVu Sans"/>
                <a:cs typeface="DejaVu Sans"/>
              </a:defRPr>
            </a:lvl6pPr>
            <a:lvl7pPr algn="l">
              <a:defRPr sz="1050" b="0">
                <a:solidFill>
                  <a:srgbClr val="526873"/>
                </a:solidFill>
                <a:latin typeface="DejaVu Sans"/>
                <a:ea typeface="DejaVu Sans"/>
                <a:cs typeface="DejaVu Sans"/>
              </a:defRPr>
            </a:lvl7pPr>
            <a:lvl8pPr algn="l">
              <a:defRPr sz="1050" b="0">
                <a:solidFill>
                  <a:srgbClr val="526873"/>
                </a:solidFill>
                <a:latin typeface="DejaVu Sans"/>
                <a:ea typeface="DejaVu Sans"/>
                <a:cs typeface="DejaVu Sans"/>
              </a:defRPr>
            </a:lvl8pPr>
            <a:lvl9pPr algn="l">
              <a:defRPr sz="1050" b="0">
                <a:solidFill>
                  <a:srgbClr val="526873"/>
                </a:solidFill>
                <a:latin typeface="DejaVu Sans"/>
                <a:ea typeface="DejaVu Sans"/>
                <a:cs typeface="DejaVu Sans"/>
              </a:defRPr>
            </a:lvl9pPr>
          </a:lstStyle>
          <a:p>
            <a:pPr algn="l">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Referência: Cassalho et al. (2019), Hydrological Processes, seção 2.5 e Tabela 6. Formulações didáticas.</a:t>
            </a:r>
          </a:p>
        </p:txBody>
      </p:sp>
      <p:sp>
        <p:nvSpPr>
          <p:cNvPr id="4" name="Straight Connector 3">
            <a:extLst>
              <a:ext uri="{FF2B5EF4-FFF2-40B4-BE49-F238E27FC236}">
                <a16:creationId xmlns:a16="http://schemas.microsoft.com/office/drawing/2014/main" id="{DA4FFF76-06A9-4C33-AD61-2BF6D59A752B}"/>
              </a:ext>
            </a:extLst>
          </p:cNvPr>
          <p:cNvSpPr>
            <a:spLocks noGrp="1"/>
          </p:cNvSpPr>
          <p:nvPr/>
        </p:nvSpPr>
        <p:spPr>
          <a:xfrm>
            <a:off x="609600" y="6438900"/>
            <a:ext cx="10972800" cy="0"/>
          </a:xfrm>
          <a:prstGeom prst="line">
            <a:avLst/>
          </a:prstGeom>
          <a:noFill/>
          <a:ln w="9525">
            <a:solidFill>
              <a:srgbClr val="DCE3E3"/>
            </a:solidFill>
            <a:prstDash val="solid"/>
          </a:ln>
        </p:spPr>
        <p:txBody>
          <a:bodyPr/>
          <a:lstStyle/>
          <a:p>
            <a:endParaRPr lang="en-GB"/>
          </a:p>
        </p:txBody>
      </p:sp>
      <p:sp>
        <p:nvSpPr>
          <p:cNvPr id="5" name="texto">
            <a:extLst>
              <a:ext uri="{FF2B5EF4-FFF2-40B4-BE49-F238E27FC236}">
                <a16:creationId xmlns:a16="http://schemas.microsoft.com/office/drawing/2014/main" id="{4DA92E03-880D-49D8-BE99-768FF9AC32F9}"/>
              </a:ext>
            </a:extLst>
          </p:cNvPr>
          <p:cNvSpPr>
            <a:spLocks noGrp="1"/>
          </p:cNvSpPr>
          <p:nvPr/>
        </p:nvSpPr>
        <p:spPr>
          <a:xfrm>
            <a:off x="609600" y="6543675"/>
            <a:ext cx="8572500" cy="190500"/>
          </a:xfrm>
          <a:prstGeom prst="rect">
            <a:avLst/>
          </a:prstGeom>
          <a:noFill/>
          <a:ln w="0">
            <a:noFill/>
            <a:prstDash val="solid"/>
          </a:ln>
        </p:spPr>
        <p:txBody>
          <a:bodyPr wrap="square" lIns="0" tIns="0" rIns="0" bIns="0" anchor="t">
            <a:noAutofit/>
          </a:bodyPr>
          <a:lstStyle>
            <a:defPPr algn="l">
              <a:defRPr sz="975" b="0">
                <a:solidFill>
                  <a:srgbClr val="526873"/>
                </a:solidFill>
                <a:latin typeface="DejaVu Sans"/>
                <a:ea typeface="DejaVu Sans"/>
                <a:cs typeface="DejaVu Sans"/>
              </a:defRPr>
            </a:defPPr>
            <a:lvl1pPr algn="l">
              <a:defRPr sz="975" b="0">
                <a:solidFill>
                  <a:srgbClr val="526873"/>
                </a:solidFill>
                <a:latin typeface="DejaVu Sans"/>
                <a:ea typeface="DejaVu Sans"/>
                <a:cs typeface="DejaVu Sans"/>
              </a:defRPr>
            </a:lvl1pPr>
            <a:lvl2pPr algn="l">
              <a:defRPr sz="975" b="0">
                <a:solidFill>
                  <a:srgbClr val="526873"/>
                </a:solidFill>
                <a:latin typeface="DejaVu Sans"/>
                <a:ea typeface="DejaVu Sans"/>
                <a:cs typeface="DejaVu Sans"/>
              </a:defRPr>
            </a:lvl2pPr>
            <a:lvl3pPr algn="l">
              <a:defRPr sz="975" b="0">
                <a:solidFill>
                  <a:srgbClr val="526873"/>
                </a:solidFill>
                <a:latin typeface="DejaVu Sans"/>
                <a:ea typeface="DejaVu Sans"/>
                <a:cs typeface="DejaVu Sans"/>
              </a:defRPr>
            </a:lvl3pPr>
            <a:lvl4pPr algn="l">
              <a:defRPr sz="975" b="0">
                <a:solidFill>
                  <a:srgbClr val="526873"/>
                </a:solidFill>
                <a:latin typeface="DejaVu Sans"/>
                <a:ea typeface="DejaVu Sans"/>
                <a:cs typeface="DejaVu Sans"/>
              </a:defRPr>
            </a:lvl4pPr>
            <a:lvl5pPr algn="l">
              <a:defRPr sz="975" b="0">
                <a:solidFill>
                  <a:srgbClr val="526873"/>
                </a:solidFill>
                <a:latin typeface="DejaVu Sans"/>
                <a:ea typeface="DejaVu Sans"/>
                <a:cs typeface="DejaVu Sans"/>
              </a:defRPr>
            </a:lvl5pPr>
            <a:lvl6pPr algn="l">
              <a:defRPr sz="975" b="0">
                <a:solidFill>
                  <a:srgbClr val="526873"/>
                </a:solidFill>
                <a:latin typeface="DejaVu Sans"/>
                <a:ea typeface="DejaVu Sans"/>
                <a:cs typeface="DejaVu Sans"/>
              </a:defRPr>
            </a:lvl6pPr>
            <a:lvl7pPr algn="l">
              <a:defRPr sz="975" b="0">
                <a:solidFill>
                  <a:srgbClr val="526873"/>
                </a:solidFill>
                <a:latin typeface="DejaVu Sans"/>
                <a:ea typeface="DejaVu Sans"/>
                <a:cs typeface="DejaVu Sans"/>
              </a:defRPr>
            </a:lvl7pPr>
            <a:lvl8pPr algn="l">
              <a:defRPr sz="975" b="0">
                <a:solidFill>
                  <a:srgbClr val="526873"/>
                </a:solidFill>
                <a:latin typeface="DejaVu Sans"/>
                <a:ea typeface="DejaVu Sans"/>
                <a:cs typeface="DejaVu Sans"/>
              </a:defRPr>
            </a:lvl8pPr>
            <a:lvl9pPr algn="l">
              <a:defRPr sz="975" b="0">
                <a:solidFill>
                  <a:srgbClr val="526873"/>
                </a:solidFill>
                <a:latin typeface="DejaVu Sans"/>
                <a:ea typeface="DejaVu Sans"/>
                <a:cs typeface="DejaVu Sans"/>
              </a:defRPr>
            </a:lvl9pPr>
          </a:lstStyle>
          <a:p>
            <a:pPr algn="l">
              <a:defRPr sz="975" b="0">
                <a:solidFill>
                  <a:srgbClr val="526873"/>
                </a:solidFill>
                <a:latin typeface="DejaVu Sans"/>
                <a:ea typeface="DejaVu Sans"/>
                <a:cs typeface="DejaVu Sans"/>
              </a:defRPr>
            </a:pPr>
            <a:r>
              <a:rPr sz="975" b="0">
                <a:solidFill>
                  <a:srgbClr val="526873"/>
                </a:solidFill>
                <a:latin typeface="DejaVu Sans"/>
                <a:ea typeface="DejaVu Sans"/>
                <a:cs typeface="DejaVu Sans"/>
              </a:rPr>
              <a:t>REGIONALIZAÇÃO DE VAZÕES</a:t>
            </a:r>
          </a:p>
        </p:txBody>
      </p:sp>
      <p:sp>
        <p:nvSpPr>
          <p:cNvPr id="6" name="texto">
            <a:extLst>
              <a:ext uri="{FF2B5EF4-FFF2-40B4-BE49-F238E27FC236}">
                <a16:creationId xmlns:a16="http://schemas.microsoft.com/office/drawing/2014/main" id="{CF99CBD1-CD4B-456D-94FD-7058857FEFB5}"/>
              </a:ext>
            </a:extLst>
          </p:cNvPr>
          <p:cNvSpPr>
            <a:spLocks noGrp="1"/>
          </p:cNvSpPr>
          <p:nvPr/>
        </p:nvSpPr>
        <p:spPr>
          <a:xfrm>
            <a:off x="10620375" y="6534150"/>
            <a:ext cx="962025" cy="209550"/>
          </a:xfrm>
          <a:prstGeom prst="rect">
            <a:avLst/>
          </a:prstGeom>
          <a:noFill/>
          <a:ln w="0">
            <a:noFill/>
            <a:prstDash val="solid"/>
          </a:ln>
        </p:spPr>
        <p:txBody>
          <a:bodyPr wrap="square" lIns="0" tIns="0" rIns="0" bIns="0" anchor="t">
            <a:noAutofit/>
          </a:bodyPr>
          <a:lstStyle>
            <a:defPPr algn="r">
              <a:defRPr sz="1050" b="0">
                <a:solidFill>
                  <a:srgbClr val="526873"/>
                </a:solidFill>
                <a:latin typeface="DejaVu Sans"/>
                <a:ea typeface="DejaVu Sans"/>
                <a:cs typeface="DejaVu Sans"/>
              </a:defRPr>
            </a:defPPr>
            <a:lvl1pPr algn="r">
              <a:defRPr sz="1050" b="0">
                <a:solidFill>
                  <a:srgbClr val="526873"/>
                </a:solidFill>
                <a:latin typeface="DejaVu Sans"/>
                <a:ea typeface="DejaVu Sans"/>
                <a:cs typeface="DejaVu Sans"/>
              </a:defRPr>
            </a:lvl1pPr>
            <a:lvl2pPr algn="r">
              <a:defRPr sz="1050" b="0">
                <a:solidFill>
                  <a:srgbClr val="526873"/>
                </a:solidFill>
                <a:latin typeface="DejaVu Sans"/>
                <a:ea typeface="DejaVu Sans"/>
                <a:cs typeface="DejaVu Sans"/>
              </a:defRPr>
            </a:lvl2pPr>
            <a:lvl3pPr algn="r">
              <a:defRPr sz="1050" b="0">
                <a:solidFill>
                  <a:srgbClr val="526873"/>
                </a:solidFill>
                <a:latin typeface="DejaVu Sans"/>
                <a:ea typeface="DejaVu Sans"/>
                <a:cs typeface="DejaVu Sans"/>
              </a:defRPr>
            </a:lvl3pPr>
            <a:lvl4pPr algn="r">
              <a:defRPr sz="1050" b="0">
                <a:solidFill>
                  <a:srgbClr val="526873"/>
                </a:solidFill>
                <a:latin typeface="DejaVu Sans"/>
                <a:ea typeface="DejaVu Sans"/>
                <a:cs typeface="DejaVu Sans"/>
              </a:defRPr>
            </a:lvl4pPr>
            <a:lvl5pPr algn="r">
              <a:defRPr sz="1050" b="0">
                <a:solidFill>
                  <a:srgbClr val="526873"/>
                </a:solidFill>
                <a:latin typeface="DejaVu Sans"/>
                <a:ea typeface="DejaVu Sans"/>
                <a:cs typeface="DejaVu Sans"/>
              </a:defRPr>
            </a:lvl5pPr>
            <a:lvl6pPr algn="r">
              <a:defRPr sz="1050" b="0">
                <a:solidFill>
                  <a:srgbClr val="526873"/>
                </a:solidFill>
                <a:latin typeface="DejaVu Sans"/>
                <a:ea typeface="DejaVu Sans"/>
                <a:cs typeface="DejaVu Sans"/>
              </a:defRPr>
            </a:lvl6pPr>
            <a:lvl7pPr algn="r">
              <a:defRPr sz="1050" b="0">
                <a:solidFill>
                  <a:srgbClr val="526873"/>
                </a:solidFill>
                <a:latin typeface="DejaVu Sans"/>
                <a:ea typeface="DejaVu Sans"/>
                <a:cs typeface="DejaVu Sans"/>
              </a:defRPr>
            </a:lvl7pPr>
            <a:lvl8pPr algn="r">
              <a:defRPr sz="1050" b="0">
                <a:solidFill>
                  <a:srgbClr val="526873"/>
                </a:solidFill>
                <a:latin typeface="DejaVu Sans"/>
                <a:ea typeface="DejaVu Sans"/>
                <a:cs typeface="DejaVu Sans"/>
              </a:defRPr>
            </a:lvl8pPr>
            <a:lvl9pPr algn="r">
              <a:defRPr sz="1050" b="0">
                <a:solidFill>
                  <a:srgbClr val="526873"/>
                </a:solidFill>
                <a:latin typeface="DejaVu Sans"/>
                <a:ea typeface="DejaVu Sans"/>
                <a:cs typeface="DejaVu Sans"/>
              </a:defRPr>
            </a:lvl9pPr>
          </a:lstStyle>
          <a:p>
            <a:pPr algn="r">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22 / 38</a:t>
            </a:r>
          </a:p>
        </p:txBody>
      </p:sp>
      <p:graphicFrame>
        <p:nvGraphicFramePr>
          <p:cNvPr id="7" name="Table 6">
            <a:extLst>
              <a:ext uri="{FF2B5EF4-FFF2-40B4-BE49-F238E27FC236}">
                <a16:creationId xmlns:a16="http://schemas.microsoft.com/office/drawing/2014/main" id="{200FF4F2-FD53-4BDC-9C7E-91DE12317461}"/>
              </a:ext>
            </a:extLst>
          </p:cNvPr>
          <p:cNvGraphicFramePr/>
          <p:nvPr/>
        </p:nvGraphicFramePr>
        <p:xfrm>
          <a:off x="609600" y="1809750"/>
          <a:ext cx="10972800" cy="3114675"/>
        </p:xfrm>
        <a:graphic>
          <a:graphicData uri="http://schemas.openxmlformats.org/drawingml/2006/table">
            <a:tbl>
              <a:tblPr/>
              <a:tblGrid>
                <a:gridCol w="3619500">
                  <a:extLst>
                    <a:ext uri="{9D8B030D-6E8A-4147-A177-3AD203B41FA5}">
                      <a16:colId xmlns:a16="http://schemas.microsoft.com/office/drawing/2014/main" val="20000"/>
                    </a:ext>
                  </a:extLst>
                </a:gridCol>
                <a:gridCol w="7353300">
                  <a:extLst>
                    <a:ext uri="{9D8B030D-6E8A-4147-A177-3AD203B41FA5}">
                      <a16:colId xmlns:a16="http://schemas.microsoft.com/office/drawing/2014/main" val="20001"/>
                    </a:ext>
                  </a:extLst>
                </a:gridCol>
              </a:tblGrid>
              <a:tr h="622935">
                <a:tc>
                  <a:txBody>
                    <a:bodyPr/>
                    <a:lstStyle/>
                    <a:p>
                      <a:pPr algn="l"/>
                      <a:r>
                        <a:rPr sz="2175" b="1">
                          <a:solidFill>
                            <a:srgbClr val="FFFFFF"/>
                          </a:solidFill>
                          <a:latin typeface="DejaVu Sans"/>
                          <a:ea typeface="DejaVu Sans"/>
                          <a:cs typeface="DejaVu Sans"/>
                        </a:rPr>
                        <a:t>Modelo</a:t>
                      </a:r>
                    </a:p>
                  </a:txBody>
                  <a:tcPr anchor="ctr">
                    <a:lnL w="6668">
                      <a:solidFill>
                        <a:srgbClr val="DCE3E3"/>
                      </a:solidFill>
                      <a:prstDash val="solid"/>
                    </a:lnL>
                    <a:lnR w="6668">
                      <a:solidFill>
                        <a:srgbClr val="DCE3E3"/>
                      </a:solidFill>
                      <a:prstDash val="solid"/>
                    </a:lnR>
                    <a:lnT w="6668">
                      <a:solidFill>
                        <a:srgbClr val="DCE3E3"/>
                      </a:solidFill>
                      <a:prstDash val="solid"/>
                    </a:lnT>
                    <a:lnB w="6668">
                      <a:solidFill>
                        <a:srgbClr val="DCE3E3"/>
                      </a:solidFill>
                      <a:prstDash val="solid"/>
                    </a:lnB>
                    <a:solidFill>
                      <a:srgbClr val="123247"/>
                    </a:solidFill>
                  </a:tcPr>
                </a:tc>
                <a:tc>
                  <a:txBody>
                    <a:bodyPr/>
                    <a:lstStyle/>
                    <a:p>
                      <a:pPr algn="l"/>
                      <a:r>
                        <a:rPr sz="2175" b="1">
                          <a:solidFill>
                            <a:srgbClr val="FFFFFF"/>
                          </a:solidFill>
                          <a:latin typeface="DejaVu Sans"/>
                          <a:ea typeface="DejaVu Sans"/>
                          <a:cs typeface="DejaVu Sans"/>
                        </a:rPr>
                        <a:t>Equação para a média das máximas</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a:solidFill>
                        <a:srgbClr val="DCE3E3"/>
                      </a:solidFill>
                      <a:prstDash val="solid"/>
                    </a:lnT>
                    <a:lnB w="6668">
                      <a:solidFill>
                        <a:srgbClr val="DCE3E3"/>
                      </a:solidFill>
                      <a:prstDash val="solid"/>
                    </a:lnB>
                    <a:solidFill>
                      <a:srgbClr val="123247"/>
                    </a:solidFill>
                  </a:tcPr>
                </a:tc>
                <a:extLst>
                  <a:ext uri="{0D108BD9-81ED-4DB2-BD59-A6C34878D82A}">
                    <a16:rowId xmlns:a16="http://schemas.microsoft.com/office/drawing/2014/main" val="10000"/>
                  </a:ext>
                </a:extLst>
              </a:tr>
              <a:tr h="622935">
                <a:tc>
                  <a:txBody>
                    <a:bodyPr/>
                    <a:lstStyle/>
                    <a:p>
                      <a:pPr algn="l"/>
                      <a:r>
                        <a:rPr sz="2175" b="0">
                          <a:solidFill>
                            <a:srgbClr val="193647"/>
                          </a:solidFill>
                          <a:latin typeface="DejaVu Sans"/>
                          <a:ea typeface="DejaVu Sans"/>
                          <a:cs typeface="DejaVu Sans"/>
                        </a:rPr>
                        <a:t>Linear simples</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2175" b="0">
                          <a:solidFill>
                            <a:srgbClr val="193647"/>
                          </a:solidFill>
                          <a:latin typeface="DejaVu Sans"/>
                          <a:ea typeface="DejaVu Sans"/>
                          <a:cs typeface="DejaVu Sans"/>
                        </a:rPr>
                        <a:t>μ̂ = β₀ + β₁ A</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extLst>
                  <a:ext uri="{0D108BD9-81ED-4DB2-BD59-A6C34878D82A}">
                    <a16:rowId xmlns:a16="http://schemas.microsoft.com/office/drawing/2014/main" val="10001"/>
                  </a:ext>
                </a:extLst>
              </a:tr>
              <a:tr h="622935">
                <a:tc>
                  <a:txBody>
                    <a:bodyPr/>
                    <a:lstStyle/>
                    <a:p>
                      <a:pPr algn="l"/>
                      <a:r>
                        <a:rPr sz="2175" b="0">
                          <a:solidFill>
                            <a:srgbClr val="193647"/>
                          </a:solidFill>
                          <a:latin typeface="DejaVu Sans"/>
                          <a:ea typeface="DejaVu Sans"/>
                          <a:cs typeface="DejaVu Sans"/>
                        </a:rPr>
                        <a:t>Linear múltiplo</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2175" b="0">
                          <a:solidFill>
                            <a:srgbClr val="193647"/>
                          </a:solidFill>
                          <a:latin typeface="DejaVu Sans"/>
                          <a:ea typeface="DejaVu Sans"/>
                          <a:cs typeface="DejaVu Sans"/>
                        </a:rPr>
                        <a:t>μ̂ = β₀ + β₁ A + β₂ P + …</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extLst>
                  <a:ext uri="{0D108BD9-81ED-4DB2-BD59-A6C34878D82A}">
                    <a16:rowId xmlns:a16="http://schemas.microsoft.com/office/drawing/2014/main" val="10002"/>
                  </a:ext>
                </a:extLst>
              </a:tr>
              <a:tr h="622935">
                <a:tc>
                  <a:txBody>
                    <a:bodyPr/>
                    <a:lstStyle/>
                    <a:p>
                      <a:pPr algn="l"/>
                      <a:r>
                        <a:rPr sz="2175" b="0">
                          <a:solidFill>
                            <a:srgbClr val="193647"/>
                          </a:solidFill>
                          <a:latin typeface="DejaVu Sans"/>
                          <a:ea typeface="DejaVu Sans"/>
                          <a:cs typeface="DejaVu Sans"/>
                        </a:rPr>
                        <a:t>Potência simples</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2175" b="0">
                          <a:solidFill>
                            <a:srgbClr val="193647"/>
                          </a:solidFill>
                          <a:latin typeface="DejaVu Sans"/>
                          <a:ea typeface="DejaVu Sans"/>
                          <a:cs typeface="DejaVu Sans"/>
                        </a:rPr>
                        <a:t>μ̂ = a Aᵇ</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extLst>
                  <a:ext uri="{0D108BD9-81ED-4DB2-BD59-A6C34878D82A}">
                    <a16:rowId xmlns:a16="http://schemas.microsoft.com/office/drawing/2014/main" val="10003"/>
                  </a:ext>
                </a:extLst>
              </a:tr>
              <a:tr h="622935">
                <a:tc>
                  <a:txBody>
                    <a:bodyPr/>
                    <a:lstStyle/>
                    <a:p>
                      <a:pPr algn="l"/>
                      <a:r>
                        <a:rPr sz="2175" b="0">
                          <a:solidFill>
                            <a:srgbClr val="193647"/>
                          </a:solidFill>
                          <a:latin typeface="DejaVu Sans"/>
                          <a:ea typeface="DejaVu Sans"/>
                          <a:cs typeface="DejaVu Sans"/>
                        </a:rPr>
                        <a:t>Potência múltipla</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2175" b="0">
                          <a:solidFill>
                            <a:srgbClr val="193647"/>
                          </a:solidFill>
                          <a:latin typeface="DejaVu Sans"/>
                          <a:ea typeface="DejaVu Sans"/>
                          <a:cs typeface="DejaVu Sans"/>
                        </a:rPr>
                        <a:t>μ̂ = a Aᵇ Pᶜ …</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extLst>
                  <a:ext uri="{0D108BD9-81ED-4DB2-BD59-A6C34878D82A}">
                    <a16:rowId xmlns:a16="http://schemas.microsoft.com/office/drawing/2014/main" val="10004"/>
                  </a:ext>
                </a:extLst>
              </a:tr>
            </a:tbl>
          </a:graphicData>
        </a:graphic>
      </p:graphicFrame>
      <p:sp>
        <p:nvSpPr>
          <p:cNvPr id="8" name="texto">
            <a:extLst>
              <a:ext uri="{FF2B5EF4-FFF2-40B4-BE49-F238E27FC236}">
                <a16:creationId xmlns:a16="http://schemas.microsoft.com/office/drawing/2014/main" id="{96C16B43-AA3A-4A83-AFBA-13655E324429}"/>
              </a:ext>
            </a:extLst>
          </p:cNvPr>
          <p:cNvSpPr>
            <a:spLocks noGrp="1"/>
          </p:cNvSpPr>
          <p:nvPr/>
        </p:nvSpPr>
        <p:spPr>
          <a:xfrm>
            <a:off x="609600" y="5210175"/>
            <a:ext cx="10972800" cy="409575"/>
          </a:xfrm>
          <a:prstGeom prst="rect">
            <a:avLst/>
          </a:prstGeom>
          <a:noFill/>
          <a:ln w="0">
            <a:noFill/>
            <a:prstDash val="solid"/>
          </a:ln>
        </p:spPr>
        <p:txBody>
          <a:bodyPr wrap="square" lIns="0" tIns="0" rIns="0" bIns="0" anchor="t">
            <a:noAutofit/>
          </a:bodyPr>
          <a:lstStyle>
            <a:defPPr algn="l">
              <a:defRPr sz="1875" b="0">
                <a:solidFill>
                  <a:srgbClr val="193647"/>
                </a:solidFill>
                <a:latin typeface="DejaVu Sans"/>
                <a:ea typeface="DejaVu Sans"/>
                <a:cs typeface="DejaVu Sans"/>
              </a:defRPr>
            </a:defPPr>
            <a:lvl1pPr algn="l">
              <a:defRPr sz="1875" b="0">
                <a:solidFill>
                  <a:srgbClr val="193647"/>
                </a:solidFill>
                <a:latin typeface="DejaVu Sans"/>
                <a:ea typeface="DejaVu Sans"/>
                <a:cs typeface="DejaVu Sans"/>
              </a:defRPr>
            </a:lvl1pPr>
            <a:lvl2pPr algn="l">
              <a:defRPr sz="1875" b="0">
                <a:solidFill>
                  <a:srgbClr val="193647"/>
                </a:solidFill>
                <a:latin typeface="DejaVu Sans"/>
                <a:ea typeface="DejaVu Sans"/>
                <a:cs typeface="DejaVu Sans"/>
              </a:defRPr>
            </a:lvl2pPr>
            <a:lvl3pPr algn="l">
              <a:defRPr sz="1875" b="0">
                <a:solidFill>
                  <a:srgbClr val="193647"/>
                </a:solidFill>
                <a:latin typeface="DejaVu Sans"/>
                <a:ea typeface="DejaVu Sans"/>
                <a:cs typeface="DejaVu Sans"/>
              </a:defRPr>
            </a:lvl3pPr>
            <a:lvl4pPr algn="l">
              <a:defRPr sz="1875" b="0">
                <a:solidFill>
                  <a:srgbClr val="193647"/>
                </a:solidFill>
                <a:latin typeface="DejaVu Sans"/>
                <a:ea typeface="DejaVu Sans"/>
                <a:cs typeface="DejaVu Sans"/>
              </a:defRPr>
            </a:lvl4pPr>
            <a:lvl5pPr algn="l">
              <a:defRPr sz="1875" b="0">
                <a:solidFill>
                  <a:srgbClr val="193647"/>
                </a:solidFill>
                <a:latin typeface="DejaVu Sans"/>
                <a:ea typeface="DejaVu Sans"/>
                <a:cs typeface="DejaVu Sans"/>
              </a:defRPr>
            </a:lvl5pPr>
            <a:lvl6pPr algn="l">
              <a:defRPr sz="1875" b="0">
                <a:solidFill>
                  <a:srgbClr val="193647"/>
                </a:solidFill>
                <a:latin typeface="DejaVu Sans"/>
                <a:ea typeface="DejaVu Sans"/>
                <a:cs typeface="DejaVu Sans"/>
              </a:defRPr>
            </a:lvl6pPr>
            <a:lvl7pPr algn="l">
              <a:defRPr sz="1875" b="0">
                <a:solidFill>
                  <a:srgbClr val="193647"/>
                </a:solidFill>
                <a:latin typeface="DejaVu Sans"/>
                <a:ea typeface="DejaVu Sans"/>
                <a:cs typeface="DejaVu Sans"/>
              </a:defRPr>
            </a:lvl7pPr>
            <a:lvl8pPr algn="l">
              <a:defRPr sz="1875" b="0">
                <a:solidFill>
                  <a:srgbClr val="193647"/>
                </a:solidFill>
                <a:latin typeface="DejaVu Sans"/>
                <a:ea typeface="DejaVu Sans"/>
                <a:cs typeface="DejaVu Sans"/>
              </a:defRPr>
            </a:lvl8pPr>
            <a:lvl9pPr algn="l">
              <a:defRPr sz="1875" b="0">
                <a:solidFill>
                  <a:srgbClr val="193647"/>
                </a:solidFill>
                <a:latin typeface="DejaVu Sans"/>
                <a:ea typeface="DejaVu Sans"/>
                <a:cs typeface="DejaVu Sans"/>
              </a:defRPr>
            </a:lvl9pPr>
          </a:lstStyle>
          <a:p>
            <a:pPr algn="l">
              <a:defRPr sz="1875" b="0">
                <a:solidFill>
                  <a:srgbClr val="193647"/>
                </a:solidFill>
                <a:latin typeface="DejaVu Sans"/>
                <a:ea typeface="DejaVu Sans"/>
                <a:cs typeface="DejaVu Sans"/>
              </a:defRPr>
            </a:pPr>
            <a:r>
              <a:rPr sz="1875" b="0">
                <a:solidFill>
                  <a:srgbClr val="193647"/>
                </a:solidFill>
                <a:latin typeface="DejaVu Sans"/>
                <a:ea typeface="DejaVu Sans"/>
                <a:cs typeface="DejaVu Sans"/>
              </a:rPr>
              <a:t>A: área; P: precipitação. Outros atributos exigem justificativa física.</a:t>
            </a:r>
          </a:p>
        </p:txBody>
      </p:sp>
      <p:sp>
        <p:nvSpPr>
          <p:cNvPr id="9" name="texto">
            <a:extLst>
              <a:ext uri="{FF2B5EF4-FFF2-40B4-BE49-F238E27FC236}">
                <a16:creationId xmlns:a16="http://schemas.microsoft.com/office/drawing/2014/main" id="{F795865A-8A13-4871-9ECF-48E92C11FB7C}"/>
              </a:ext>
            </a:extLst>
          </p:cNvPr>
          <p:cNvSpPr>
            <a:spLocks noGrp="1"/>
          </p:cNvSpPr>
          <p:nvPr/>
        </p:nvSpPr>
        <p:spPr>
          <a:xfrm>
            <a:off x="609600" y="5648325"/>
            <a:ext cx="10972800" cy="409575"/>
          </a:xfrm>
          <a:prstGeom prst="rect">
            <a:avLst/>
          </a:prstGeom>
          <a:noFill/>
          <a:ln w="0">
            <a:noFill/>
            <a:prstDash val="solid"/>
          </a:ln>
        </p:spPr>
        <p:txBody>
          <a:bodyPr wrap="square" lIns="0" tIns="0" rIns="0" bIns="0" anchor="t">
            <a:noAutofit/>
          </a:bodyPr>
          <a:lstStyle>
            <a:defPPr algn="l">
              <a:defRPr sz="2100" b="1">
                <a:solidFill>
                  <a:srgbClr val="087F88"/>
                </a:solidFill>
                <a:latin typeface="DejaVu Sans"/>
                <a:ea typeface="DejaVu Sans"/>
                <a:cs typeface="DejaVu Sans"/>
              </a:defRPr>
            </a:defPPr>
            <a:lvl1pPr algn="l">
              <a:defRPr sz="2100" b="1">
                <a:solidFill>
                  <a:srgbClr val="087F88"/>
                </a:solidFill>
                <a:latin typeface="DejaVu Sans"/>
                <a:ea typeface="DejaVu Sans"/>
                <a:cs typeface="DejaVu Sans"/>
              </a:defRPr>
            </a:lvl1pPr>
            <a:lvl2pPr algn="l">
              <a:defRPr sz="2100" b="1">
                <a:solidFill>
                  <a:srgbClr val="087F88"/>
                </a:solidFill>
                <a:latin typeface="DejaVu Sans"/>
                <a:ea typeface="DejaVu Sans"/>
                <a:cs typeface="DejaVu Sans"/>
              </a:defRPr>
            </a:lvl2pPr>
            <a:lvl3pPr algn="l">
              <a:defRPr sz="2100" b="1">
                <a:solidFill>
                  <a:srgbClr val="087F88"/>
                </a:solidFill>
                <a:latin typeface="DejaVu Sans"/>
                <a:ea typeface="DejaVu Sans"/>
                <a:cs typeface="DejaVu Sans"/>
              </a:defRPr>
            </a:lvl3pPr>
            <a:lvl4pPr algn="l">
              <a:defRPr sz="2100" b="1">
                <a:solidFill>
                  <a:srgbClr val="087F88"/>
                </a:solidFill>
                <a:latin typeface="DejaVu Sans"/>
                <a:ea typeface="DejaVu Sans"/>
                <a:cs typeface="DejaVu Sans"/>
              </a:defRPr>
            </a:lvl4pPr>
            <a:lvl5pPr algn="l">
              <a:defRPr sz="2100" b="1">
                <a:solidFill>
                  <a:srgbClr val="087F88"/>
                </a:solidFill>
                <a:latin typeface="DejaVu Sans"/>
                <a:ea typeface="DejaVu Sans"/>
                <a:cs typeface="DejaVu Sans"/>
              </a:defRPr>
            </a:lvl5pPr>
            <a:lvl6pPr algn="l">
              <a:defRPr sz="2100" b="1">
                <a:solidFill>
                  <a:srgbClr val="087F88"/>
                </a:solidFill>
                <a:latin typeface="DejaVu Sans"/>
                <a:ea typeface="DejaVu Sans"/>
                <a:cs typeface="DejaVu Sans"/>
              </a:defRPr>
            </a:lvl6pPr>
            <a:lvl7pPr algn="l">
              <a:defRPr sz="2100" b="1">
                <a:solidFill>
                  <a:srgbClr val="087F88"/>
                </a:solidFill>
                <a:latin typeface="DejaVu Sans"/>
                <a:ea typeface="DejaVu Sans"/>
                <a:cs typeface="DejaVu Sans"/>
              </a:defRPr>
            </a:lvl7pPr>
            <a:lvl8pPr algn="l">
              <a:defRPr sz="2100" b="1">
                <a:solidFill>
                  <a:srgbClr val="087F88"/>
                </a:solidFill>
                <a:latin typeface="DejaVu Sans"/>
                <a:ea typeface="DejaVu Sans"/>
                <a:cs typeface="DejaVu Sans"/>
              </a:defRPr>
            </a:lvl8pPr>
            <a:lvl9pPr algn="l">
              <a:defRPr sz="2100" b="1">
                <a:solidFill>
                  <a:srgbClr val="087F88"/>
                </a:solidFill>
                <a:latin typeface="DejaVu Sans"/>
                <a:ea typeface="DejaVu Sans"/>
                <a:cs typeface="DejaVu Sans"/>
              </a:defRPr>
            </a:lvl9pPr>
          </a:lstStyle>
          <a:p>
            <a:pPr algn="l">
              <a:defRPr sz="2100" b="1">
                <a:solidFill>
                  <a:srgbClr val="087F88"/>
                </a:solidFill>
                <a:latin typeface="DejaVu Sans"/>
                <a:ea typeface="DejaVu Sans"/>
                <a:cs typeface="DejaVu Sans"/>
              </a:defRPr>
            </a:pPr>
            <a:r>
              <a:rPr sz="2100" b="1">
                <a:solidFill>
                  <a:srgbClr val="087F88"/>
                </a:solidFill>
                <a:latin typeface="DejaVu Sans"/>
                <a:ea typeface="DejaVu Sans"/>
                <a:cs typeface="DejaVu Sans"/>
              </a:rPr>
              <a:t>A resposta ajustada é μᵢ, calculada na série de cada posto.</a:t>
            </a:r>
          </a:p>
        </p:txBody>
      </p:sp>
    </p:spTree>
    <p:extLst>
      <p:ext uri="{BB962C8B-B14F-4D97-AF65-F5344CB8AC3E}">
        <p14:creationId xmlns:p14="http://schemas.microsoft.com/office/powerpoint/2010/main" val="12763934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3" name="texto">
            <a:extLst>
              <a:ext uri="{FF2B5EF4-FFF2-40B4-BE49-F238E27FC236}">
                <a16:creationId xmlns:a16="http://schemas.microsoft.com/office/drawing/2014/main" id="{110359C3-E9A0-4DF6-B000-FE3B9ACEE128}"/>
              </a:ext>
            </a:extLst>
          </p:cNvPr>
          <p:cNvSpPr>
            <a:spLocks noGrp="1"/>
          </p:cNvSpPr>
          <p:nvPr/>
        </p:nvSpPr>
        <p:spPr>
          <a:xfrm>
            <a:off x="609600" y="285750"/>
            <a:ext cx="10668000" cy="247650"/>
          </a:xfrm>
          <a:prstGeom prst="rect">
            <a:avLst/>
          </a:prstGeom>
          <a:noFill/>
          <a:ln w="0">
            <a:noFill/>
            <a:prstDash val="solid"/>
          </a:ln>
        </p:spPr>
        <p:txBody>
          <a:bodyPr wrap="square" lIns="0" tIns="0" rIns="0" bIns="0" anchor="t">
            <a:noAutofit/>
          </a:bodyPr>
          <a:lstStyle>
            <a:defPPr algn="l">
              <a:defRPr sz="1275" b="1">
                <a:solidFill>
                  <a:srgbClr val="087F88"/>
                </a:solidFill>
                <a:latin typeface="DejaVu Sans"/>
                <a:ea typeface="DejaVu Sans"/>
                <a:cs typeface="DejaVu Sans"/>
              </a:defRPr>
            </a:defPPr>
            <a:lvl1pPr algn="l">
              <a:defRPr sz="1275" b="1">
                <a:solidFill>
                  <a:srgbClr val="087F88"/>
                </a:solidFill>
                <a:latin typeface="DejaVu Sans"/>
                <a:ea typeface="DejaVu Sans"/>
                <a:cs typeface="DejaVu Sans"/>
              </a:defRPr>
            </a:lvl1pPr>
            <a:lvl2pPr algn="l">
              <a:defRPr sz="1275" b="1">
                <a:solidFill>
                  <a:srgbClr val="087F88"/>
                </a:solidFill>
                <a:latin typeface="DejaVu Sans"/>
                <a:ea typeface="DejaVu Sans"/>
                <a:cs typeface="DejaVu Sans"/>
              </a:defRPr>
            </a:lvl2pPr>
            <a:lvl3pPr algn="l">
              <a:defRPr sz="1275" b="1">
                <a:solidFill>
                  <a:srgbClr val="087F88"/>
                </a:solidFill>
                <a:latin typeface="DejaVu Sans"/>
                <a:ea typeface="DejaVu Sans"/>
                <a:cs typeface="DejaVu Sans"/>
              </a:defRPr>
            </a:lvl3pPr>
            <a:lvl4pPr algn="l">
              <a:defRPr sz="1275" b="1">
                <a:solidFill>
                  <a:srgbClr val="087F88"/>
                </a:solidFill>
                <a:latin typeface="DejaVu Sans"/>
                <a:ea typeface="DejaVu Sans"/>
                <a:cs typeface="DejaVu Sans"/>
              </a:defRPr>
            </a:lvl4pPr>
            <a:lvl5pPr algn="l">
              <a:defRPr sz="1275" b="1">
                <a:solidFill>
                  <a:srgbClr val="087F88"/>
                </a:solidFill>
                <a:latin typeface="DejaVu Sans"/>
                <a:ea typeface="DejaVu Sans"/>
                <a:cs typeface="DejaVu Sans"/>
              </a:defRPr>
            </a:lvl5pPr>
            <a:lvl6pPr algn="l">
              <a:defRPr sz="1275" b="1">
                <a:solidFill>
                  <a:srgbClr val="087F88"/>
                </a:solidFill>
                <a:latin typeface="DejaVu Sans"/>
                <a:ea typeface="DejaVu Sans"/>
                <a:cs typeface="DejaVu Sans"/>
              </a:defRPr>
            </a:lvl6pPr>
            <a:lvl7pPr algn="l">
              <a:defRPr sz="1275" b="1">
                <a:solidFill>
                  <a:srgbClr val="087F88"/>
                </a:solidFill>
                <a:latin typeface="DejaVu Sans"/>
                <a:ea typeface="DejaVu Sans"/>
                <a:cs typeface="DejaVu Sans"/>
              </a:defRPr>
            </a:lvl7pPr>
            <a:lvl8pPr algn="l">
              <a:defRPr sz="1275" b="1">
                <a:solidFill>
                  <a:srgbClr val="087F88"/>
                </a:solidFill>
                <a:latin typeface="DejaVu Sans"/>
                <a:ea typeface="DejaVu Sans"/>
                <a:cs typeface="DejaVu Sans"/>
              </a:defRPr>
            </a:lvl8pPr>
            <a:lvl9pPr algn="l">
              <a:defRPr sz="1275" b="1">
                <a:solidFill>
                  <a:srgbClr val="087F88"/>
                </a:solidFill>
                <a:latin typeface="DejaVu Sans"/>
                <a:ea typeface="DejaVu Sans"/>
                <a:cs typeface="DejaVu Sans"/>
              </a:defRPr>
            </a:lvl9pPr>
          </a:lstStyle>
          <a:p>
            <a:pPr algn="l">
              <a:defRPr sz="1275" b="1">
                <a:solidFill>
                  <a:srgbClr val="087F88"/>
                </a:solidFill>
                <a:latin typeface="DejaVu Sans"/>
                <a:ea typeface="DejaVu Sans"/>
                <a:cs typeface="DejaVu Sans"/>
              </a:defRPr>
            </a:pPr>
            <a:r>
              <a:rPr sz="1275" b="1">
                <a:solidFill>
                  <a:srgbClr val="087F88"/>
                </a:solidFill>
                <a:latin typeface="DejaVu Sans"/>
                <a:ea typeface="DejaVu Sans"/>
                <a:cs typeface="DejaVu Sans"/>
              </a:rPr>
              <a:t>MÁXIMAS · AJUSTE DO ÍNDICE</a:t>
            </a:r>
          </a:p>
        </p:txBody>
      </p:sp>
      <p:sp>
        <p:nvSpPr>
          <p:cNvPr id="2" name="texto">
            <a:extLst>
              <a:ext uri="{FF2B5EF4-FFF2-40B4-BE49-F238E27FC236}">
                <a16:creationId xmlns:a16="http://schemas.microsoft.com/office/drawing/2014/main" id="{D3829843-5BDA-4D6E-943C-641CA939BFF1}"/>
              </a:ext>
            </a:extLst>
          </p:cNvPr>
          <p:cNvSpPr>
            <a:spLocks noGrp="1"/>
          </p:cNvSpPr>
          <p:nvPr/>
        </p:nvSpPr>
        <p:spPr>
          <a:xfrm>
            <a:off x="609600" y="685800"/>
            <a:ext cx="10972800" cy="1028700"/>
          </a:xfrm>
          <a:prstGeom prst="rect">
            <a:avLst/>
          </a:prstGeom>
          <a:noFill/>
          <a:ln w="0">
            <a:noFill/>
            <a:prstDash val="solid"/>
          </a:ln>
        </p:spPr>
        <p:txBody>
          <a:bodyPr wrap="square" lIns="0" tIns="0" rIns="0" bIns="0" anchor="t">
            <a:noAutofit/>
          </a:bodyPr>
          <a:lstStyle>
            <a:defPPr algn="l">
              <a:defRPr sz="3225" b="1">
                <a:solidFill>
                  <a:srgbClr val="123247"/>
                </a:solidFill>
                <a:latin typeface="DejaVu Sans"/>
                <a:ea typeface="DejaVu Sans"/>
                <a:cs typeface="DejaVu Sans"/>
              </a:defRPr>
            </a:defPPr>
            <a:lvl1pPr algn="l">
              <a:defRPr sz="3225" b="1">
                <a:solidFill>
                  <a:srgbClr val="123247"/>
                </a:solidFill>
                <a:latin typeface="DejaVu Sans"/>
                <a:ea typeface="DejaVu Sans"/>
                <a:cs typeface="DejaVu Sans"/>
              </a:defRPr>
            </a:lvl1pPr>
            <a:lvl2pPr algn="l">
              <a:defRPr sz="3225" b="1">
                <a:solidFill>
                  <a:srgbClr val="123247"/>
                </a:solidFill>
                <a:latin typeface="DejaVu Sans"/>
                <a:ea typeface="DejaVu Sans"/>
                <a:cs typeface="DejaVu Sans"/>
              </a:defRPr>
            </a:lvl2pPr>
            <a:lvl3pPr algn="l">
              <a:defRPr sz="3225" b="1">
                <a:solidFill>
                  <a:srgbClr val="123247"/>
                </a:solidFill>
                <a:latin typeface="DejaVu Sans"/>
                <a:ea typeface="DejaVu Sans"/>
                <a:cs typeface="DejaVu Sans"/>
              </a:defRPr>
            </a:lvl3pPr>
            <a:lvl4pPr algn="l">
              <a:defRPr sz="3225" b="1">
                <a:solidFill>
                  <a:srgbClr val="123247"/>
                </a:solidFill>
                <a:latin typeface="DejaVu Sans"/>
                <a:ea typeface="DejaVu Sans"/>
                <a:cs typeface="DejaVu Sans"/>
              </a:defRPr>
            </a:lvl4pPr>
            <a:lvl5pPr algn="l">
              <a:defRPr sz="3225" b="1">
                <a:solidFill>
                  <a:srgbClr val="123247"/>
                </a:solidFill>
                <a:latin typeface="DejaVu Sans"/>
                <a:ea typeface="DejaVu Sans"/>
                <a:cs typeface="DejaVu Sans"/>
              </a:defRPr>
            </a:lvl5pPr>
            <a:lvl6pPr algn="l">
              <a:defRPr sz="3225" b="1">
                <a:solidFill>
                  <a:srgbClr val="123247"/>
                </a:solidFill>
                <a:latin typeface="DejaVu Sans"/>
                <a:ea typeface="DejaVu Sans"/>
                <a:cs typeface="DejaVu Sans"/>
              </a:defRPr>
            </a:lvl6pPr>
            <a:lvl7pPr algn="l">
              <a:defRPr sz="3225" b="1">
                <a:solidFill>
                  <a:srgbClr val="123247"/>
                </a:solidFill>
                <a:latin typeface="DejaVu Sans"/>
                <a:ea typeface="DejaVu Sans"/>
                <a:cs typeface="DejaVu Sans"/>
              </a:defRPr>
            </a:lvl7pPr>
            <a:lvl8pPr algn="l">
              <a:defRPr sz="3225" b="1">
                <a:solidFill>
                  <a:srgbClr val="123247"/>
                </a:solidFill>
                <a:latin typeface="DejaVu Sans"/>
                <a:ea typeface="DejaVu Sans"/>
                <a:cs typeface="DejaVu Sans"/>
              </a:defRPr>
            </a:lvl8pPr>
            <a:lvl9pPr algn="l">
              <a:defRPr sz="3225" b="1">
                <a:solidFill>
                  <a:srgbClr val="123247"/>
                </a:solidFill>
                <a:latin typeface="DejaVu Sans"/>
                <a:ea typeface="DejaVu Sans"/>
                <a:cs typeface="DejaVu Sans"/>
              </a:defRPr>
            </a:lvl9pPr>
          </a:lstStyle>
          <a:p>
            <a:pPr algn="l">
              <a:defRPr sz="3225" b="1">
                <a:solidFill>
                  <a:srgbClr val="123247"/>
                </a:solidFill>
                <a:latin typeface="DejaVu Sans"/>
                <a:ea typeface="DejaVu Sans"/>
                <a:cs typeface="DejaVu Sans"/>
              </a:defRPr>
            </a:pPr>
            <a:r>
              <a:rPr sz="3225" b="1">
                <a:solidFill>
                  <a:srgbClr val="123247"/>
                </a:solidFill>
                <a:latin typeface="DejaVu Sans"/>
                <a:ea typeface="DejaVu Sans"/>
                <a:cs typeface="DejaVu Sans"/>
              </a:rPr>
              <a:t>Exemplo: da regressão simples à múltipla</a:t>
            </a:r>
          </a:p>
        </p:txBody>
      </p:sp>
      <p:sp>
        <p:nvSpPr>
          <p:cNvPr id="3" name="texto">
            <a:extLst>
              <a:ext uri="{FF2B5EF4-FFF2-40B4-BE49-F238E27FC236}">
                <a16:creationId xmlns:a16="http://schemas.microsoft.com/office/drawing/2014/main" id="{D3BF8E4B-ECEE-40BA-9A7F-414568A15447}"/>
              </a:ext>
            </a:extLst>
          </p:cNvPr>
          <p:cNvSpPr>
            <a:spLocks noGrp="1"/>
          </p:cNvSpPr>
          <p:nvPr/>
        </p:nvSpPr>
        <p:spPr>
          <a:xfrm>
            <a:off x="609600" y="6096000"/>
            <a:ext cx="10763250" cy="228600"/>
          </a:xfrm>
          <a:prstGeom prst="rect">
            <a:avLst/>
          </a:prstGeom>
          <a:noFill/>
          <a:ln w="0">
            <a:noFill/>
            <a:prstDash val="solid"/>
          </a:ln>
        </p:spPr>
        <p:txBody>
          <a:bodyPr wrap="square" lIns="0" tIns="0" rIns="0" bIns="0" anchor="t">
            <a:noAutofit/>
          </a:bodyPr>
          <a:lstStyle>
            <a:defPPr algn="l">
              <a:defRPr sz="1050" b="0">
                <a:solidFill>
                  <a:srgbClr val="526873"/>
                </a:solidFill>
                <a:latin typeface="DejaVu Sans"/>
                <a:ea typeface="DejaVu Sans"/>
                <a:cs typeface="DejaVu Sans"/>
              </a:defRPr>
            </a:defPPr>
            <a:lvl1pPr algn="l">
              <a:defRPr sz="1050" b="0">
                <a:solidFill>
                  <a:srgbClr val="526873"/>
                </a:solidFill>
                <a:latin typeface="DejaVu Sans"/>
                <a:ea typeface="DejaVu Sans"/>
                <a:cs typeface="DejaVu Sans"/>
              </a:defRPr>
            </a:lvl1pPr>
            <a:lvl2pPr algn="l">
              <a:defRPr sz="1050" b="0">
                <a:solidFill>
                  <a:srgbClr val="526873"/>
                </a:solidFill>
                <a:latin typeface="DejaVu Sans"/>
                <a:ea typeface="DejaVu Sans"/>
                <a:cs typeface="DejaVu Sans"/>
              </a:defRPr>
            </a:lvl2pPr>
            <a:lvl3pPr algn="l">
              <a:defRPr sz="1050" b="0">
                <a:solidFill>
                  <a:srgbClr val="526873"/>
                </a:solidFill>
                <a:latin typeface="DejaVu Sans"/>
                <a:ea typeface="DejaVu Sans"/>
                <a:cs typeface="DejaVu Sans"/>
              </a:defRPr>
            </a:lvl3pPr>
            <a:lvl4pPr algn="l">
              <a:defRPr sz="1050" b="0">
                <a:solidFill>
                  <a:srgbClr val="526873"/>
                </a:solidFill>
                <a:latin typeface="DejaVu Sans"/>
                <a:ea typeface="DejaVu Sans"/>
                <a:cs typeface="DejaVu Sans"/>
              </a:defRPr>
            </a:lvl4pPr>
            <a:lvl5pPr algn="l">
              <a:defRPr sz="1050" b="0">
                <a:solidFill>
                  <a:srgbClr val="526873"/>
                </a:solidFill>
                <a:latin typeface="DejaVu Sans"/>
                <a:ea typeface="DejaVu Sans"/>
                <a:cs typeface="DejaVu Sans"/>
              </a:defRPr>
            </a:lvl5pPr>
            <a:lvl6pPr algn="l">
              <a:defRPr sz="1050" b="0">
                <a:solidFill>
                  <a:srgbClr val="526873"/>
                </a:solidFill>
                <a:latin typeface="DejaVu Sans"/>
                <a:ea typeface="DejaVu Sans"/>
                <a:cs typeface="DejaVu Sans"/>
              </a:defRPr>
            </a:lvl6pPr>
            <a:lvl7pPr algn="l">
              <a:defRPr sz="1050" b="0">
                <a:solidFill>
                  <a:srgbClr val="526873"/>
                </a:solidFill>
                <a:latin typeface="DejaVu Sans"/>
                <a:ea typeface="DejaVu Sans"/>
                <a:cs typeface="DejaVu Sans"/>
              </a:defRPr>
            </a:lvl7pPr>
            <a:lvl8pPr algn="l">
              <a:defRPr sz="1050" b="0">
                <a:solidFill>
                  <a:srgbClr val="526873"/>
                </a:solidFill>
                <a:latin typeface="DejaVu Sans"/>
                <a:ea typeface="DejaVu Sans"/>
                <a:cs typeface="DejaVu Sans"/>
              </a:defRPr>
            </a:lvl8pPr>
            <a:lvl9pPr algn="l">
              <a:defRPr sz="1050" b="0">
                <a:solidFill>
                  <a:srgbClr val="526873"/>
                </a:solidFill>
                <a:latin typeface="DejaVu Sans"/>
                <a:ea typeface="DejaVu Sans"/>
                <a:cs typeface="DejaVu Sans"/>
              </a:defRPr>
            </a:lvl9pPr>
          </a:lstStyle>
          <a:p>
            <a:pPr algn="l">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EXEMPLO SINTÉTICO · elaboração didática · 24 bacias; métricas em ajuste, sem validação espacial.</a:t>
            </a:r>
          </a:p>
        </p:txBody>
      </p:sp>
      <p:sp>
        <p:nvSpPr>
          <p:cNvPr id="4" name="Straight Connector 3">
            <a:extLst>
              <a:ext uri="{FF2B5EF4-FFF2-40B4-BE49-F238E27FC236}">
                <a16:creationId xmlns:a16="http://schemas.microsoft.com/office/drawing/2014/main" id="{2931BF48-0611-4196-BE72-3FE2581EB7E1}"/>
              </a:ext>
            </a:extLst>
          </p:cNvPr>
          <p:cNvSpPr>
            <a:spLocks noGrp="1"/>
          </p:cNvSpPr>
          <p:nvPr/>
        </p:nvSpPr>
        <p:spPr>
          <a:xfrm>
            <a:off x="609600" y="6438900"/>
            <a:ext cx="10972800" cy="0"/>
          </a:xfrm>
          <a:prstGeom prst="line">
            <a:avLst/>
          </a:prstGeom>
          <a:noFill/>
          <a:ln w="9525">
            <a:solidFill>
              <a:srgbClr val="DCE3E3"/>
            </a:solidFill>
            <a:prstDash val="solid"/>
          </a:ln>
        </p:spPr>
        <p:txBody>
          <a:bodyPr/>
          <a:lstStyle/>
          <a:p>
            <a:endParaRPr lang="en-GB"/>
          </a:p>
        </p:txBody>
      </p:sp>
      <p:sp>
        <p:nvSpPr>
          <p:cNvPr id="5" name="texto">
            <a:extLst>
              <a:ext uri="{FF2B5EF4-FFF2-40B4-BE49-F238E27FC236}">
                <a16:creationId xmlns:a16="http://schemas.microsoft.com/office/drawing/2014/main" id="{F2A19722-7205-45D7-8795-541CFFF23232}"/>
              </a:ext>
            </a:extLst>
          </p:cNvPr>
          <p:cNvSpPr>
            <a:spLocks noGrp="1"/>
          </p:cNvSpPr>
          <p:nvPr/>
        </p:nvSpPr>
        <p:spPr>
          <a:xfrm>
            <a:off x="609600" y="6543675"/>
            <a:ext cx="8572500" cy="190500"/>
          </a:xfrm>
          <a:prstGeom prst="rect">
            <a:avLst/>
          </a:prstGeom>
          <a:noFill/>
          <a:ln w="0">
            <a:noFill/>
            <a:prstDash val="solid"/>
          </a:ln>
        </p:spPr>
        <p:txBody>
          <a:bodyPr wrap="square" lIns="0" tIns="0" rIns="0" bIns="0" anchor="t">
            <a:noAutofit/>
          </a:bodyPr>
          <a:lstStyle>
            <a:defPPr algn="l">
              <a:defRPr sz="975" b="0">
                <a:solidFill>
                  <a:srgbClr val="526873"/>
                </a:solidFill>
                <a:latin typeface="DejaVu Sans"/>
                <a:ea typeface="DejaVu Sans"/>
                <a:cs typeface="DejaVu Sans"/>
              </a:defRPr>
            </a:defPPr>
            <a:lvl1pPr algn="l">
              <a:defRPr sz="975" b="0">
                <a:solidFill>
                  <a:srgbClr val="526873"/>
                </a:solidFill>
                <a:latin typeface="DejaVu Sans"/>
                <a:ea typeface="DejaVu Sans"/>
                <a:cs typeface="DejaVu Sans"/>
              </a:defRPr>
            </a:lvl1pPr>
            <a:lvl2pPr algn="l">
              <a:defRPr sz="975" b="0">
                <a:solidFill>
                  <a:srgbClr val="526873"/>
                </a:solidFill>
                <a:latin typeface="DejaVu Sans"/>
                <a:ea typeface="DejaVu Sans"/>
                <a:cs typeface="DejaVu Sans"/>
              </a:defRPr>
            </a:lvl2pPr>
            <a:lvl3pPr algn="l">
              <a:defRPr sz="975" b="0">
                <a:solidFill>
                  <a:srgbClr val="526873"/>
                </a:solidFill>
                <a:latin typeface="DejaVu Sans"/>
                <a:ea typeface="DejaVu Sans"/>
                <a:cs typeface="DejaVu Sans"/>
              </a:defRPr>
            </a:lvl3pPr>
            <a:lvl4pPr algn="l">
              <a:defRPr sz="975" b="0">
                <a:solidFill>
                  <a:srgbClr val="526873"/>
                </a:solidFill>
                <a:latin typeface="DejaVu Sans"/>
                <a:ea typeface="DejaVu Sans"/>
                <a:cs typeface="DejaVu Sans"/>
              </a:defRPr>
            </a:lvl4pPr>
            <a:lvl5pPr algn="l">
              <a:defRPr sz="975" b="0">
                <a:solidFill>
                  <a:srgbClr val="526873"/>
                </a:solidFill>
                <a:latin typeface="DejaVu Sans"/>
                <a:ea typeface="DejaVu Sans"/>
                <a:cs typeface="DejaVu Sans"/>
              </a:defRPr>
            </a:lvl5pPr>
            <a:lvl6pPr algn="l">
              <a:defRPr sz="975" b="0">
                <a:solidFill>
                  <a:srgbClr val="526873"/>
                </a:solidFill>
                <a:latin typeface="DejaVu Sans"/>
                <a:ea typeface="DejaVu Sans"/>
                <a:cs typeface="DejaVu Sans"/>
              </a:defRPr>
            </a:lvl6pPr>
            <a:lvl7pPr algn="l">
              <a:defRPr sz="975" b="0">
                <a:solidFill>
                  <a:srgbClr val="526873"/>
                </a:solidFill>
                <a:latin typeface="DejaVu Sans"/>
                <a:ea typeface="DejaVu Sans"/>
                <a:cs typeface="DejaVu Sans"/>
              </a:defRPr>
            </a:lvl7pPr>
            <a:lvl8pPr algn="l">
              <a:defRPr sz="975" b="0">
                <a:solidFill>
                  <a:srgbClr val="526873"/>
                </a:solidFill>
                <a:latin typeface="DejaVu Sans"/>
                <a:ea typeface="DejaVu Sans"/>
                <a:cs typeface="DejaVu Sans"/>
              </a:defRPr>
            </a:lvl8pPr>
            <a:lvl9pPr algn="l">
              <a:defRPr sz="975" b="0">
                <a:solidFill>
                  <a:srgbClr val="526873"/>
                </a:solidFill>
                <a:latin typeface="DejaVu Sans"/>
                <a:ea typeface="DejaVu Sans"/>
                <a:cs typeface="DejaVu Sans"/>
              </a:defRPr>
            </a:lvl9pPr>
          </a:lstStyle>
          <a:p>
            <a:pPr algn="l">
              <a:defRPr sz="975" b="0">
                <a:solidFill>
                  <a:srgbClr val="526873"/>
                </a:solidFill>
                <a:latin typeface="DejaVu Sans"/>
                <a:ea typeface="DejaVu Sans"/>
                <a:cs typeface="DejaVu Sans"/>
              </a:defRPr>
            </a:pPr>
            <a:r>
              <a:rPr sz="975" b="0">
                <a:solidFill>
                  <a:srgbClr val="526873"/>
                </a:solidFill>
                <a:latin typeface="DejaVu Sans"/>
                <a:ea typeface="DejaVu Sans"/>
                <a:cs typeface="DejaVu Sans"/>
              </a:rPr>
              <a:t>REGIONALIZAÇÃO DE VAZÕES</a:t>
            </a:r>
          </a:p>
        </p:txBody>
      </p:sp>
      <p:sp>
        <p:nvSpPr>
          <p:cNvPr id="6" name="texto">
            <a:extLst>
              <a:ext uri="{FF2B5EF4-FFF2-40B4-BE49-F238E27FC236}">
                <a16:creationId xmlns:a16="http://schemas.microsoft.com/office/drawing/2014/main" id="{F06294F7-3987-4A2A-A822-F43485F6377C}"/>
              </a:ext>
            </a:extLst>
          </p:cNvPr>
          <p:cNvSpPr>
            <a:spLocks noGrp="1"/>
          </p:cNvSpPr>
          <p:nvPr/>
        </p:nvSpPr>
        <p:spPr>
          <a:xfrm>
            <a:off x="10620375" y="6534150"/>
            <a:ext cx="962025" cy="209550"/>
          </a:xfrm>
          <a:prstGeom prst="rect">
            <a:avLst/>
          </a:prstGeom>
          <a:noFill/>
          <a:ln w="0">
            <a:noFill/>
            <a:prstDash val="solid"/>
          </a:ln>
        </p:spPr>
        <p:txBody>
          <a:bodyPr wrap="square" lIns="0" tIns="0" rIns="0" bIns="0" anchor="t">
            <a:noAutofit/>
          </a:bodyPr>
          <a:lstStyle>
            <a:defPPr algn="r">
              <a:defRPr sz="1050" b="0">
                <a:solidFill>
                  <a:srgbClr val="526873"/>
                </a:solidFill>
                <a:latin typeface="DejaVu Sans"/>
                <a:ea typeface="DejaVu Sans"/>
                <a:cs typeface="DejaVu Sans"/>
              </a:defRPr>
            </a:defPPr>
            <a:lvl1pPr algn="r">
              <a:defRPr sz="1050" b="0">
                <a:solidFill>
                  <a:srgbClr val="526873"/>
                </a:solidFill>
                <a:latin typeface="DejaVu Sans"/>
                <a:ea typeface="DejaVu Sans"/>
                <a:cs typeface="DejaVu Sans"/>
              </a:defRPr>
            </a:lvl1pPr>
            <a:lvl2pPr algn="r">
              <a:defRPr sz="1050" b="0">
                <a:solidFill>
                  <a:srgbClr val="526873"/>
                </a:solidFill>
                <a:latin typeface="DejaVu Sans"/>
                <a:ea typeface="DejaVu Sans"/>
                <a:cs typeface="DejaVu Sans"/>
              </a:defRPr>
            </a:lvl2pPr>
            <a:lvl3pPr algn="r">
              <a:defRPr sz="1050" b="0">
                <a:solidFill>
                  <a:srgbClr val="526873"/>
                </a:solidFill>
                <a:latin typeface="DejaVu Sans"/>
                <a:ea typeface="DejaVu Sans"/>
                <a:cs typeface="DejaVu Sans"/>
              </a:defRPr>
            </a:lvl3pPr>
            <a:lvl4pPr algn="r">
              <a:defRPr sz="1050" b="0">
                <a:solidFill>
                  <a:srgbClr val="526873"/>
                </a:solidFill>
                <a:latin typeface="DejaVu Sans"/>
                <a:ea typeface="DejaVu Sans"/>
                <a:cs typeface="DejaVu Sans"/>
              </a:defRPr>
            </a:lvl4pPr>
            <a:lvl5pPr algn="r">
              <a:defRPr sz="1050" b="0">
                <a:solidFill>
                  <a:srgbClr val="526873"/>
                </a:solidFill>
                <a:latin typeface="DejaVu Sans"/>
                <a:ea typeface="DejaVu Sans"/>
                <a:cs typeface="DejaVu Sans"/>
              </a:defRPr>
            </a:lvl5pPr>
            <a:lvl6pPr algn="r">
              <a:defRPr sz="1050" b="0">
                <a:solidFill>
                  <a:srgbClr val="526873"/>
                </a:solidFill>
                <a:latin typeface="DejaVu Sans"/>
                <a:ea typeface="DejaVu Sans"/>
                <a:cs typeface="DejaVu Sans"/>
              </a:defRPr>
            </a:lvl6pPr>
            <a:lvl7pPr algn="r">
              <a:defRPr sz="1050" b="0">
                <a:solidFill>
                  <a:srgbClr val="526873"/>
                </a:solidFill>
                <a:latin typeface="DejaVu Sans"/>
                <a:ea typeface="DejaVu Sans"/>
                <a:cs typeface="DejaVu Sans"/>
              </a:defRPr>
            </a:lvl7pPr>
            <a:lvl8pPr algn="r">
              <a:defRPr sz="1050" b="0">
                <a:solidFill>
                  <a:srgbClr val="526873"/>
                </a:solidFill>
                <a:latin typeface="DejaVu Sans"/>
                <a:ea typeface="DejaVu Sans"/>
                <a:cs typeface="DejaVu Sans"/>
              </a:defRPr>
            </a:lvl8pPr>
            <a:lvl9pPr algn="r">
              <a:defRPr sz="1050" b="0">
                <a:solidFill>
                  <a:srgbClr val="526873"/>
                </a:solidFill>
                <a:latin typeface="DejaVu Sans"/>
                <a:ea typeface="DejaVu Sans"/>
                <a:cs typeface="DejaVu Sans"/>
              </a:defRPr>
            </a:lvl9pPr>
          </a:lstStyle>
          <a:p>
            <a:pPr algn="r">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23 / 38</a:t>
            </a:r>
          </a:p>
        </p:txBody>
      </p:sp>
      <p:sp>
        <p:nvSpPr>
          <p:cNvPr id="7" name="texto">
            <a:extLst>
              <a:ext uri="{FF2B5EF4-FFF2-40B4-BE49-F238E27FC236}">
                <a16:creationId xmlns:a16="http://schemas.microsoft.com/office/drawing/2014/main" id="{C965B09A-033A-4B71-81E8-76B9D30799FE}"/>
              </a:ext>
            </a:extLst>
          </p:cNvPr>
          <p:cNvSpPr>
            <a:spLocks noGrp="1"/>
          </p:cNvSpPr>
          <p:nvPr/>
        </p:nvSpPr>
        <p:spPr>
          <a:xfrm>
            <a:off x="809625" y="1714500"/>
            <a:ext cx="5143500" cy="409575"/>
          </a:xfrm>
          <a:prstGeom prst="rect">
            <a:avLst/>
          </a:prstGeom>
          <a:noFill/>
          <a:ln w="0">
            <a:noFill/>
            <a:prstDash val="solid"/>
          </a:ln>
        </p:spPr>
        <p:txBody>
          <a:bodyPr wrap="square" lIns="0" tIns="0" rIns="0" bIns="0" anchor="t">
            <a:noAutofit/>
          </a:bodyPr>
          <a:lstStyle>
            <a:defPPr algn="l">
              <a:defRPr sz="2100" b="1">
                <a:solidFill>
                  <a:srgbClr val="123247"/>
                </a:solidFill>
                <a:latin typeface="DejaVu Sans"/>
                <a:ea typeface="DejaVu Sans"/>
                <a:cs typeface="DejaVu Sans"/>
              </a:defRPr>
            </a:defPPr>
            <a:lvl1pPr algn="l">
              <a:defRPr sz="2100" b="1">
                <a:solidFill>
                  <a:srgbClr val="123247"/>
                </a:solidFill>
                <a:latin typeface="DejaVu Sans"/>
                <a:ea typeface="DejaVu Sans"/>
                <a:cs typeface="DejaVu Sans"/>
              </a:defRPr>
            </a:lvl1pPr>
            <a:lvl2pPr algn="l">
              <a:defRPr sz="2100" b="1">
                <a:solidFill>
                  <a:srgbClr val="123247"/>
                </a:solidFill>
                <a:latin typeface="DejaVu Sans"/>
                <a:ea typeface="DejaVu Sans"/>
                <a:cs typeface="DejaVu Sans"/>
              </a:defRPr>
            </a:lvl2pPr>
            <a:lvl3pPr algn="l">
              <a:defRPr sz="2100" b="1">
                <a:solidFill>
                  <a:srgbClr val="123247"/>
                </a:solidFill>
                <a:latin typeface="DejaVu Sans"/>
                <a:ea typeface="DejaVu Sans"/>
                <a:cs typeface="DejaVu Sans"/>
              </a:defRPr>
            </a:lvl3pPr>
            <a:lvl4pPr algn="l">
              <a:defRPr sz="2100" b="1">
                <a:solidFill>
                  <a:srgbClr val="123247"/>
                </a:solidFill>
                <a:latin typeface="DejaVu Sans"/>
                <a:ea typeface="DejaVu Sans"/>
                <a:cs typeface="DejaVu Sans"/>
              </a:defRPr>
            </a:lvl4pPr>
            <a:lvl5pPr algn="l">
              <a:defRPr sz="2100" b="1">
                <a:solidFill>
                  <a:srgbClr val="123247"/>
                </a:solidFill>
                <a:latin typeface="DejaVu Sans"/>
                <a:ea typeface="DejaVu Sans"/>
                <a:cs typeface="DejaVu Sans"/>
              </a:defRPr>
            </a:lvl5pPr>
            <a:lvl6pPr algn="l">
              <a:defRPr sz="2100" b="1">
                <a:solidFill>
                  <a:srgbClr val="123247"/>
                </a:solidFill>
                <a:latin typeface="DejaVu Sans"/>
                <a:ea typeface="DejaVu Sans"/>
                <a:cs typeface="DejaVu Sans"/>
              </a:defRPr>
            </a:lvl6pPr>
            <a:lvl7pPr algn="l">
              <a:defRPr sz="2100" b="1">
                <a:solidFill>
                  <a:srgbClr val="123247"/>
                </a:solidFill>
                <a:latin typeface="DejaVu Sans"/>
                <a:ea typeface="DejaVu Sans"/>
                <a:cs typeface="DejaVu Sans"/>
              </a:defRPr>
            </a:lvl7pPr>
            <a:lvl8pPr algn="l">
              <a:defRPr sz="2100" b="1">
                <a:solidFill>
                  <a:srgbClr val="123247"/>
                </a:solidFill>
                <a:latin typeface="DejaVu Sans"/>
                <a:ea typeface="DejaVu Sans"/>
                <a:cs typeface="DejaVu Sans"/>
              </a:defRPr>
            </a:lvl8pPr>
            <a:lvl9pPr algn="l">
              <a:defRPr sz="2100" b="1">
                <a:solidFill>
                  <a:srgbClr val="123247"/>
                </a:solidFill>
                <a:latin typeface="DejaVu Sans"/>
                <a:ea typeface="DejaVu Sans"/>
                <a:cs typeface="DejaVu Sans"/>
              </a:defRPr>
            </a:lvl9pPr>
          </a:lstStyle>
          <a:p>
            <a:pPr algn="l">
              <a:defRPr sz="2100" b="1">
                <a:solidFill>
                  <a:srgbClr val="123247"/>
                </a:solidFill>
                <a:latin typeface="DejaVu Sans"/>
                <a:ea typeface="DejaVu Sans"/>
                <a:cs typeface="DejaVu Sans"/>
              </a:defRPr>
            </a:pPr>
            <a:r>
              <a:rPr sz="2100" b="1">
                <a:solidFill>
                  <a:srgbClr val="123247"/>
                </a:solidFill>
                <a:latin typeface="DejaVu Sans"/>
                <a:ea typeface="DejaVu Sans"/>
                <a:cs typeface="DejaVu Sans"/>
              </a:rPr>
              <a:t>Simples: μ em função da área</a:t>
            </a:r>
          </a:p>
        </p:txBody>
      </p:sp>
      <p:sp>
        <p:nvSpPr>
          <p:cNvPr id="8" name="texto">
            <a:extLst>
              <a:ext uri="{FF2B5EF4-FFF2-40B4-BE49-F238E27FC236}">
                <a16:creationId xmlns:a16="http://schemas.microsoft.com/office/drawing/2014/main" id="{BEC4F7CC-7C63-45C2-8823-EDBB7D32E031}"/>
              </a:ext>
            </a:extLst>
          </p:cNvPr>
          <p:cNvSpPr>
            <a:spLocks noGrp="1"/>
          </p:cNvSpPr>
          <p:nvPr/>
        </p:nvSpPr>
        <p:spPr>
          <a:xfrm>
            <a:off x="6515100" y="1714500"/>
            <a:ext cx="5067300" cy="409575"/>
          </a:xfrm>
          <a:prstGeom prst="rect">
            <a:avLst/>
          </a:prstGeom>
          <a:noFill/>
          <a:ln w="0">
            <a:noFill/>
            <a:prstDash val="solid"/>
          </a:ln>
        </p:spPr>
        <p:txBody>
          <a:bodyPr wrap="square" lIns="0" tIns="0" rIns="0" bIns="0" anchor="t">
            <a:noAutofit/>
          </a:bodyPr>
          <a:lstStyle>
            <a:defPPr algn="l">
              <a:defRPr sz="2100" b="1">
                <a:solidFill>
                  <a:srgbClr val="123247"/>
                </a:solidFill>
                <a:latin typeface="DejaVu Sans"/>
                <a:ea typeface="DejaVu Sans"/>
                <a:cs typeface="DejaVu Sans"/>
              </a:defRPr>
            </a:defPPr>
            <a:lvl1pPr algn="l">
              <a:defRPr sz="2100" b="1">
                <a:solidFill>
                  <a:srgbClr val="123247"/>
                </a:solidFill>
                <a:latin typeface="DejaVu Sans"/>
                <a:ea typeface="DejaVu Sans"/>
                <a:cs typeface="DejaVu Sans"/>
              </a:defRPr>
            </a:lvl1pPr>
            <a:lvl2pPr algn="l">
              <a:defRPr sz="2100" b="1">
                <a:solidFill>
                  <a:srgbClr val="123247"/>
                </a:solidFill>
                <a:latin typeface="DejaVu Sans"/>
                <a:ea typeface="DejaVu Sans"/>
                <a:cs typeface="DejaVu Sans"/>
              </a:defRPr>
            </a:lvl2pPr>
            <a:lvl3pPr algn="l">
              <a:defRPr sz="2100" b="1">
                <a:solidFill>
                  <a:srgbClr val="123247"/>
                </a:solidFill>
                <a:latin typeface="DejaVu Sans"/>
                <a:ea typeface="DejaVu Sans"/>
                <a:cs typeface="DejaVu Sans"/>
              </a:defRPr>
            </a:lvl3pPr>
            <a:lvl4pPr algn="l">
              <a:defRPr sz="2100" b="1">
                <a:solidFill>
                  <a:srgbClr val="123247"/>
                </a:solidFill>
                <a:latin typeface="DejaVu Sans"/>
                <a:ea typeface="DejaVu Sans"/>
                <a:cs typeface="DejaVu Sans"/>
              </a:defRPr>
            </a:lvl4pPr>
            <a:lvl5pPr algn="l">
              <a:defRPr sz="2100" b="1">
                <a:solidFill>
                  <a:srgbClr val="123247"/>
                </a:solidFill>
                <a:latin typeface="DejaVu Sans"/>
                <a:ea typeface="DejaVu Sans"/>
                <a:cs typeface="DejaVu Sans"/>
              </a:defRPr>
            </a:lvl5pPr>
            <a:lvl6pPr algn="l">
              <a:defRPr sz="2100" b="1">
                <a:solidFill>
                  <a:srgbClr val="123247"/>
                </a:solidFill>
                <a:latin typeface="DejaVu Sans"/>
                <a:ea typeface="DejaVu Sans"/>
                <a:cs typeface="DejaVu Sans"/>
              </a:defRPr>
            </a:lvl6pPr>
            <a:lvl7pPr algn="l">
              <a:defRPr sz="2100" b="1">
                <a:solidFill>
                  <a:srgbClr val="123247"/>
                </a:solidFill>
                <a:latin typeface="DejaVu Sans"/>
                <a:ea typeface="DejaVu Sans"/>
                <a:cs typeface="DejaVu Sans"/>
              </a:defRPr>
            </a:lvl7pPr>
            <a:lvl8pPr algn="l">
              <a:defRPr sz="2100" b="1">
                <a:solidFill>
                  <a:srgbClr val="123247"/>
                </a:solidFill>
                <a:latin typeface="DejaVu Sans"/>
                <a:ea typeface="DejaVu Sans"/>
                <a:cs typeface="DejaVu Sans"/>
              </a:defRPr>
            </a:lvl8pPr>
            <a:lvl9pPr algn="l">
              <a:defRPr sz="2100" b="1">
                <a:solidFill>
                  <a:srgbClr val="123247"/>
                </a:solidFill>
                <a:latin typeface="DejaVu Sans"/>
                <a:ea typeface="DejaVu Sans"/>
                <a:cs typeface="DejaVu Sans"/>
              </a:defRPr>
            </a:lvl9pPr>
          </a:lstStyle>
          <a:p>
            <a:pPr algn="l">
              <a:defRPr sz="2100" b="1">
                <a:solidFill>
                  <a:srgbClr val="123247"/>
                </a:solidFill>
                <a:latin typeface="DejaVu Sans"/>
                <a:ea typeface="DejaVu Sans"/>
                <a:cs typeface="DejaVu Sans"/>
              </a:defRPr>
            </a:pPr>
            <a:r>
              <a:rPr sz="2100" b="1">
                <a:solidFill>
                  <a:srgbClr val="123247"/>
                </a:solidFill>
                <a:latin typeface="DejaVu Sans"/>
                <a:ea typeface="DejaVu Sans"/>
                <a:cs typeface="DejaVu Sans"/>
              </a:rPr>
              <a:t>Múltipla: área + precipitação</a:t>
            </a:r>
          </a:p>
        </p:txBody>
      </p:sp>
      <p:graphicFrame>
        <p:nvGraphicFramePr>
          <p:cNvPr id="9" name="Chart">
            <a:extLst>
              <a:ext uri="{FF2B5EF4-FFF2-40B4-BE49-F238E27FC236}">
                <a16:creationId xmlns:a16="http://schemas.microsoft.com/office/drawing/2014/main" id="{E9D7DA4F-E0D2-4767-99ED-3624D6A14E1A}"/>
              </a:ext>
            </a:extLst>
          </p:cNvPr>
          <p:cNvGraphicFramePr/>
          <p:nvPr/>
        </p:nvGraphicFramePr>
        <p:xfrm>
          <a:off x="609600" y="2190750"/>
          <a:ext cx="5219700" cy="292417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Chart">
            <a:extLst>
              <a:ext uri="{FF2B5EF4-FFF2-40B4-BE49-F238E27FC236}">
                <a16:creationId xmlns:a16="http://schemas.microsoft.com/office/drawing/2014/main" id="{7181E187-6CDE-4D13-B121-1E2033AFD5BD}"/>
              </a:ext>
            </a:extLst>
          </p:cNvPr>
          <p:cNvGraphicFramePr/>
          <p:nvPr/>
        </p:nvGraphicFramePr>
        <p:xfrm>
          <a:off x="6276975" y="2190750"/>
          <a:ext cx="5305425" cy="2924175"/>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o">
            <a:extLst>
              <a:ext uri="{FF2B5EF4-FFF2-40B4-BE49-F238E27FC236}">
                <a16:creationId xmlns:a16="http://schemas.microsoft.com/office/drawing/2014/main" id="{955253C4-7DC9-4F91-A22A-31E8927BF9E2}"/>
              </a:ext>
            </a:extLst>
          </p:cNvPr>
          <p:cNvSpPr>
            <a:spLocks noGrp="1"/>
          </p:cNvSpPr>
          <p:nvPr/>
        </p:nvSpPr>
        <p:spPr>
          <a:xfrm>
            <a:off x="828675" y="5362575"/>
            <a:ext cx="5048250" cy="638175"/>
          </a:xfrm>
          <a:prstGeom prst="rect">
            <a:avLst/>
          </a:prstGeom>
          <a:noFill/>
          <a:ln w="0">
            <a:noFill/>
            <a:prstDash val="solid"/>
          </a:ln>
        </p:spPr>
        <p:txBody>
          <a:bodyPr wrap="square" lIns="0" tIns="0" rIns="0" bIns="0" anchor="t">
            <a:noAutofit/>
          </a:bodyPr>
          <a:lstStyle>
            <a:defPPr algn="l">
              <a:defRPr sz="1800" b="1">
                <a:solidFill>
                  <a:srgbClr val="C47B23"/>
                </a:solidFill>
                <a:latin typeface="DejaVu Sans"/>
                <a:ea typeface="DejaVu Sans"/>
                <a:cs typeface="DejaVu Sans"/>
              </a:defRPr>
            </a:defPPr>
            <a:lvl1pPr algn="l">
              <a:defRPr sz="1800" b="1">
                <a:solidFill>
                  <a:srgbClr val="C47B23"/>
                </a:solidFill>
                <a:latin typeface="DejaVu Sans"/>
                <a:ea typeface="DejaVu Sans"/>
                <a:cs typeface="DejaVu Sans"/>
              </a:defRPr>
            </a:lvl1pPr>
            <a:lvl2pPr algn="l">
              <a:defRPr sz="1800" b="1">
                <a:solidFill>
                  <a:srgbClr val="C47B23"/>
                </a:solidFill>
                <a:latin typeface="DejaVu Sans"/>
                <a:ea typeface="DejaVu Sans"/>
                <a:cs typeface="DejaVu Sans"/>
              </a:defRPr>
            </a:lvl2pPr>
            <a:lvl3pPr algn="l">
              <a:defRPr sz="1800" b="1">
                <a:solidFill>
                  <a:srgbClr val="C47B23"/>
                </a:solidFill>
                <a:latin typeface="DejaVu Sans"/>
                <a:ea typeface="DejaVu Sans"/>
                <a:cs typeface="DejaVu Sans"/>
              </a:defRPr>
            </a:lvl3pPr>
            <a:lvl4pPr algn="l">
              <a:defRPr sz="1800" b="1">
                <a:solidFill>
                  <a:srgbClr val="C47B23"/>
                </a:solidFill>
                <a:latin typeface="DejaVu Sans"/>
                <a:ea typeface="DejaVu Sans"/>
                <a:cs typeface="DejaVu Sans"/>
              </a:defRPr>
            </a:lvl4pPr>
            <a:lvl5pPr algn="l">
              <a:defRPr sz="1800" b="1">
                <a:solidFill>
                  <a:srgbClr val="C47B23"/>
                </a:solidFill>
                <a:latin typeface="DejaVu Sans"/>
                <a:ea typeface="DejaVu Sans"/>
                <a:cs typeface="DejaVu Sans"/>
              </a:defRPr>
            </a:lvl5pPr>
            <a:lvl6pPr algn="l">
              <a:defRPr sz="1800" b="1">
                <a:solidFill>
                  <a:srgbClr val="C47B23"/>
                </a:solidFill>
                <a:latin typeface="DejaVu Sans"/>
                <a:ea typeface="DejaVu Sans"/>
                <a:cs typeface="DejaVu Sans"/>
              </a:defRPr>
            </a:lvl6pPr>
            <a:lvl7pPr algn="l">
              <a:defRPr sz="1800" b="1">
                <a:solidFill>
                  <a:srgbClr val="C47B23"/>
                </a:solidFill>
                <a:latin typeface="DejaVu Sans"/>
                <a:ea typeface="DejaVu Sans"/>
                <a:cs typeface="DejaVu Sans"/>
              </a:defRPr>
            </a:lvl7pPr>
            <a:lvl8pPr algn="l">
              <a:defRPr sz="1800" b="1">
                <a:solidFill>
                  <a:srgbClr val="C47B23"/>
                </a:solidFill>
                <a:latin typeface="DejaVu Sans"/>
                <a:ea typeface="DejaVu Sans"/>
                <a:cs typeface="DejaVu Sans"/>
              </a:defRPr>
            </a:lvl8pPr>
            <a:lvl9pPr algn="l">
              <a:defRPr sz="1800" b="1">
                <a:solidFill>
                  <a:srgbClr val="C47B23"/>
                </a:solidFill>
                <a:latin typeface="DejaVu Sans"/>
                <a:ea typeface="DejaVu Sans"/>
                <a:cs typeface="DejaVu Sans"/>
              </a:defRPr>
            </a:lvl9pPr>
          </a:lstStyle>
          <a:p>
            <a:pPr algn="l">
              <a:defRPr sz="1800" b="1">
                <a:solidFill>
                  <a:srgbClr val="C47B23"/>
                </a:solidFill>
                <a:latin typeface="DejaVu Sans"/>
                <a:ea typeface="DejaVu Sans"/>
                <a:cs typeface="DejaVu Sans"/>
              </a:defRPr>
            </a:pPr>
            <a:r>
              <a:rPr sz="1800" b="1">
                <a:solidFill>
                  <a:srgbClr val="C47B23"/>
                </a:solidFill>
                <a:latin typeface="DejaVu Sans"/>
                <a:ea typeface="DejaVu Sans"/>
                <a:cs typeface="DejaVu Sans"/>
              </a:rPr>
              <a:t>μ̂ = 30,039 + 0,09070 A</a:t>
            </a:r>
          </a:p>
          <a:p>
            <a:pPr algn="l">
              <a:defRPr sz="1800" b="1">
                <a:solidFill>
                  <a:srgbClr val="C47B23"/>
                </a:solidFill>
                <a:latin typeface="DejaVu Sans"/>
                <a:ea typeface="DejaVu Sans"/>
                <a:cs typeface="DejaVu Sans"/>
              </a:defRPr>
            </a:pPr>
            <a:r>
              <a:rPr sz="1800" b="1">
                <a:solidFill>
                  <a:srgbClr val="C47B23"/>
                </a:solidFill>
                <a:latin typeface="DejaVu Sans"/>
                <a:ea typeface="DejaVu Sans"/>
                <a:cs typeface="DejaVu Sans"/>
              </a:rPr>
              <a:t>R² de ajuste = 0,894</a:t>
            </a:r>
          </a:p>
        </p:txBody>
      </p:sp>
      <p:sp>
        <p:nvSpPr>
          <p:cNvPr id="12" name="texto">
            <a:extLst>
              <a:ext uri="{FF2B5EF4-FFF2-40B4-BE49-F238E27FC236}">
                <a16:creationId xmlns:a16="http://schemas.microsoft.com/office/drawing/2014/main" id="{EF36519B-C5D5-4B15-9EBC-CB842B08E177}"/>
              </a:ext>
            </a:extLst>
          </p:cNvPr>
          <p:cNvSpPr>
            <a:spLocks noGrp="1"/>
          </p:cNvSpPr>
          <p:nvPr/>
        </p:nvSpPr>
        <p:spPr>
          <a:xfrm>
            <a:off x="6505575" y="5362575"/>
            <a:ext cx="5076825" cy="638175"/>
          </a:xfrm>
          <a:prstGeom prst="rect">
            <a:avLst/>
          </a:prstGeom>
          <a:noFill/>
          <a:ln w="0">
            <a:noFill/>
            <a:prstDash val="solid"/>
          </a:ln>
        </p:spPr>
        <p:txBody>
          <a:bodyPr wrap="square" lIns="0" tIns="0" rIns="0" bIns="0" anchor="t">
            <a:noAutofit/>
          </a:bodyPr>
          <a:lstStyle>
            <a:defPPr algn="l">
              <a:defRPr sz="1575" b="1">
                <a:solidFill>
                  <a:srgbClr val="087F88"/>
                </a:solidFill>
                <a:latin typeface="DejaVu Sans"/>
                <a:ea typeface="DejaVu Sans"/>
                <a:cs typeface="DejaVu Sans"/>
              </a:defRPr>
            </a:defPPr>
            <a:lvl1pPr algn="l">
              <a:defRPr sz="1575" b="1">
                <a:solidFill>
                  <a:srgbClr val="087F88"/>
                </a:solidFill>
                <a:latin typeface="DejaVu Sans"/>
                <a:ea typeface="DejaVu Sans"/>
                <a:cs typeface="DejaVu Sans"/>
              </a:defRPr>
            </a:lvl1pPr>
            <a:lvl2pPr algn="l">
              <a:defRPr sz="1575" b="1">
                <a:solidFill>
                  <a:srgbClr val="087F88"/>
                </a:solidFill>
                <a:latin typeface="DejaVu Sans"/>
                <a:ea typeface="DejaVu Sans"/>
                <a:cs typeface="DejaVu Sans"/>
              </a:defRPr>
            </a:lvl2pPr>
            <a:lvl3pPr algn="l">
              <a:defRPr sz="1575" b="1">
                <a:solidFill>
                  <a:srgbClr val="087F88"/>
                </a:solidFill>
                <a:latin typeface="DejaVu Sans"/>
                <a:ea typeface="DejaVu Sans"/>
                <a:cs typeface="DejaVu Sans"/>
              </a:defRPr>
            </a:lvl3pPr>
            <a:lvl4pPr algn="l">
              <a:defRPr sz="1575" b="1">
                <a:solidFill>
                  <a:srgbClr val="087F88"/>
                </a:solidFill>
                <a:latin typeface="DejaVu Sans"/>
                <a:ea typeface="DejaVu Sans"/>
                <a:cs typeface="DejaVu Sans"/>
              </a:defRPr>
            </a:lvl4pPr>
            <a:lvl5pPr algn="l">
              <a:defRPr sz="1575" b="1">
                <a:solidFill>
                  <a:srgbClr val="087F88"/>
                </a:solidFill>
                <a:latin typeface="DejaVu Sans"/>
                <a:ea typeface="DejaVu Sans"/>
                <a:cs typeface="DejaVu Sans"/>
              </a:defRPr>
            </a:lvl5pPr>
            <a:lvl6pPr algn="l">
              <a:defRPr sz="1575" b="1">
                <a:solidFill>
                  <a:srgbClr val="087F88"/>
                </a:solidFill>
                <a:latin typeface="DejaVu Sans"/>
                <a:ea typeface="DejaVu Sans"/>
                <a:cs typeface="DejaVu Sans"/>
              </a:defRPr>
            </a:lvl6pPr>
            <a:lvl7pPr algn="l">
              <a:defRPr sz="1575" b="1">
                <a:solidFill>
                  <a:srgbClr val="087F88"/>
                </a:solidFill>
                <a:latin typeface="DejaVu Sans"/>
                <a:ea typeface="DejaVu Sans"/>
                <a:cs typeface="DejaVu Sans"/>
              </a:defRPr>
            </a:lvl7pPr>
            <a:lvl8pPr algn="l">
              <a:defRPr sz="1575" b="1">
                <a:solidFill>
                  <a:srgbClr val="087F88"/>
                </a:solidFill>
                <a:latin typeface="DejaVu Sans"/>
                <a:ea typeface="DejaVu Sans"/>
                <a:cs typeface="DejaVu Sans"/>
              </a:defRPr>
            </a:lvl8pPr>
            <a:lvl9pPr algn="l">
              <a:defRPr sz="1575" b="1">
                <a:solidFill>
                  <a:srgbClr val="087F88"/>
                </a:solidFill>
                <a:latin typeface="DejaVu Sans"/>
                <a:ea typeface="DejaVu Sans"/>
                <a:cs typeface="DejaVu Sans"/>
              </a:defRPr>
            </a:lvl9pPr>
          </a:lstStyle>
          <a:p>
            <a:pPr algn="l">
              <a:defRPr sz="1575" b="1">
                <a:solidFill>
                  <a:srgbClr val="087F88"/>
                </a:solidFill>
                <a:latin typeface="DejaVu Sans"/>
                <a:ea typeface="DejaVu Sans"/>
                <a:cs typeface="DejaVu Sans"/>
              </a:defRPr>
            </a:pPr>
            <a:r>
              <a:rPr sz="1575" b="1">
                <a:solidFill>
                  <a:srgbClr val="087F88"/>
                </a:solidFill>
                <a:latin typeface="DejaVu Sans"/>
                <a:ea typeface="DejaVu Sans"/>
                <a:cs typeface="DejaVu Sans"/>
              </a:rPr>
              <a:t>μ̂ = −12,395 + 0,081101 A + 0,034416 P</a:t>
            </a:r>
          </a:p>
          <a:p>
            <a:pPr algn="l">
              <a:defRPr sz="1575" b="1">
                <a:solidFill>
                  <a:srgbClr val="087F88"/>
                </a:solidFill>
                <a:latin typeface="DejaVu Sans"/>
                <a:ea typeface="DejaVu Sans"/>
                <a:cs typeface="DejaVu Sans"/>
              </a:defRPr>
            </a:pPr>
            <a:r>
              <a:rPr sz="1575" b="1">
                <a:solidFill>
                  <a:srgbClr val="087F88"/>
                </a:solidFill>
                <a:latin typeface="DejaVu Sans"/>
                <a:ea typeface="DejaVu Sans"/>
                <a:cs typeface="DejaVu Sans"/>
              </a:rPr>
              <a:t>R² de ajuste = 0,979</a:t>
            </a:r>
          </a:p>
        </p:txBody>
      </p:sp>
    </p:spTree>
    <p:extLst>
      <p:ext uri="{BB962C8B-B14F-4D97-AF65-F5344CB8AC3E}">
        <p14:creationId xmlns:p14="http://schemas.microsoft.com/office/powerpoint/2010/main" val="15289714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3" name="texto">
            <a:extLst>
              <a:ext uri="{FF2B5EF4-FFF2-40B4-BE49-F238E27FC236}">
                <a16:creationId xmlns:a16="http://schemas.microsoft.com/office/drawing/2014/main" id="{A604B4D4-FB62-49DA-824F-17E164371C57}"/>
              </a:ext>
            </a:extLst>
          </p:cNvPr>
          <p:cNvSpPr>
            <a:spLocks noGrp="1"/>
          </p:cNvSpPr>
          <p:nvPr/>
        </p:nvSpPr>
        <p:spPr>
          <a:xfrm>
            <a:off x="609600" y="285750"/>
            <a:ext cx="10668000" cy="247650"/>
          </a:xfrm>
          <a:prstGeom prst="rect">
            <a:avLst/>
          </a:prstGeom>
          <a:noFill/>
          <a:ln w="0">
            <a:noFill/>
            <a:prstDash val="solid"/>
          </a:ln>
        </p:spPr>
        <p:txBody>
          <a:bodyPr wrap="square" lIns="0" tIns="0" rIns="0" bIns="0" anchor="t">
            <a:noAutofit/>
          </a:bodyPr>
          <a:lstStyle>
            <a:defPPr algn="l">
              <a:defRPr sz="1275" b="1">
                <a:solidFill>
                  <a:srgbClr val="087F88"/>
                </a:solidFill>
                <a:latin typeface="DejaVu Sans"/>
                <a:ea typeface="DejaVu Sans"/>
                <a:cs typeface="DejaVu Sans"/>
              </a:defRPr>
            </a:defPPr>
            <a:lvl1pPr algn="l">
              <a:defRPr sz="1275" b="1">
                <a:solidFill>
                  <a:srgbClr val="087F88"/>
                </a:solidFill>
                <a:latin typeface="DejaVu Sans"/>
                <a:ea typeface="DejaVu Sans"/>
                <a:cs typeface="DejaVu Sans"/>
              </a:defRPr>
            </a:lvl1pPr>
            <a:lvl2pPr algn="l">
              <a:defRPr sz="1275" b="1">
                <a:solidFill>
                  <a:srgbClr val="087F88"/>
                </a:solidFill>
                <a:latin typeface="DejaVu Sans"/>
                <a:ea typeface="DejaVu Sans"/>
                <a:cs typeface="DejaVu Sans"/>
              </a:defRPr>
            </a:lvl2pPr>
            <a:lvl3pPr algn="l">
              <a:defRPr sz="1275" b="1">
                <a:solidFill>
                  <a:srgbClr val="087F88"/>
                </a:solidFill>
                <a:latin typeface="DejaVu Sans"/>
                <a:ea typeface="DejaVu Sans"/>
                <a:cs typeface="DejaVu Sans"/>
              </a:defRPr>
            </a:lvl3pPr>
            <a:lvl4pPr algn="l">
              <a:defRPr sz="1275" b="1">
                <a:solidFill>
                  <a:srgbClr val="087F88"/>
                </a:solidFill>
                <a:latin typeface="DejaVu Sans"/>
                <a:ea typeface="DejaVu Sans"/>
                <a:cs typeface="DejaVu Sans"/>
              </a:defRPr>
            </a:lvl4pPr>
            <a:lvl5pPr algn="l">
              <a:defRPr sz="1275" b="1">
                <a:solidFill>
                  <a:srgbClr val="087F88"/>
                </a:solidFill>
                <a:latin typeface="DejaVu Sans"/>
                <a:ea typeface="DejaVu Sans"/>
                <a:cs typeface="DejaVu Sans"/>
              </a:defRPr>
            </a:lvl5pPr>
            <a:lvl6pPr algn="l">
              <a:defRPr sz="1275" b="1">
                <a:solidFill>
                  <a:srgbClr val="087F88"/>
                </a:solidFill>
                <a:latin typeface="DejaVu Sans"/>
                <a:ea typeface="DejaVu Sans"/>
                <a:cs typeface="DejaVu Sans"/>
              </a:defRPr>
            </a:lvl6pPr>
            <a:lvl7pPr algn="l">
              <a:defRPr sz="1275" b="1">
                <a:solidFill>
                  <a:srgbClr val="087F88"/>
                </a:solidFill>
                <a:latin typeface="DejaVu Sans"/>
                <a:ea typeface="DejaVu Sans"/>
                <a:cs typeface="DejaVu Sans"/>
              </a:defRPr>
            </a:lvl7pPr>
            <a:lvl8pPr algn="l">
              <a:defRPr sz="1275" b="1">
                <a:solidFill>
                  <a:srgbClr val="087F88"/>
                </a:solidFill>
                <a:latin typeface="DejaVu Sans"/>
                <a:ea typeface="DejaVu Sans"/>
                <a:cs typeface="DejaVu Sans"/>
              </a:defRPr>
            </a:lvl8pPr>
            <a:lvl9pPr algn="l">
              <a:defRPr sz="1275" b="1">
                <a:solidFill>
                  <a:srgbClr val="087F88"/>
                </a:solidFill>
                <a:latin typeface="DejaVu Sans"/>
                <a:ea typeface="DejaVu Sans"/>
                <a:cs typeface="DejaVu Sans"/>
              </a:defRPr>
            </a:lvl9pPr>
          </a:lstStyle>
          <a:p>
            <a:pPr algn="l">
              <a:defRPr sz="1275" b="1">
                <a:solidFill>
                  <a:srgbClr val="087F88"/>
                </a:solidFill>
                <a:latin typeface="DejaVu Sans"/>
                <a:ea typeface="DejaVu Sans"/>
                <a:cs typeface="DejaVu Sans"/>
              </a:defRPr>
            </a:pPr>
            <a:r>
              <a:rPr sz="1275" b="1">
                <a:solidFill>
                  <a:srgbClr val="087F88"/>
                </a:solidFill>
                <a:latin typeface="DejaVu Sans"/>
                <a:ea typeface="DejaVu Sans"/>
                <a:cs typeface="DejaVu Sans"/>
              </a:rPr>
              <a:t>MÁXIMAS · EXEMPLO RESOLVIDO</a:t>
            </a:r>
          </a:p>
        </p:txBody>
      </p:sp>
      <p:sp>
        <p:nvSpPr>
          <p:cNvPr id="2" name="texto">
            <a:extLst>
              <a:ext uri="{FF2B5EF4-FFF2-40B4-BE49-F238E27FC236}">
                <a16:creationId xmlns:a16="http://schemas.microsoft.com/office/drawing/2014/main" id="{03117FEA-2EFF-45C1-AD5D-F7DD31B8820A}"/>
              </a:ext>
            </a:extLst>
          </p:cNvPr>
          <p:cNvSpPr>
            <a:spLocks noGrp="1"/>
          </p:cNvSpPr>
          <p:nvPr/>
        </p:nvSpPr>
        <p:spPr>
          <a:xfrm>
            <a:off x="609600" y="685800"/>
            <a:ext cx="10972800" cy="1028700"/>
          </a:xfrm>
          <a:prstGeom prst="rect">
            <a:avLst/>
          </a:prstGeom>
          <a:noFill/>
          <a:ln w="0">
            <a:noFill/>
            <a:prstDash val="solid"/>
          </a:ln>
        </p:spPr>
        <p:txBody>
          <a:bodyPr wrap="square" lIns="0" tIns="0" rIns="0" bIns="0" anchor="t">
            <a:noAutofit/>
          </a:bodyPr>
          <a:lstStyle>
            <a:defPPr algn="l">
              <a:defRPr sz="3225" b="1">
                <a:solidFill>
                  <a:srgbClr val="123247"/>
                </a:solidFill>
                <a:latin typeface="DejaVu Sans"/>
                <a:ea typeface="DejaVu Sans"/>
                <a:cs typeface="DejaVu Sans"/>
              </a:defRPr>
            </a:defPPr>
            <a:lvl1pPr algn="l">
              <a:defRPr sz="3225" b="1">
                <a:solidFill>
                  <a:srgbClr val="123247"/>
                </a:solidFill>
                <a:latin typeface="DejaVu Sans"/>
                <a:ea typeface="DejaVu Sans"/>
                <a:cs typeface="DejaVu Sans"/>
              </a:defRPr>
            </a:lvl1pPr>
            <a:lvl2pPr algn="l">
              <a:defRPr sz="3225" b="1">
                <a:solidFill>
                  <a:srgbClr val="123247"/>
                </a:solidFill>
                <a:latin typeface="DejaVu Sans"/>
                <a:ea typeface="DejaVu Sans"/>
                <a:cs typeface="DejaVu Sans"/>
              </a:defRPr>
            </a:lvl2pPr>
            <a:lvl3pPr algn="l">
              <a:defRPr sz="3225" b="1">
                <a:solidFill>
                  <a:srgbClr val="123247"/>
                </a:solidFill>
                <a:latin typeface="DejaVu Sans"/>
                <a:ea typeface="DejaVu Sans"/>
                <a:cs typeface="DejaVu Sans"/>
              </a:defRPr>
            </a:lvl3pPr>
            <a:lvl4pPr algn="l">
              <a:defRPr sz="3225" b="1">
                <a:solidFill>
                  <a:srgbClr val="123247"/>
                </a:solidFill>
                <a:latin typeface="DejaVu Sans"/>
                <a:ea typeface="DejaVu Sans"/>
                <a:cs typeface="DejaVu Sans"/>
              </a:defRPr>
            </a:lvl4pPr>
            <a:lvl5pPr algn="l">
              <a:defRPr sz="3225" b="1">
                <a:solidFill>
                  <a:srgbClr val="123247"/>
                </a:solidFill>
                <a:latin typeface="DejaVu Sans"/>
                <a:ea typeface="DejaVu Sans"/>
                <a:cs typeface="DejaVu Sans"/>
              </a:defRPr>
            </a:lvl5pPr>
            <a:lvl6pPr algn="l">
              <a:defRPr sz="3225" b="1">
                <a:solidFill>
                  <a:srgbClr val="123247"/>
                </a:solidFill>
                <a:latin typeface="DejaVu Sans"/>
                <a:ea typeface="DejaVu Sans"/>
                <a:cs typeface="DejaVu Sans"/>
              </a:defRPr>
            </a:lvl6pPr>
            <a:lvl7pPr algn="l">
              <a:defRPr sz="3225" b="1">
                <a:solidFill>
                  <a:srgbClr val="123247"/>
                </a:solidFill>
                <a:latin typeface="DejaVu Sans"/>
                <a:ea typeface="DejaVu Sans"/>
                <a:cs typeface="DejaVu Sans"/>
              </a:defRPr>
            </a:lvl7pPr>
            <a:lvl8pPr algn="l">
              <a:defRPr sz="3225" b="1">
                <a:solidFill>
                  <a:srgbClr val="123247"/>
                </a:solidFill>
                <a:latin typeface="DejaVu Sans"/>
                <a:ea typeface="DejaVu Sans"/>
                <a:cs typeface="DejaVu Sans"/>
              </a:defRPr>
            </a:lvl8pPr>
            <a:lvl9pPr algn="l">
              <a:defRPr sz="3225" b="1">
                <a:solidFill>
                  <a:srgbClr val="123247"/>
                </a:solidFill>
                <a:latin typeface="DejaVu Sans"/>
                <a:ea typeface="DejaVu Sans"/>
                <a:cs typeface="DejaVu Sans"/>
              </a:defRPr>
            </a:lvl9pPr>
          </a:lstStyle>
          <a:p>
            <a:pPr algn="l">
              <a:defRPr sz="3225" b="1">
                <a:solidFill>
                  <a:srgbClr val="123247"/>
                </a:solidFill>
                <a:latin typeface="DejaVu Sans"/>
                <a:ea typeface="DejaVu Sans"/>
                <a:cs typeface="DejaVu Sans"/>
              </a:defRPr>
            </a:pPr>
            <a:r>
              <a:rPr sz="3225" b="1">
                <a:solidFill>
                  <a:srgbClr val="123247"/>
                </a:solidFill>
                <a:latin typeface="DejaVu Sans"/>
                <a:ea typeface="DejaVu Sans"/>
                <a:cs typeface="DejaVu Sans"/>
              </a:rPr>
              <a:t>Aplicação em uma bacia sem estação</a:t>
            </a:r>
          </a:p>
        </p:txBody>
      </p:sp>
      <p:sp>
        <p:nvSpPr>
          <p:cNvPr id="3" name="texto">
            <a:extLst>
              <a:ext uri="{FF2B5EF4-FFF2-40B4-BE49-F238E27FC236}">
                <a16:creationId xmlns:a16="http://schemas.microsoft.com/office/drawing/2014/main" id="{586129E9-F535-4DE6-AB60-7523BBA70908}"/>
              </a:ext>
            </a:extLst>
          </p:cNvPr>
          <p:cNvSpPr>
            <a:spLocks noGrp="1"/>
          </p:cNvSpPr>
          <p:nvPr/>
        </p:nvSpPr>
        <p:spPr>
          <a:xfrm>
            <a:off x="609600" y="6096000"/>
            <a:ext cx="10763250" cy="228600"/>
          </a:xfrm>
          <a:prstGeom prst="rect">
            <a:avLst/>
          </a:prstGeom>
          <a:noFill/>
          <a:ln w="0">
            <a:noFill/>
            <a:prstDash val="solid"/>
          </a:ln>
        </p:spPr>
        <p:txBody>
          <a:bodyPr wrap="square" lIns="0" tIns="0" rIns="0" bIns="0" anchor="t">
            <a:noAutofit/>
          </a:bodyPr>
          <a:lstStyle>
            <a:defPPr algn="l">
              <a:defRPr sz="1050" b="0">
                <a:solidFill>
                  <a:srgbClr val="526873"/>
                </a:solidFill>
                <a:latin typeface="DejaVu Sans"/>
                <a:ea typeface="DejaVu Sans"/>
                <a:cs typeface="DejaVu Sans"/>
              </a:defRPr>
            </a:defPPr>
            <a:lvl1pPr algn="l">
              <a:defRPr sz="1050" b="0">
                <a:solidFill>
                  <a:srgbClr val="526873"/>
                </a:solidFill>
                <a:latin typeface="DejaVu Sans"/>
                <a:ea typeface="DejaVu Sans"/>
                <a:cs typeface="DejaVu Sans"/>
              </a:defRPr>
            </a:lvl1pPr>
            <a:lvl2pPr algn="l">
              <a:defRPr sz="1050" b="0">
                <a:solidFill>
                  <a:srgbClr val="526873"/>
                </a:solidFill>
                <a:latin typeface="DejaVu Sans"/>
                <a:ea typeface="DejaVu Sans"/>
                <a:cs typeface="DejaVu Sans"/>
              </a:defRPr>
            </a:lvl2pPr>
            <a:lvl3pPr algn="l">
              <a:defRPr sz="1050" b="0">
                <a:solidFill>
                  <a:srgbClr val="526873"/>
                </a:solidFill>
                <a:latin typeface="DejaVu Sans"/>
                <a:ea typeface="DejaVu Sans"/>
                <a:cs typeface="DejaVu Sans"/>
              </a:defRPr>
            </a:lvl3pPr>
            <a:lvl4pPr algn="l">
              <a:defRPr sz="1050" b="0">
                <a:solidFill>
                  <a:srgbClr val="526873"/>
                </a:solidFill>
                <a:latin typeface="DejaVu Sans"/>
                <a:ea typeface="DejaVu Sans"/>
                <a:cs typeface="DejaVu Sans"/>
              </a:defRPr>
            </a:lvl4pPr>
            <a:lvl5pPr algn="l">
              <a:defRPr sz="1050" b="0">
                <a:solidFill>
                  <a:srgbClr val="526873"/>
                </a:solidFill>
                <a:latin typeface="DejaVu Sans"/>
                <a:ea typeface="DejaVu Sans"/>
                <a:cs typeface="DejaVu Sans"/>
              </a:defRPr>
            </a:lvl5pPr>
            <a:lvl6pPr algn="l">
              <a:defRPr sz="1050" b="0">
                <a:solidFill>
                  <a:srgbClr val="526873"/>
                </a:solidFill>
                <a:latin typeface="DejaVu Sans"/>
                <a:ea typeface="DejaVu Sans"/>
                <a:cs typeface="DejaVu Sans"/>
              </a:defRPr>
            </a:lvl6pPr>
            <a:lvl7pPr algn="l">
              <a:defRPr sz="1050" b="0">
                <a:solidFill>
                  <a:srgbClr val="526873"/>
                </a:solidFill>
                <a:latin typeface="DejaVu Sans"/>
                <a:ea typeface="DejaVu Sans"/>
                <a:cs typeface="DejaVu Sans"/>
              </a:defRPr>
            </a:lvl7pPr>
            <a:lvl8pPr algn="l">
              <a:defRPr sz="1050" b="0">
                <a:solidFill>
                  <a:srgbClr val="526873"/>
                </a:solidFill>
                <a:latin typeface="DejaVu Sans"/>
                <a:ea typeface="DejaVu Sans"/>
                <a:cs typeface="DejaVu Sans"/>
              </a:defRPr>
            </a:lvl8pPr>
            <a:lvl9pPr algn="l">
              <a:defRPr sz="1050" b="0">
                <a:solidFill>
                  <a:srgbClr val="526873"/>
                </a:solidFill>
                <a:latin typeface="DejaVu Sans"/>
                <a:ea typeface="DejaVu Sans"/>
                <a:cs typeface="DejaVu Sans"/>
              </a:defRPr>
            </a:lvl9pPr>
          </a:lstStyle>
          <a:p>
            <a:pPr algn="l">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EXEMPLO SINTÉTICO · elaboração didática · combinação didática da regressão do índice com uma curva regional teórica.</a:t>
            </a:r>
          </a:p>
        </p:txBody>
      </p:sp>
      <p:sp>
        <p:nvSpPr>
          <p:cNvPr id="4" name="Straight Connector 3">
            <a:extLst>
              <a:ext uri="{FF2B5EF4-FFF2-40B4-BE49-F238E27FC236}">
                <a16:creationId xmlns:a16="http://schemas.microsoft.com/office/drawing/2014/main" id="{B7705990-70D2-4C30-A9EA-37E840764040}"/>
              </a:ext>
            </a:extLst>
          </p:cNvPr>
          <p:cNvSpPr>
            <a:spLocks noGrp="1"/>
          </p:cNvSpPr>
          <p:nvPr/>
        </p:nvSpPr>
        <p:spPr>
          <a:xfrm>
            <a:off x="609600" y="6438900"/>
            <a:ext cx="10972800" cy="0"/>
          </a:xfrm>
          <a:prstGeom prst="line">
            <a:avLst/>
          </a:prstGeom>
          <a:noFill/>
          <a:ln w="9525">
            <a:solidFill>
              <a:srgbClr val="DCE3E3"/>
            </a:solidFill>
            <a:prstDash val="solid"/>
          </a:ln>
        </p:spPr>
        <p:txBody>
          <a:bodyPr/>
          <a:lstStyle/>
          <a:p>
            <a:endParaRPr lang="en-GB"/>
          </a:p>
        </p:txBody>
      </p:sp>
      <p:sp>
        <p:nvSpPr>
          <p:cNvPr id="5" name="texto">
            <a:extLst>
              <a:ext uri="{FF2B5EF4-FFF2-40B4-BE49-F238E27FC236}">
                <a16:creationId xmlns:a16="http://schemas.microsoft.com/office/drawing/2014/main" id="{148CF06C-8B1B-441E-901B-2C1E9E613E16}"/>
              </a:ext>
            </a:extLst>
          </p:cNvPr>
          <p:cNvSpPr>
            <a:spLocks noGrp="1"/>
          </p:cNvSpPr>
          <p:nvPr/>
        </p:nvSpPr>
        <p:spPr>
          <a:xfrm>
            <a:off x="609600" y="6543675"/>
            <a:ext cx="8572500" cy="190500"/>
          </a:xfrm>
          <a:prstGeom prst="rect">
            <a:avLst/>
          </a:prstGeom>
          <a:noFill/>
          <a:ln w="0">
            <a:noFill/>
            <a:prstDash val="solid"/>
          </a:ln>
        </p:spPr>
        <p:txBody>
          <a:bodyPr wrap="square" lIns="0" tIns="0" rIns="0" bIns="0" anchor="t">
            <a:noAutofit/>
          </a:bodyPr>
          <a:lstStyle>
            <a:defPPr algn="l">
              <a:defRPr sz="975" b="0">
                <a:solidFill>
                  <a:srgbClr val="526873"/>
                </a:solidFill>
                <a:latin typeface="DejaVu Sans"/>
                <a:ea typeface="DejaVu Sans"/>
                <a:cs typeface="DejaVu Sans"/>
              </a:defRPr>
            </a:defPPr>
            <a:lvl1pPr algn="l">
              <a:defRPr sz="975" b="0">
                <a:solidFill>
                  <a:srgbClr val="526873"/>
                </a:solidFill>
                <a:latin typeface="DejaVu Sans"/>
                <a:ea typeface="DejaVu Sans"/>
                <a:cs typeface="DejaVu Sans"/>
              </a:defRPr>
            </a:lvl1pPr>
            <a:lvl2pPr algn="l">
              <a:defRPr sz="975" b="0">
                <a:solidFill>
                  <a:srgbClr val="526873"/>
                </a:solidFill>
                <a:latin typeface="DejaVu Sans"/>
                <a:ea typeface="DejaVu Sans"/>
                <a:cs typeface="DejaVu Sans"/>
              </a:defRPr>
            </a:lvl2pPr>
            <a:lvl3pPr algn="l">
              <a:defRPr sz="975" b="0">
                <a:solidFill>
                  <a:srgbClr val="526873"/>
                </a:solidFill>
                <a:latin typeface="DejaVu Sans"/>
                <a:ea typeface="DejaVu Sans"/>
                <a:cs typeface="DejaVu Sans"/>
              </a:defRPr>
            </a:lvl3pPr>
            <a:lvl4pPr algn="l">
              <a:defRPr sz="975" b="0">
                <a:solidFill>
                  <a:srgbClr val="526873"/>
                </a:solidFill>
                <a:latin typeface="DejaVu Sans"/>
                <a:ea typeface="DejaVu Sans"/>
                <a:cs typeface="DejaVu Sans"/>
              </a:defRPr>
            </a:lvl4pPr>
            <a:lvl5pPr algn="l">
              <a:defRPr sz="975" b="0">
                <a:solidFill>
                  <a:srgbClr val="526873"/>
                </a:solidFill>
                <a:latin typeface="DejaVu Sans"/>
                <a:ea typeface="DejaVu Sans"/>
                <a:cs typeface="DejaVu Sans"/>
              </a:defRPr>
            </a:lvl5pPr>
            <a:lvl6pPr algn="l">
              <a:defRPr sz="975" b="0">
                <a:solidFill>
                  <a:srgbClr val="526873"/>
                </a:solidFill>
                <a:latin typeface="DejaVu Sans"/>
                <a:ea typeface="DejaVu Sans"/>
                <a:cs typeface="DejaVu Sans"/>
              </a:defRPr>
            </a:lvl6pPr>
            <a:lvl7pPr algn="l">
              <a:defRPr sz="975" b="0">
                <a:solidFill>
                  <a:srgbClr val="526873"/>
                </a:solidFill>
                <a:latin typeface="DejaVu Sans"/>
                <a:ea typeface="DejaVu Sans"/>
                <a:cs typeface="DejaVu Sans"/>
              </a:defRPr>
            </a:lvl7pPr>
            <a:lvl8pPr algn="l">
              <a:defRPr sz="975" b="0">
                <a:solidFill>
                  <a:srgbClr val="526873"/>
                </a:solidFill>
                <a:latin typeface="DejaVu Sans"/>
                <a:ea typeface="DejaVu Sans"/>
                <a:cs typeface="DejaVu Sans"/>
              </a:defRPr>
            </a:lvl8pPr>
            <a:lvl9pPr algn="l">
              <a:defRPr sz="975" b="0">
                <a:solidFill>
                  <a:srgbClr val="526873"/>
                </a:solidFill>
                <a:latin typeface="DejaVu Sans"/>
                <a:ea typeface="DejaVu Sans"/>
                <a:cs typeface="DejaVu Sans"/>
              </a:defRPr>
            </a:lvl9pPr>
          </a:lstStyle>
          <a:p>
            <a:pPr algn="l">
              <a:defRPr sz="975" b="0">
                <a:solidFill>
                  <a:srgbClr val="526873"/>
                </a:solidFill>
                <a:latin typeface="DejaVu Sans"/>
                <a:ea typeface="DejaVu Sans"/>
                <a:cs typeface="DejaVu Sans"/>
              </a:defRPr>
            </a:pPr>
            <a:r>
              <a:rPr sz="975" b="0">
                <a:solidFill>
                  <a:srgbClr val="526873"/>
                </a:solidFill>
                <a:latin typeface="DejaVu Sans"/>
                <a:ea typeface="DejaVu Sans"/>
                <a:cs typeface="DejaVu Sans"/>
              </a:rPr>
              <a:t>REGIONALIZAÇÃO DE VAZÕES</a:t>
            </a:r>
          </a:p>
        </p:txBody>
      </p:sp>
      <p:sp>
        <p:nvSpPr>
          <p:cNvPr id="6" name="texto">
            <a:extLst>
              <a:ext uri="{FF2B5EF4-FFF2-40B4-BE49-F238E27FC236}">
                <a16:creationId xmlns:a16="http://schemas.microsoft.com/office/drawing/2014/main" id="{F6851A9A-C5EE-4B05-A0D0-88D4EC9E3A70}"/>
              </a:ext>
            </a:extLst>
          </p:cNvPr>
          <p:cNvSpPr>
            <a:spLocks noGrp="1"/>
          </p:cNvSpPr>
          <p:nvPr/>
        </p:nvSpPr>
        <p:spPr>
          <a:xfrm>
            <a:off x="10620375" y="6534150"/>
            <a:ext cx="962025" cy="209550"/>
          </a:xfrm>
          <a:prstGeom prst="rect">
            <a:avLst/>
          </a:prstGeom>
          <a:noFill/>
          <a:ln w="0">
            <a:noFill/>
            <a:prstDash val="solid"/>
          </a:ln>
        </p:spPr>
        <p:txBody>
          <a:bodyPr wrap="square" lIns="0" tIns="0" rIns="0" bIns="0" anchor="t">
            <a:noAutofit/>
          </a:bodyPr>
          <a:lstStyle>
            <a:defPPr algn="r">
              <a:defRPr sz="1050" b="0">
                <a:solidFill>
                  <a:srgbClr val="526873"/>
                </a:solidFill>
                <a:latin typeface="DejaVu Sans"/>
                <a:ea typeface="DejaVu Sans"/>
                <a:cs typeface="DejaVu Sans"/>
              </a:defRPr>
            </a:defPPr>
            <a:lvl1pPr algn="r">
              <a:defRPr sz="1050" b="0">
                <a:solidFill>
                  <a:srgbClr val="526873"/>
                </a:solidFill>
                <a:latin typeface="DejaVu Sans"/>
                <a:ea typeface="DejaVu Sans"/>
                <a:cs typeface="DejaVu Sans"/>
              </a:defRPr>
            </a:lvl1pPr>
            <a:lvl2pPr algn="r">
              <a:defRPr sz="1050" b="0">
                <a:solidFill>
                  <a:srgbClr val="526873"/>
                </a:solidFill>
                <a:latin typeface="DejaVu Sans"/>
                <a:ea typeface="DejaVu Sans"/>
                <a:cs typeface="DejaVu Sans"/>
              </a:defRPr>
            </a:lvl2pPr>
            <a:lvl3pPr algn="r">
              <a:defRPr sz="1050" b="0">
                <a:solidFill>
                  <a:srgbClr val="526873"/>
                </a:solidFill>
                <a:latin typeface="DejaVu Sans"/>
                <a:ea typeface="DejaVu Sans"/>
                <a:cs typeface="DejaVu Sans"/>
              </a:defRPr>
            </a:lvl3pPr>
            <a:lvl4pPr algn="r">
              <a:defRPr sz="1050" b="0">
                <a:solidFill>
                  <a:srgbClr val="526873"/>
                </a:solidFill>
                <a:latin typeface="DejaVu Sans"/>
                <a:ea typeface="DejaVu Sans"/>
                <a:cs typeface="DejaVu Sans"/>
              </a:defRPr>
            </a:lvl4pPr>
            <a:lvl5pPr algn="r">
              <a:defRPr sz="1050" b="0">
                <a:solidFill>
                  <a:srgbClr val="526873"/>
                </a:solidFill>
                <a:latin typeface="DejaVu Sans"/>
                <a:ea typeface="DejaVu Sans"/>
                <a:cs typeface="DejaVu Sans"/>
              </a:defRPr>
            </a:lvl5pPr>
            <a:lvl6pPr algn="r">
              <a:defRPr sz="1050" b="0">
                <a:solidFill>
                  <a:srgbClr val="526873"/>
                </a:solidFill>
                <a:latin typeface="DejaVu Sans"/>
                <a:ea typeface="DejaVu Sans"/>
                <a:cs typeface="DejaVu Sans"/>
              </a:defRPr>
            </a:lvl6pPr>
            <a:lvl7pPr algn="r">
              <a:defRPr sz="1050" b="0">
                <a:solidFill>
                  <a:srgbClr val="526873"/>
                </a:solidFill>
                <a:latin typeface="DejaVu Sans"/>
                <a:ea typeface="DejaVu Sans"/>
                <a:cs typeface="DejaVu Sans"/>
              </a:defRPr>
            </a:lvl7pPr>
            <a:lvl8pPr algn="r">
              <a:defRPr sz="1050" b="0">
                <a:solidFill>
                  <a:srgbClr val="526873"/>
                </a:solidFill>
                <a:latin typeface="DejaVu Sans"/>
                <a:ea typeface="DejaVu Sans"/>
                <a:cs typeface="DejaVu Sans"/>
              </a:defRPr>
            </a:lvl8pPr>
            <a:lvl9pPr algn="r">
              <a:defRPr sz="1050" b="0">
                <a:solidFill>
                  <a:srgbClr val="526873"/>
                </a:solidFill>
                <a:latin typeface="DejaVu Sans"/>
                <a:ea typeface="DejaVu Sans"/>
                <a:cs typeface="DejaVu Sans"/>
              </a:defRPr>
            </a:lvl9pPr>
          </a:lstStyle>
          <a:p>
            <a:pPr algn="r">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24 / 38</a:t>
            </a:r>
          </a:p>
        </p:txBody>
      </p:sp>
      <p:sp>
        <p:nvSpPr>
          <p:cNvPr id="7" name="texto">
            <a:extLst>
              <a:ext uri="{FF2B5EF4-FFF2-40B4-BE49-F238E27FC236}">
                <a16:creationId xmlns:a16="http://schemas.microsoft.com/office/drawing/2014/main" id="{357F5F18-E883-49D3-839F-6C9AB0BD71EC}"/>
              </a:ext>
            </a:extLst>
          </p:cNvPr>
          <p:cNvSpPr>
            <a:spLocks noGrp="1"/>
          </p:cNvSpPr>
          <p:nvPr/>
        </p:nvSpPr>
        <p:spPr>
          <a:xfrm>
            <a:off x="609600" y="1838325"/>
            <a:ext cx="10972800" cy="504825"/>
          </a:xfrm>
          <a:prstGeom prst="rect">
            <a:avLst/>
          </a:prstGeom>
          <a:noFill/>
          <a:ln w="0">
            <a:noFill/>
            <a:prstDash val="solid"/>
          </a:ln>
        </p:spPr>
        <p:txBody>
          <a:bodyPr wrap="square" lIns="0" tIns="0" rIns="0" bIns="0" anchor="t">
            <a:noAutofit/>
          </a:bodyPr>
          <a:lstStyle>
            <a:defPPr algn="l">
              <a:defRPr sz="2325" b="1">
                <a:solidFill>
                  <a:srgbClr val="123247"/>
                </a:solidFill>
                <a:latin typeface="DejaVu Sans"/>
                <a:ea typeface="DejaVu Sans"/>
                <a:cs typeface="DejaVu Sans"/>
              </a:defRPr>
            </a:defPPr>
            <a:lvl1pPr algn="l">
              <a:defRPr sz="2325" b="1">
                <a:solidFill>
                  <a:srgbClr val="123247"/>
                </a:solidFill>
                <a:latin typeface="DejaVu Sans"/>
                <a:ea typeface="DejaVu Sans"/>
                <a:cs typeface="DejaVu Sans"/>
              </a:defRPr>
            </a:lvl1pPr>
            <a:lvl2pPr algn="l">
              <a:defRPr sz="2325" b="1">
                <a:solidFill>
                  <a:srgbClr val="123247"/>
                </a:solidFill>
                <a:latin typeface="DejaVu Sans"/>
                <a:ea typeface="DejaVu Sans"/>
                <a:cs typeface="DejaVu Sans"/>
              </a:defRPr>
            </a:lvl2pPr>
            <a:lvl3pPr algn="l">
              <a:defRPr sz="2325" b="1">
                <a:solidFill>
                  <a:srgbClr val="123247"/>
                </a:solidFill>
                <a:latin typeface="DejaVu Sans"/>
                <a:ea typeface="DejaVu Sans"/>
                <a:cs typeface="DejaVu Sans"/>
              </a:defRPr>
            </a:lvl3pPr>
            <a:lvl4pPr algn="l">
              <a:defRPr sz="2325" b="1">
                <a:solidFill>
                  <a:srgbClr val="123247"/>
                </a:solidFill>
                <a:latin typeface="DejaVu Sans"/>
                <a:ea typeface="DejaVu Sans"/>
                <a:cs typeface="DejaVu Sans"/>
              </a:defRPr>
            </a:lvl4pPr>
            <a:lvl5pPr algn="l">
              <a:defRPr sz="2325" b="1">
                <a:solidFill>
                  <a:srgbClr val="123247"/>
                </a:solidFill>
                <a:latin typeface="DejaVu Sans"/>
                <a:ea typeface="DejaVu Sans"/>
                <a:cs typeface="DejaVu Sans"/>
              </a:defRPr>
            </a:lvl5pPr>
            <a:lvl6pPr algn="l">
              <a:defRPr sz="2325" b="1">
                <a:solidFill>
                  <a:srgbClr val="123247"/>
                </a:solidFill>
                <a:latin typeface="DejaVu Sans"/>
                <a:ea typeface="DejaVu Sans"/>
                <a:cs typeface="DejaVu Sans"/>
              </a:defRPr>
            </a:lvl6pPr>
            <a:lvl7pPr algn="l">
              <a:defRPr sz="2325" b="1">
                <a:solidFill>
                  <a:srgbClr val="123247"/>
                </a:solidFill>
                <a:latin typeface="DejaVu Sans"/>
                <a:ea typeface="DejaVu Sans"/>
                <a:cs typeface="DejaVu Sans"/>
              </a:defRPr>
            </a:lvl7pPr>
            <a:lvl8pPr algn="l">
              <a:defRPr sz="2325" b="1">
                <a:solidFill>
                  <a:srgbClr val="123247"/>
                </a:solidFill>
                <a:latin typeface="DejaVu Sans"/>
                <a:ea typeface="DejaVu Sans"/>
                <a:cs typeface="DejaVu Sans"/>
              </a:defRPr>
            </a:lvl8pPr>
            <a:lvl9pPr algn="l">
              <a:defRPr sz="2325" b="1">
                <a:solidFill>
                  <a:srgbClr val="123247"/>
                </a:solidFill>
                <a:latin typeface="DejaVu Sans"/>
                <a:ea typeface="DejaVu Sans"/>
                <a:cs typeface="DejaVu Sans"/>
              </a:defRPr>
            </a:lvl9pPr>
          </a:lstStyle>
          <a:p>
            <a:pPr algn="l">
              <a:defRPr sz="2325" b="1">
                <a:solidFill>
                  <a:srgbClr val="123247"/>
                </a:solidFill>
                <a:latin typeface="DejaVu Sans"/>
                <a:ea typeface="DejaVu Sans"/>
                <a:cs typeface="DejaVu Sans"/>
              </a:defRPr>
            </a:pPr>
            <a:r>
              <a:rPr sz="2325" b="1">
                <a:solidFill>
                  <a:srgbClr val="123247"/>
                </a:solidFill>
                <a:latin typeface="DejaVu Sans"/>
                <a:ea typeface="DejaVu Sans"/>
                <a:cs typeface="DejaVu Sans"/>
              </a:rPr>
              <a:t>1   Atributos: A = 500 km² e P = 1.500 mm/ano</a:t>
            </a:r>
          </a:p>
        </p:txBody>
      </p:sp>
      <p:sp>
        <p:nvSpPr>
          <p:cNvPr id="8" name="texto">
            <a:extLst>
              <a:ext uri="{FF2B5EF4-FFF2-40B4-BE49-F238E27FC236}">
                <a16:creationId xmlns:a16="http://schemas.microsoft.com/office/drawing/2014/main" id="{316375E0-DE46-44D7-B49E-EF9810E7EEE2}"/>
              </a:ext>
            </a:extLst>
          </p:cNvPr>
          <p:cNvSpPr>
            <a:spLocks noGrp="1"/>
          </p:cNvSpPr>
          <p:nvPr/>
        </p:nvSpPr>
        <p:spPr>
          <a:xfrm>
            <a:off x="981075" y="2552700"/>
            <a:ext cx="10572750" cy="476250"/>
          </a:xfrm>
          <a:prstGeom prst="rect">
            <a:avLst/>
          </a:prstGeom>
          <a:noFill/>
          <a:ln w="0">
            <a:noFill/>
            <a:prstDash val="solid"/>
          </a:ln>
        </p:spPr>
        <p:txBody>
          <a:bodyPr wrap="square" lIns="0" tIns="0" rIns="0" bIns="0" anchor="t">
            <a:noAutofit/>
          </a:bodyPr>
          <a:lstStyle>
            <a:defPPr algn="l">
              <a:defRPr sz="2100" b="0">
                <a:solidFill>
                  <a:srgbClr val="193647"/>
                </a:solidFill>
                <a:latin typeface="DejaVu Sans"/>
                <a:ea typeface="DejaVu Sans"/>
                <a:cs typeface="DejaVu Sans"/>
              </a:defRPr>
            </a:defPPr>
            <a:lvl1pPr algn="l">
              <a:defRPr sz="2100" b="0">
                <a:solidFill>
                  <a:srgbClr val="193647"/>
                </a:solidFill>
                <a:latin typeface="DejaVu Sans"/>
                <a:ea typeface="DejaVu Sans"/>
                <a:cs typeface="DejaVu Sans"/>
              </a:defRPr>
            </a:lvl1pPr>
            <a:lvl2pPr algn="l">
              <a:defRPr sz="2100" b="0">
                <a:solidFill>
                  <a:srgbClr val="193647"/>
                </a:solidFill>
                <a:latin typeface="DejaVu Sans"/>
                <a:ea typeface="DejaVu Sans"/>
                <a:cs typeface="DejaVu Sans"/>
              </a:defRPr>
            </a:lvl2pPr>
            <a:lvl3pPr algn="l">
              <a:defRPr sz="2100" b="0">
                <a:solidFill>
                  <a:srgbClr val="193647"/>
                </a:solidFill>
                <a:latin typeface="DejaVu Sans"/>
                <a:ea typeface="DejaVu Sans"/>
                <a:cs typeface="DejaVu Sans"/>
              </a:defRPr>
            </a:lvl3pPr>
            <a:lvl4pPr algn="l">
              <a:defRPr sz="2100" b="0">
                <a:solidFill>
                  <a:srgbClr val="193647"/>
                </a:solidFill>
                <a:latin typeface="DejaVu Sans"/>
                <a:ea typeface="DejaVu Sans"/>
                <a:cs typeface="DejaVu Sans"/>
              </a:defRPr>
            </a:lvl4pPr>
            <a:lvl5pPr algn="l">
              <a:defRPr sz="2100" b="0">
                <a:solidFill>
                  <a:srgbClr val="193647"/>
                </a:solidFill>
                <a:latin typeface="DejaVu Sans"/>
                <a:ea typeface="DejaVu Sans"/>
                <a:cs typeface="DejaVu Sans"/>
              </a:defRPr>
            </a:lvl5pPr>
            <a:lvl6pPr algn="l">
              <a:defRPr sz="2100" b="0">
                <a:solidFill>
                  <a:srgbClr val="193647"/>
                </a:solidFill>
                <a:latin typeface="DejaVu Sans"/>
                <a:ea typeface="DejaVu Sans"/>
                <a:cs typeface="DejaVu Sans"/>
              </a:defRPr>
            </a:lvl6pPr>
            <a:lvl7pPr algn="l">
              <a:defRPr sz="2100" b="0">
                <a:solidFill>
                  <a:srgbClr val="193647"/>
                </a:solidFill>
                <a:latin typeface="DejaVu Sans"/>
                <a:ea typeface="DejaVu Sans"/>
                <a:cs typeface="DejaVu Sans"/>
              </a:defRPr>
            </a:lvl7pPr>
            <a:lvl8pPr algn="l">
              <a:defRPr sz="2100" b="0">
                <a:solidFill>
                  <a:srgbClr val="193647"/>
                </a:solidFill>
                <a:latin typeface="DejaVu Sans"/>
                <a:ea typeface="DejaVu Sans"/>
                <a:cs typeface="DejaVu Sans"/>
              </a:defRPr>
            </a:lvl8pPr>
            <a:lvl9pPr algn="l">
              <a:defRPr sz="2100" b="0">
                <a:solidFill>
                  <a:srgbClr val="193647"/>
                </a:solidFill>
                <a:latin typeface="DejaVu Sans"/>
                <a:ea typeface="DejaVu Sans"/>
                <a:cs typeface="DejaVu Sans"/>
              </a:defRPr>
            </a:lvl9pPr>
          </a:lstStyle>
          <a:p>
            <a:pPr algn="l">
              <a:defRPr sz="2100" b="0">
                <a:solidFill>
                  <a:srgbClr val="193647"/>
                </a:solidFill>
                <a:latin typeface="DejaVu Sans"/>
                <a:ea typeface="DejaVu Sans"/>
                <a:cs typeface="DejaVu Sans"/>
              </a:defRPr>
            </a:pPr>
            <a:r>
              <a:rPr sz="2100" b="0">
                <a:solidFill>
                  <a:srgbClr val="193647"/>
                </a:solidFill>
                <a:latin typeface="DejaVu Sans"/>
                <a:ea typeface="DejaVu Sans"/>
                <a:cs typeface="DejaVu Sans"/>
              </a:rPr>
              <a:t>μ̂ = −12,395 + 0,081101 × 500 + 0,034416 × 1.500</a:t>
            </a:r>
          </a:p>
        </p:txBody>
      </p:sp>
      <p:sp>
        <p:nvSpPr>
          <p:cNvPr id="9" name="texto">
            <a:extLst>
              <a:ext uri="{FF2B5EF4-FFF2-40B4-BE49-F238E27FC236}">
                <a16:creationId xmlns:a16="http://schemas.microsoft.com/office/drawing/2014/main" id="{E099C313-2119-42C1-9A56-4D054EE2F827}"/>
              </a:ext>
            </a:extLst>
          </p:cNvPr>
          <p:cNvSpPr>
            <a:spLocks noGrp="1"/>
          </p:cNvSpPr>
          <p:nvPr/>
        </p:nvSpPr>
        <p:spPr>
          <a:xfrm>
            <a:off x="981075" y="3143250"/>
            <a:ext cx="10572750" cy="514350"/>
          </a:xfrm>
          <a:prstGeom prst="rect">
            <a:avLst/>
          </a:prstGeom>
          <a:noFill/>
          <a:ln w="0">
            <a:noFill/>
            <a:prstDash val="solid"/>
          </a:ln>
        </p:spPr>
        <p:txBody>
          <a:bodyPr wrap="square" lIns="0" tIns="0" rIns="0" bIns="0" anchor="t">
            <a:noAutofit/>
          </a:bodyPr>
          <a:lstStyle>
            <a:defPPr algn="l">
              <a:defRPr sz="2775" b="1">
                <a:solidFill>
                  <a:srgbClr val="087F88"/>
                </a:solidFill>
                <a:latin typeface="DejaVu Sans"/>
                <a:ea typeface="DejaVu Sans"/>
                <a:cs typeface="DejaVu Sans"/>
              </a:defRPr>
            </a:defPPr>
            <a:lvl1pPr algn="l">
              <a:defRPr sz="2775" b="1">
                <a:solidFill>
                  <a:srgbClr val="087F88"/>
                </a:solidFill>
                <a:latin typeface="DejaVu Sans"/>
                <a:ea typeface="DejaVu Sans"/>
                <a:cs typeface="DejaVu Sans"/>
              </a:defRPr>
            </a:lvl1pPr>
            <a:lvl2pPr algn="l">
              <a:defRPr sz="2775" b="1">
                <a:solidFill>
                  <a:srgbClr val="087F88"/>
                </a:solidFill>
                <a:latin typeface="DejaVu Sans"/>
                <a:ea typeface="DejaVu Sans"/>
                <a:cs typeface="DejaVu Sans"/>
              </a:defRPr>
            </a:lvl2pPr>
            <a:lvl3pPr algn="l">
              <a:defRPr sz="2775" b="1">
                <a:solidFill>
                  <a:srgbClr val="087F88"/>
                </a:solidFill>
                <a:latin typeface="DejaVu Sans"/>
                <a:ea typeface="DejaVu Sans"/>
                <a:cs typeface="DejaVu Sans"/>
              </a:defRPr>
            </a:lvl3pPr>
            <a:lvl4pPr algn="l">
              <a:defRPr sz="2775" b="1">
                <a:solidFill>
                  <a:srgbClr val="087F88"/>
                </a:solidFill>
                <a:latin typeface="DejaVu Sans"/>
                <a:ea typeface="DejaVu Sans"/>
                <a:cs typeface="DejaVu Sans"/>
              </a:defRPr>
            </a:lvl4pPr>
            <a:lvl5pPr algn="l">
              <a:defRPr sz="2775" b="1">
                <a:solidFill>
                  <a:srgbClr val="087F88"/>
                </a:solidFill>
                <a:latin typeface="DejaVu Sans"/>
                <a:ea typeface="DejaVu Sans"/>
                <a:cs typeface="DejaVu Sans"/>
              </a:defRPr>
            </a:lvl5pPr>
            <a:lvl6pPr algn="l">
              <a:defRPr sz="2775" b="1">
                <a:solidFill>
                  <a:srgbClr val="087F88"/>
                </a:solidFill>
                <a:latin typeface="DejaVu Sans"/>
                <a:ea typeface="DejaVu Sans"/>
                <a:cs typeface="DejaVu Sans"/>
              </a:defRPr>
            </a:lvl6pPr>
            <a:lvl7pPr algn="l">
              <a:defRPr sz="2775" b="1">
                <a:solidFill>
                  <a:srgbClr val="087F88"/>
                </a:solidFill>
                <a:latin typeface="DejaVu Sans"/>
                <a:ea typeface="DejaVu Sans"/>
                <a:cs typeface="DejaVu Sans"/>
              </a:defRPr>
            </a:lvl7pPr>
            <a:lvl8pPr algn="l">
              <a:defRPr sz="2775" b="1">
                <a:solidFill>
                  <a:srgbClr val="087F88"/>
                </a:solidFill>
                <a:latin typeface="DejaVu Sans"/>
                <a:ea typeface="DejaVu Sans"/>
                <a:cs typeface="DejaVu Sans"/>
              </a:defRPr>
            </a:lvl8pPr>
            <a:lvl9pPr algn="l">
              <a:defRPr sz="2775" b="1">
                <a:solidFill>
                  <a:srgbClr val="087F88"/>
                </a:solidFill>
                <a:latin typeface="DejaVu Sans"/>
                <a:ea typeface="DejaVu Sans"/>
                <a:cs typeface="DejaVu Sans"/>
              </a:defRPr>
            </a:lvl9pPr>
          </a:lstStyle>
          <a:p>
            <a:pPr algn="l">
              <a:defRPr sz="2775" b="1">
                <a:solidFill>
                  <a:srgbClr val="087F88"/>
                </a:solidFill>
                <a:latin typeface="DejaVu Sans"/>
                <a:ea typeface="DejaVu Sans"/>
                <a:cs typeface="DejaVu Sans"/>
              </a:defRPr>
            </a:pPr>
            <a:r>
              <a:rPr sz="2775" b="1">
                <a:solidFill>
                  <a:srgbClr val="087F88"/>
                </a:solidFill>
                <a:latin typeface="DejaVu Sans"/>
                <a:ea typeface="DejaVu Sans"/>
                <a:cs typeface="DejaVu Sans"/>
              </a:rPr>
              <a:t>μ̂ = 79,78 m³/s</a:t>
            </a:r>
          </a:p>
        </p:txBody>
      </p:sp>
      <p:sp>
        <p:nvSpPr>
          <p:cNvPr id="10" name="texto">
            <a:extLst>
              <a:ext uri="{FF2B5EF4-FFF2-40B4-BE49-F238E27FC236}">
                <a16:creationId xmlns:a16="http://schemas.microsoft.com/office/drawing/2014/main" id="{159E17CF-1006-4B31-89A7-F2B09F8515A5}"/>
              </a:ext>
            </a:extLst>
          </p:cNvPr>
          <p:cNvSpPr>
            <a:spLocks noGrp="1"/>
          </p:cNvSpPr>
          <p:nvPr/>
        </p:nvSpPr>
        <p:spPr>
          <a:xfrm>
            <a:off x="609600" y="4010025"/>
            <a:ext cx="10972800" cy="523875"/>
          </a:xfrm>
          <a:prstGeom prst="rect">
            <a:avLst/>
          </a:prstGeom>
          <a:noFill/>
          <a:ln w="0">
            <a:noFill/>
            <a:prstDash val="solid"/>
          </a:ln>
        </p:spPr>
        <p:txBody>
          <a:bodyPr wrap="square" lIns="0" tIns="0" rIns="0" bIns="0" anchor="t">
            <a:noAutofit/>
          </a:bodyPr>
          <a:lstStyle>
            <a:defPPr algn="l">
              <a:defRPr sz="2325" b="1">
                <a:solidFill>
                  <a:srgbClr val="123247"/>
                </a:solidFill>
                <a:latin typeface="DejaVu Sans"/>
                <a:ea typeface="DejaVu Sans"/>
                <a:cs typeface="DejaVu Sans"/>
              </a:defRPr>
            </a:defPPr>
            <a:lvl1pPr algn="l">
              <a:defRPr sz="2325" b="1">
                <a:solidFill>
                  <a:srgbClr val="123247"/>
                </a:solidFill>
                <a:latin typeface="DejaVu Sans"/>
                <a:ea typeface="DejaVu Sans"/>
                <a:cs typeface="DejaVu Sans"/>
              </a:defRPr>
            </a:lvl1pPr>
            <a:lvl2pPr algn="l">
              <a:defRPr sz="2325" b="1">
                <a:solidFill>
                  <a:srgbClr val="123247"/>
                </a:solidFill>
                <a:latin typeface="DejaVu Sans"/>
                <a:ea typeface="DejaVu Sans"/>
                <a:cs typeface="DejaVu Sans"/>
              </a:defRPr>
            </a:lvl2pPr>
            <a:lvl3pPr algn="l">
              <a:defRPr sz="2325" b="1">
                <a:solidFill>
                  <a:srgbClr val="123247"/>
                </a:solidFill>
                <a:latin typeface="DejaVu Sans"/>
                <a:ea typeface="DejaVu Sans"/>
                <a:cs typeface="DejaVu Sans"/>
              </a:defRPr>
            </a:lvl3pPr>
            <a:lvl4pPr algn="l">
              <a:defRPr sz="2325" b="1">
                <a:solidFill>
                  <a:srgbClr val="123247"/>
                </a:solidFill>
                <a:latin typeface="DejaVu Sans"/>
                <a:ea typeface="DejaVu Sans"/>
                <a:cs typeface="DejaVu Sans"/>
              </a:defRPr>
            </a:lvl4pPr>
            <a:lvl5pPr algn="l">
              <a:defRPr sz="2325" b="1">
                <a:solidFill>
                  <a:srgbClr val="123247"/>
                </a:solidFill>
                <a:latin typeface="DejaVu Sans"/>
                <a:ea typeface="DejaVu Sans"/>
                <a:cs typeface="DejaVu Sans"/>
              </a:defRPr>
            </a:lvl5pPr>
            <a:lvl6pPr algn="l">
              <a:defRPr sz="2325" b="1">
                <a:solidFill>
                  <a:srgbClr val="123247"/>
                </a:solidFill>
                <a:latin typeface="DejaVu Sans"/>
                <a:ea typeface="DejaVu Sans"/>
                <a:cs typeface="DejaVu Sans"/>
              </a:defRPr>
            </a:lvl6pPr>
            <a:lvl7pPr algn="l">
              <a:defRPr sz="2325" b="1">
                <a:solidFill>
                  <a:srgbClr val="123247"/>
                </a:solidFill>
                <a:latin typeface="DejaVu Sans"/>
                <a:ea typeface="DejaVu Sans"/>
                <a:cs typeface="DejaVu Sans"/>
              </a:defRPr>
            </a:lvl7pPr>
            <a:lvl8pPr algn="l">
              <a:defRPr sz="2325" b="1">
                <a:solidFill>
                  <a:srgbClr val="123247"/>
                </a:solidFill>
                <a:latin typeface="DejaVu Sans"/>
                <a:ea typeface="DejaVu Sans"/>
                <a:cs typeface="DejaVu Sans"/>
              </a:defRPr>
            </a:lvl8pPr>
            <a:lvl9pPr algn="l">
              <a:defRPr sz="2325" b="1">
                <a:solidFill>
                  <a:srgbClr val="123247"/>
                </a:solidFill>
                <a:latin typeface="DejaVu Sans"/>
                <a:ea typeface="DejaVu Sans"/>
                <a:cs typeface="DejaVu Sans"/>
              </a:defRPr>
            </a:lvl9pPr>
          </a:lstStyle>
          <a:p>
            <a:pPr algn="l">
              <a:defRPr sz="2325" b="1">
                <a:solidFill>
                  <a:srgbClr val="123247"/>
                </a:solidFill>
                <a:latin typeface="DejaVu Sans"/>
                <a:ea typeface="DejaVu Sans"/>
                <a:cs typeface="DejaVu Sans"/>
              </a:defRPr>
            </a:pPr>
            <a:r>
              <a:rPr sz="2325" b="1">
                <a:solidFill>
                  <a:srgbClr val="123247"/>
                </a:solidFill>
                <a:latin typeface="DejaVu Sans"/>
                <a:ea typeface="DejaVu Sans"/>
                <a:cs typeface="DejaVu Sans"/>
              </a:rPr>
              <a:t>2   Para T = 50 anos: F = 0,98 e gᴿ(50) = 1,7937</a:t>
            </a:r>
          </a:p>
        </p:txBody>
      </p:sp>
      <p:sp>
        <p:nvSpPr>
          <p:cNvPr id="11" name="Straight Connector 10">
            <a:extLst>
              <a:ext uri="{FF2B5EF4-FFF2-40B4-BE49-F238E27FC236}">
                <a16:creationId xmlns:a16="http://schemas.microsoft.com/office/drawing/2014/main" id="{99A0A046-010A-44EC-B0AB-C637BB95B2E1}"/>
              </a:ext>
            </a:extLst>
          </p:cNvPr>
          <p:cNvSpPr>
            <a:spLocks noGrp="1"/>
          </p:cNvSpPr>
          <p:nvPr/>
        </p:nvSpPr>
        <p:spPr>
          <a:xfrm>
            <a:off x="609600" y="4895850"/>
            <a:ext cx="10972800" cy="0"/>
          </a:xfrm>
          <a:prstGeom prst="line">
            <a:avLst/>
          </a:prstGeom>
          <a:noFill/>
          <a:ln w="9525">
            <a:solidFill>
              <a:srgbClr val="DCE3E3"/>
            </a:solidFill>
            <a:prstDash val="solid"/>
          </a:ln>
        </p:spPr>
        <p:txBody>
          <a:bodyPr/>
          <a:lstStyle/>
          <a:p>
            <a:endParaRPr lang="en-GB"/>
          </a:p>
        </p:txBody>
      </p:sp>
      <p:sp>
        <p:nvSpPr>
          <p:cNvPr id="12" name="texto">
            <a:extLst>
              <a:ext uri="{FF2B5EF4-FFF2-40B4-BE49-F238E27FC236}">
                <a16:creationId xmlns:a16="http://schemas.microsoft.com/office/drawing/2014/main" id="{1B709606-A938-4378-A03E-224B9CE1A876}"/>
              </a:ext>
            </a:extLst>
          </p:cNvPr>
          <p:cNvSpPr>
            <a:spLocks noGrp="1"/>
          </p:cNvSpPr>
          <p:nvPr/>
        </p:nvSpPr>
        <p:spPr>
          <a:xfrm>
            <a:off x="609600" y="5238750"/>
            <a:ext cx="10972800" cy="676275"/>
          </a:xfrm>
          <a:prstGeom prst="rect">
            <a:avLst/>
          </a:prstGeom>
          <a:noFill/>
          <a:ln w="0">
            <a:noFill/>
            <a:prstDash val="solid"/>
          </a:ln>
        </p:spPr>
        <p:txBody>
          <a:bodyPr wrap="square" lIns="0" tIns="0" rIns="0" bIns="0" anchor="t">
            <a:noAutofit/>
          </a:bodyPr>
          <a:lstStyle>
            <a:defPPr algn="l">
              <a:defRPr sz="3225" b="1">
                <a:solidFill>
                  <a:srgbClr val="C47B23"/>
                </a:solidFill>
                <a:latin typeface="DejaVu Sans"/>
                <a:ea typeface="DejaVu Sans"/>
                <a:cs typeface="DejaVu Sans"/>
              </a:defRPr>
            </a:defPPr>
            <a:lvl1pPr algn="l">
              <a:defRPr sz="3225" b="1">
                <a:solidFill>
                  <a:srgbClr val="C47B23"/>
                </a:solidFill>
                <a:latin typeface="DejaVu Sans"/>
                <a:ea typeface="DejaVu Sans"/>
                <a:cs typeface="DejaVu Sans"/>
              </a:defRPr>
            </a:lvl1pPr>
            <a:lvl2pPr algn="l">
              <a:defRPr sz="3225" b="1">
                <a:solidFill>
                  <a:srgbClr val="C47B23"/>
                </a:solidFill>
                <a:latin typeface="DejaVu Sans"/>
                <a:ea typeface="DejaVu Sans"/>
                <a:cs typeface="DejaVu Sans"/>
              </a:defRPr>
            </a:lvl2pPr>
            <a:lvl3pPr algn="l">
              <a:defRPr sz="3225" b="1">
                <a:solidFill>
                  <a:srgbClr val="C47B23"/>
                </a:solidFill>
                <a:latin typeface="DejaVu Sans"/>
                <a:ea typeface="DejaVu Sans"/>
                <a:cs typeface="DejaVu Sans"/>
              </a:defRPr>
            </a:lvl3pPr>
            <a:lvl4pPr algn="l">
              <a:defRPr sz="3225" b="1">
                <a:solidFill>
                  <a:srgbClr val="C47B23"/>
                </a:solidFill>
                <a:latin typeface="DejaVu Sans"/>
                <a:ea typeface="DejaVu Sans"/>
                <a:cs typeface="DejaVu Sans"/>
              </a:defRPr>
            </a:lvl4pPr>
            <a:lvl5pPr algn="l">
              <a:defRPr sz="3225" b="1">
                <a:solidFill>
                  <a:srgbClr val="C47B23"/>
                </a:solidFill>
                <a:latin typeface="DejaVu Sans"/>
                <a:ea typeface="DejaVu Sans"/>
                <a:cs typeface="DejaVu Sans"/>
              </a:defRPr>
            </a:lvl5pPr>
            <a:lvl6pPr algn="l">
              <a:defRPr sz="3225" b="1">
                <a:solidFill>
                  <a:srgbClr val="C47B23"/>
                </a:solidFill>
                <a:latin typeface="DejaVu Sans"/>
                <a:ea typeface="DejaVu Sans"/>
                <a:cs typeface="DejaVu Sans"/>
              </a:defRPr>
            </a:lvl6pPr>
            <a:lvl7pPr algn="l">
              <a:defRPr sz="3225" b="1">
                <a:solidFill>
                  <a:srgbClr val="C47B23"/>
                </a:solidFill>
                <a:latin typeface="DejaVu Sans"/>
                <a:ea typeface="DejaVu Sans"/>
                <a:cs typeface="DejaVu Sans"/>
              </a:defRPr>
            </a:lvl7pPr>
            <a:lvl8pPr algn="l">
              <a:defRPr sz="3225" b="1">
                <a:solidFill>
                  <a:srgbClr val="C47B23"/>
                </a:solidFill>
                <a:latin typeface="DejaVu Sans"/>
                <a:ea typeface="DejaVu Sans"/>
                <a:cs typeface="DejaVu Sans"/>
              </a:defRPr>
            </a:lvl8pPr>
            <a:lvl9pPr algn="l">
              <a:defRPr sz="3225" b="1">
                <a:solidFill>
                  <a:srgbClr val="C47B23"/>
                </a:solidFill>
                <a:latin typeface="DejaVu Sans"/>
                <a:ea typeface="DejaVu Sans"/>
                <a:cs typeface="DejaVu Sans"/>
              </a:defRPr>
            </a:lvl9pPr>
          </a:lstStyle>
          <a:p>
            <a:pPr algn="l">
              <a:defRPr sz="3225" b="1">
                <a:solidFill>
                  <a:srgbClr val="C47B23"/>
                </a:solidFill>
                <a:latin typeface="DejaVu Sans"/>
                <a:ea typeface="DejaVu Sans"/>
                <a:cs typeface="DejaVu Sans"/>
              </a:defRPr>
            </a:pPr>
            <a:r>
              <a:rPr sz="3225" b="1">
                <a:solidFill>
                  <a:srgbClr val="C47B23"/>
                </a:solidFill>
                <a:latin typeface="DejaVu Sans"/>
                <a:ea typeface="DejaVu Sans"/>
                <a:cs typeface="DejaVu Sans"/>
              </a:rPr>
              <a:t>Q̂(50) = 79,78 × 1,7937 ≈ 143,1 m³/s</a:t>
            </a:r>
          </a:p>
        </p:txBody>
      </p:sp>
    </p:spTree>
    <p:extLst>
      <p:ext uri="{BB962C8B-B14F-4D97-AF65-F5344CB8AC3E}">
        <p14:creationId xmlns:p14="http://schemas.microsoft.com/office/powerpoint/2010/main" val="12777653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0" name="texto">
            <a:extLst>
              <a:ext uri="{FF2B5EF4-FFF2-40B4-BE49-F238E27FC236}">
                <a16:creationId xmlns:a16="http://schemas.microsoft.com/office/drawing/2014/main" id="{309AAD54-BFD2-4305-BD17-AF61215428D5}"/>
              </a:ext>
            </a:extLst>
          </p:cNvPr>
          <p:cNvSpPr>
            <a:spLocks noGrp="1"/>
          </p:cNvSpPr>
          <p:nvPr/>
        </p:nvSpPr>
        <p:spPr>
          <a:xfrm>
            <a:off x="609600" y="285750"/>
            <a:ext cx="10668000" cy="247650"/>
          </a:xfrm>
          <a:prstGeom prst="rect">
            <a:avLst/>
          </a:prstGeom>
          <a:noFill/>
          <a:ln w="0">
            <a:noFill/>
            <a:prstDash val="solid"/>
          </a:ln>
        </p:spPr>
        <p:txBody>
          <a:bodyPr wrap="square" lIns="0" tIns="0" rIns="0" bIns="0" anchor="t">
            <a:noAutofit/>
          </a:bodyPr>
          <a:lstStyle>
            <a:defPPr algn="l">
              <a:defRPr sz="1275" b="1">
                <a:solidFill>
                  <a:srgbClr val="087F88"/>
                </a:solidFill>
                <a:latin typeface="DejaVu Sans"/>
                <a:ea typeface="DejaVu Sans"/>
                <a:cs typeface="DejaVu Sans"/>
              </a:defRPr>
            </a:defPPr>
            <a:lvl1pPr algn="l">
              <a:defRPr sz="1275" b="1">
                <a:solidFill>
                  <a:srgbClr val="087F88"/>
                </a:solidFill>
                <a:latin typeface="DejaVu Sans"/>
                <a:ea typeface="DejaVu Sans"/>
                <a:cs typeface="DejaVu Sans"/>
              </a:defRPr>
            </a:lvl1pPr>
            <a:lvl2pPr algn="l">
              <a:defRPr sz="1275" b="1">
                <a:solidFill>
                  <a:srgbClr val="087F88"/>
                </a:solidFill>
                <a:latin typeface="DejaVu Sans"/>
                <a:ea typeface="DejaVu Sans"/>
                <a:cs typeface="DejaVu Sans"/>
              </a:defRPr>
            </a:lvl2pPr>
            <a:lvl3pPr algn="l">
              <a:defRPr sz="1275" b="1">
                <a:solidFill>
                  <a:srgbClr val="087F88"/>
                </a:solidFill>
                <a:latin typeface="DejaVu Sans"/>
                <a:ea typeface="DejaVu Sans"/>
                <a:cs typeface="DejaVu Sans"/>
              </a:defRPr>
            </a:lvl3pPr>
            <a:lvl4pPr algn="l">
              <a:defRPr sz="1275" b="1">
                <a:solidFill>
                  <a:srgbClr val="087F88"/>
                </a:solidFill>
                <a:latin typeface="DejaVu Sans"/>
                <a:ea typeface="DejaVu Sans"/>
                <a:cs typeface="DejaVu Sans"/>
              </a:defRPr>
            </a:lvl4pPr>
            <a:lvl5pPr algn="l">
              <a:defRPr sz="1275" b="1">
                <a:solidFill>
                  <a:srgbClr val="087F88"/>
                </a:solidFill>
                <a:latin typeface="DejaVu Sans"/>
                <a:ea typeface="DejaVu Sans"/>
                <a:cs typeface="DejaVu Sans"/>
              </a:defRPr>
            </a:lvl5pPr>
            <a:lvl6pPr algn="l">
              <a:defRPr sz="1275" b="1">
                <a:solidFill>
                  <a:srgbClr val="087F88"/>
                </a:solidFill>
                <a:latin typeface="DejaVu Sans"/>
                <a:ea typeface="DejaVu Sans"/>
                <a:cs typeface="DejaVu Sans"/>
              </a:defRPr>
            </a:lvl6pPr>
            <a:lvl7pPr algn="l">
              <a:defRPr sz="1275" b="1">
                <a:solidFill>
                  <a:srgbClr val="087F88"/>
                </a:solidFill>
                <a:latin typeface="DejaVu Sans"/>
                <a:ea typeface="DejaVu Sans"/>
                <a:cs typeface="DejaVu Sans"/>
              </a:defRPr>
            </a:lvl7pPr>
            <a:lvl8pPr algn="l">
              <a:defRPr sz="1275" b="1">
                <a:solidFill>
                  <a:srgbClr val="087F88"/>
                </a:solidFill>
                <a:latin typeface="DejaVu Sans"/>
                <a:ea typeface="DejaVu Sans"/>
                <a:cs typeface="DejaVu Sans"/>
              </a:defRPr>
            </a:lvl8pPr>
            <a:lvl9pPr algn="l">
              <a:defRPr sz="1275" b="1">
                <a:solidFill>
                  <a:srgbClr val="087F88"/>
                </a:solidFill>
                <a:latin typeface="DejaVu Sans"/>
                <a:ea typeface="DejaVu Sans"/>
                <a:cs typeface="DejaVu Sans"/>
              </a:defRPr>
            </a:lvl9pPr>
          </a:lstStyle>
          <a:p>
            <a:pPr algn="l">
              <a:defRPr sz="1275" b="1">
                <a:solidFill>
                  <a:srgbClr val="087F88"/>
                </a:solidFill>
                <a:latin typeface="DejaVu Sans"/>
                <a:ea typeface="DejaVu Sans"/>
                <a:cs typeface="DejaVu Sans"/>
              </a:defRPr>
            </a:pPr>
            <a:r>
              <a:rPr sz="1275" b="1">
                <a:solidFill>
                  <a:srgbClr val="087F88"/>
                </a:solidFill>
                <a:latin typeface="DejaVu Sans"/>
                <a:ea typeface="DejaVu Sans"/>
                <a:cs typeface="DejaVu Sans"/>
              </a:rPr>
              <a:t>REGIONALIZAÇÃO DE Q90</a:t>
            </a:r>
          </a:p>
        </p:txBody>
      </p:sp>
      <p:sp>
        <p:nvSpPr>
          <p:cNvPr id="2" name="texto">
            <a:extLst>
              <a:ext uri="{FF2B5EF4-FFF2-40B4-BE49-F238E27FC236}">
                <a16:creationId xmlns:a16="http://schemas.microsoft.com/office/drawing/2014/main" id="{2E1C3B63-D360-48A8-91BB-5DD3875E9F75}"/>
              </a:ext>
            </a:extLst>
          </p:cNvPr>
          <p:cNvSpPr>
            <a:spLocks noGrp="1"/>
          </p:cNvSpPr>
          <p:nvPr/>
        </p:nvSpPr>
        <p:spPr>
          <a:xfrm>
            <a:off x="609600" y="685800"/>
            <a:ext cx="10972800" cy="1028700"/>
          </a:xfrm>
          <a:prstGeom prst="rect">
            <a:avLst/>
          </a:prstGeom>
          <a:noFill/>
          <a:ln w="0">
            <a:noFill/>
            <a:prstDash val="solid"/>
          </a:ln>
        </p:spPr>
        <p:txBody>
          <a:bodyPr wrap="square" lIns="0" tIns="0" rIns="0" bIns="0" anchor="t">
            <a:noAutofit/>
          </a:bodyPr>
          <a:lstStyle>
            <a:defPPr algn="l">
              <a:defRPr sz="3225" b="1">
                <a:solidFill>
                  <a:srgbClr val="123247"/>
                </a:solidFill>
                <a:latin typeface="DejaVu Sans"/>
                <a:ea typeface="DejaVu Sans"/>
                <a:cs typeface="DejaVu Sans"/>
              </a:defRPr>
            </a:defPPr>
            <a:lvl1pPr algn="l">
              <a:defRPr sz="3225" b="1">
                <a:solidFill>
                  <a:srgbClr val="123247"/>
                </a:solidFill>
                <a:latin typeface="DejaVu Sans"/>
                <a:ea typeface="DejaVu Sans"/>
                <a:cs typeface="DejaVu Sans"/>
              </a:defRPr>
            </a:lvl1pPr>
            <a:lvl2pPr algn="l">
              <a:defRPr sz="3225" b="1">
                <a:solidFill>
                  <a:srgbClr val="123247"/>
                </a:solidFill>
                <a:latin typeface="DejaVu Sans"/>
                <a:ea typeface="DejaVu Sans"/>
                <a:cs typeface="DejaVu Sans"/>
              </a:defRPr>
            </a:lvl2pPr>
            <a:lvl3pPr algn="l">
              <a:defRPr sz="3225" b="1">
                <a:solidFill>
                  <a:srgbClr val="123247"/>
                </a:solidFill>
                <a:latin typeface="DejaVu Sans"/>
                <a:ea typeface="DejaVu Sans"/>
                <a:cs typeface="DejaVu Sans"/>
              </a:defRPr>
            </a:lvl3pPr>
            <a:lvl4pPr algn="l">
              <a:defRPr sz="3225" b="1">
                <a:solidFill>
                  <a:srgbClr val="123247"/>
                </a:solidFill>
                <a:latin typeface="DejaVu Sans"/>
                <a:ea typeface="DejaVu Sans"/>
                <a:cs typeface="DejaVu Sans"/>
              </a:defRPr>
            </a:lvl4pPr>
            <a:lvl5pPr algn="l">
              <a:defRPr sz="3225" b="1">
                <a:solidFill>
                  <a:srgbClr val="123247"/>
                </a:solidFill>
                <a:latin typeface="DejaVu Sans"/>
                <a:ea typeface="DejaVu Sans"/>
                <a:cs typeface="DejaVu Sans"/>
              </a:defRPr>
            </a:lvl5pPr>
            <a:lvl6pPr algn="l">
              <a:defRPr sz="3225" b="1">
                <a:solidFill>
                  <a:srgbClr val="123247"/>
                </a:solidFill>
                <a:latin typeface="DejaVu Sans"/>
                <a:ea typeface="DejaVu Sans"/>
                <a:cs typeface="DejaVu Sans"/>
              </a:defRPr>
            </a:lvl6pPr>
            <a:lvl7pPr algn="l">
              <a:defRPr sz="3225" b="1">
                <a:solidFill>
                  <a:srgbClr val="123247"/>
                </a:solidFill>
                <a:latin typeface="DejaVu Sans"/>
                <a:ea typeface="DejaVu Sans"/>
                <a:cs typeface="DejaVu Sans"/>
              </a:defRPr>
            </a:lvl7pPr>
            <a:lvl8pPr algn="l">
              <a:defRPr sz="3225" b="1">
                <a:solidFill>
                  <a:srgbClr val="123247"/>
                </a:solidFill>
                <a:latin typeface="DejaVu Sans"/>
                <a:ea typeface="DejaVu Sans"/>
                <a:cs typeface="DejaVu Sans"/>
              </a:defRPr>
            </a:lvl8pPr>
            <a:lvl9pPr algn="l">
              <a:defRPr sz="3225" b="1">
                <a:solidFill>
                  <a:srgbClr val="123247"/>
                </a:solidFill>
                <a:latin typeface="DejaVu Sans"/>
                <a:ea typeface="DejaVu Sans"/>
                <a:cs typeface="DejaVu Sans"/>
              </a:defRPr>
            </a:lvl9pPr>
          </a:lstStyle>
          <a:p>
            <a:pPr algn="l">
              <a:defRPr sz="3225" b="1">
                <a:solidFill>
                  <a:srgbClr val="123247"/>
                </a:solidFill>
                <a:latin typeface="DejaVu Sans"/>
                <a:ea typeface="DejaVu Sans"/>
                <a:cs typeface="DejaVu Sans"/>
              </a:defRPr>
            </a:pPr>
            <a:r>
              <a:rPr sz="3225" b="1">
                <a:solidFill>
                  <a:srgbClr val="123247"/>
                </a:solidFill>
                <a:latin typeface="DejaVu Sans"/>
                <a:ea typeface="DejaVu Sans"/>
                <a:cs typeface="DejaVu Sans"/>
              </a:rPr>
              <a:t>Vazão de referência: ajustar Q90 aos atributos</a:t>
            </a:r>
          </a:p>
        </p:txBody>
      </p:sp>
      <p:sp>
        <p:nvSpPr>
          <p:cNvPr id="3" name="texto">
            <a:extLst>
              <a:ext uri="{FF2B5EF4-FFF2-40B4-BE49-F238E27FC236}">
                <a16:creationId xmlns:a16="http://schemas.microsoft.com/office/drawing/2014/main" id="{0FADA17A-2655-4EA1-9EC4-B24021C3B206}"/>
              </a:ext>
            </a:extLst>
          </p:cNvPr>
          <p:cNvSpPr>
            <a:spLocks noGrp="1"/>
          </p:cNvSpPr>
          <p:nvPr/>
        </p:nvSpPr>
        <p:spPr>
          <a:xfrm>
            <a:off x="609600" y="6096000"/>
            <a:ext cx="10763250" cy="228600"/>
          </a:xfrm>
          <a:prstGeom prst="rect">
            <a:avLst/>
          </a:prstGeom>
          <a:noFill/>
          <a:ln w="0">
            <a:noFill/>
            <a:prstDash val="solid"/>
          </a:ln>
        </p:spPr>
        <p:txBody>
          <a:bodyPr wrap="square" lIns="0" tIns="0" rIns="0" bIns="0" anchor="t">
            <a:noAutofit/>
          </a:bodyPr>
          <a:lstStyle>
            <a:defPPr algn="l">
              <a:defRPr sz="1050" b="0">
                <a:solidFill>
                  <a:srgbClr val="526873"/>
                </a:solidFill>
                <a:latin typeface="DejaVu Sans"/>
                <a:ea typeface="DejaVu Sans"/>
                <a:cs typeface="DejaVu Sans"/>
              </a:defRPr>
            </a:defPPr>
            <a:lvl1pPr algn="l">
              <a:defRPr sz="1050" b="0">
                <a:solidFill>
                  <a:srgbClr val="526873"/>
                </a:solidFill>
                <a:latin typeface="DejaVu Sans"/>
                <a:ea typeface="DejaVu Sans"/>
                <a:cs typeface="DejaVu Sans"/>
              </a:defRPr>
            </a:lvl1pPr>
            <a:lvl2pPr algn="l">
              <a:defRPr sz="1050" b="0">
                <a:solidFill>
                  <a:srgbClr val="526873"/>
                </a:solidFill>
                <a:latin typeface="DejaVu Sans"/>
                <a:ea typeface="DejaVu Sans"/>
                <a:cs typeface="DejaVu Sans"/>
              </a:defRPr>
            </a:lvl2pPr>
            <a:lvl3pPr algn="l">
              <a:defRPr sz="1050" b="0">
                <a:solidFill>
                  <a:srgbClr val="526873"/>
                </a:solidFill>
                <a:latin typeface="DejaVu Sans"/>
                <a:ea typeface="DejaVu Sans"/>
                <a:cs typeface="DejaVu Sans"/>
              </a:defRPr>
            </a:lvl3pPr>
            <a:lvl4pPr algn="l">
              <a:defRPr sz="1050" b="0">
                <a:solidFill>
                  <a:srgbClr val="526873"/>
                </a:solidFill>
                <a:latin typeface="DejaVu Sans"/>
                <a:ea typeface="DejaVu Sans"/>
                <a:cs typeface="DejaVu Sans"/>
              </a:defRPr>
            </a:lvl4pPr>
            <a:lvl5pPr algn="l">
              <a:defRPr sz="1050" b="0">
                <a:solidFill>
                  <a:srgbClr val="526873"/>
                </a:solidFill>
                <a:latin typeface="DejaVu Sans"/>
                <a:ea typeface="DejaVu Sans"/>
                <a:cs typeface="DejaVu Sans"/>
              </a:defRPr>
            </a:lvl5pPr>
            <a:lvl6pPr algn="l">
              <a:defRPr sz="1050" b="0">
                <a:solidFill>
                  <a:srgbClr val="526873"/>
                </a:solidFill>
                <a:latin typeface="DejaVu Sans"/>
                <a:ea typeface="DejaVu Sans"/>
                <a:cs typeface="DejaVu Sans"/>
              </a:defRPr>
            </a:lvl6pPr>
            <a:lvl7pPr algn="l">
              <a:defRPr sz="1050" b="0">
                <a:solidFill>
                  <a:srgbClr val="526873"/>
                </a:solidFill>
                <a:latin typeface="DejaVu Sans"/>
                <a:ea typeface="DejaVu Sans"/>
                <a:cs typeface="DejaVu Sans"/>
              </a:defRPr>
            </a:lvl7pPr>
            <a:lvl8pPr algn="l">
              <a:defRPr sz="1050" b="0">
                <a:solidFill>
                  <a:srgbClr val="526873"/>
                </a:solidFill>
                <a:latin typeface="DejaVu Sans"/>
                <a:ea typeface="DejaVu Sans"/>
                <a:cs typeface="DejaVu Sans"/>
              </a:defRPr>
            </a:lvl8pPr>
            <a:lvl9pPr algn="l">
              <a:defRPr sz="1050" b="0">
                <a:solidFill>
                  <a:srgbClr val="526873"/>
                </a:solidFill>
                <a:latin typeface="DejaVu Sans"/>
                <a:ea typeface="DejaVu Sans"/>
                <a:cs typeface="DejaVu Sans"/>
              </a:defRPr>
            </a:lvl9pPr>
          </a:lstStyle>
          <a:p>
            <a:pPr algn="l">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Fontes: SGB; Holmes et al. (2002); Salinas et al. (2013). Modelos apresentados como formulações gerais.</a:t>
            </a:r>
          </a:p>
        </p:txBody>
      </p:sp>
      <p:sp>
        <p:nvSpPr>
          <p:cNvPr id="4" name="Straight Connector 3">
            <a:extLst>
              <a:ext uri="{FF2B5EF4-FFF2-40B4-BE49-F238E27FC236}">
                <a16:creationId xmlns:a16="http://schemas.microsoft.com/office/drawing/2014/main" id="{F257DCE8-46D3-4418-8780-DB8C6C2DC2C9}"/>
              </a:ext>
            </a:extLst>
          </p:cNvPr>
          <p:cNvSpPr>
            <a:spLocks noGrp="1"/>
          </p:cNvSpPr>
          <p:nvPr/>
        </p:nvSpPr>
        <p:spPr>
          <a:xfrm>
            <a:off x="609600" y="6438900"/>
            <a:ext cx="10972800" cy="0"/>
          </a:xfrm>
          <a:prstGeom prst="line">
            <a:avLst/>
          </a:prstGeom>
          <a:noFill/>
          <a:ln w="9525">
            <a:solidFill>
              <a:srgbClr val="DCE3E3"/>
            </a:solidFill>
            <a:prstDash val="solid"/>
          </a:ln>
        </p:spPr>
        <p:txBody>
          <a:bodyPr/>
          <a:lstStyle/>
          <a:p>
            <a:endParaRPr lang="en-GB"/>
          </a:p>
        </p:txBody>
      </p:sp>
      <p:sp>
        <p:nvSpPr>
          <p:cNvPr id="5" name="texto">
            <a:extLst>
              <a:ext uri="{FF2B5EF4-FFF2-40B4-BE49-F238E27FC236}">
                <a16:creationId xmlns:a16="http://schemas.microsoft.com/office/drawing/2014/main" id="{9754593A-4F06-477F-B749-D667147B81D3}"/>
              </a:ext>
            </a:extLst>
          </p:cNvPr>
          <p:cNvSpPr>
            <a:spLocks noGrp="1"/>
          </p:cNvSpPr>
          <p:nvPr/>
        </p:nvSpPr>
        <p:spPr>
          <a:xfrm>
            <a:off x="609600" y="6543675"/>
            <a:ext cx="8572500" cy="190500"/>
          </a:xfrm>
          <a:prstGeom prst="rect">
            <a:avLst/>
          </a:prstGeom>
          <a:noFill/>
          <a:ln w="0">
            <a:noFill/>
            <a:prstDash val="solid"/>
          </a:ln>
        </p:spPr>
        <p:txBody>
          <a:bodyPr wrap="square" lIns="0" tIns="0" rIns="0" bIns="0" anchor="t">
            <a:noAutofit/>
          </a:bodyPr>
          <a:lstStyle>
            <a:defPPr algn="l">
              <a:defRPr sz="975" b="0">
                <a:solidFill>
                  <a:srgbClr val="526873"/>
                </a:solidFill>
                <a:latin typeface="DejaVu Sans"/>
                <a:ea typeface="DejaVu Sans"/>
                <a:cs typeface="DejaVu Sans"/>
              </a:defRPr>
            </a:defPPr>
            <a:lvl1pPr algn="l">
              <a:defRPr sz="975" b="0">
                <a:solidFill>
                  <a:srgbClr val="526873"/>
                </a:solidFill>
                <a:latin typeface="DejaVu Sans"/>
                <a:ea typeface="DejaVu Sans"/>
                <a:cs typeface="DejaVu Sans"/>
              </a:defRPr>
            </a:lvl1pPr>
            <a:lvl2pPr algn="l">
              <a:defRPr sz="975" b="0">
                <a:solidFill>
                  <a:srgbClr val="526873"/>
                </a:solidFill>
                <a:latin typeface="DejaVu Sans"/>
                <a:ea typeface="DejaVu Sans"/>
                <a:cs typeface="DejaVu Sans"/>
              </a:defRPr>
            </a:lvl2pPr>
            <a:lvl3pPr algn="l">
              <a:defRPr sz="975" b="0">
                <a:solidFill>
                  <a:srgbClr val="526873"/>
                </a:solidFill>
                <a:latin typeface="DejaVu Sans"/>
                <a:ea typeface="DejaVu Sans"/>
                <a:cs typeface="DejaVu Sans"/>
              </a:defRPr>
            </a:lvl3pPr>
            <a:lvl4pPr algn="l">
              <a:defRPr sz="975" b="0">
                <a:solidFill>
                  <a:srgbClr val="526873"/>
                </a:solidFill>
                <a:latin typeface="DejaVu Sans"/>
                <a:ea typeface="DejaVu Sans"/>
                <a:cs typeface="DejaVu Sans"/>
              </a:defRPr>
            </a:lvl4pPr>
            <a:lvl5pPr algn="l">
              <a:defRPr sz="975" b="0">
                <a:solidFill>
                  <a:srgbClr val="526873"/>
                </a:solidFill>
                <a:latin typeface="DejaVu Sans"/>
                <a:ea typeface="DejaVu Sans"/>
                <a:cs typeface="DejaVu Sans"/>
              </a:defRPr>
            </a:lvl5pPr>
            <a:lvl6pPr algn="l">
              <a:defRPr sz="975" b="0">
                <a:solidFill>
                  <a:srgbClr val="526873"/>
                </a:solidFill>
                <a:latin typeface="DejaVu Sans"/>
                <a:ea typeface="DejaVu Sans"/>
                <a:cs typeface="DejaVu Sans"/>
              </a:defRPr>
            </a:lvl6pPr>
            <a:lvl7pPr algn="l">
              <a:defRPr sz="975" b="0">
                <a:solidFill>
                  <a:srgbClr val="526873"/>
                </a:solidFill>
                <a:latin typeface="DejaVu Sans"/>
                <a:ea typeface="DejaVu Sans"/>
                <a:cs typeface="DejaVu Sans"/>
              </a:defRPr>
            </a:lvl7pPr>
            <a:lvl8pPr algn="l">
              <a:defRPr sz="975" b="0">
                <a:solidFill>
                  <a:srgbClr val="526873"/>
                </a:solidFill>
                <a:latin typeface="DejaVu Sans"/>
                <a:ea typeface="DejaVu Sans"/>
                <a:cs typeface="DejaVu Sans"/>
              </a:defRPr>
            </a:lvl8pPr>
            <a:lvl9pPr algn="l">
              <a:defRPr sz="975" b="0">
                <a:solidFill>
                  <a:srgbClr val="526873"/>
                </a:solidFill>
                <a:latin typeface="DejaVu Sans"/>
                <a:ea typeface="DejaVu Sans"/>
                <a:cs typeface="DejaVu Sans"/>
              </a:defRPr>
            </a:lvl9pPr>
          </a:lstStyle>
          <a:p>
            <a:pPr algn="l">
              <a:defRPr sz="975" b="0">
                <a:solidFill>
                  <a:srgbClr val="526873"/>
                </a:solidFill>
                <a:latin typeface="DejaVu Sans"/>
                <a:ea typeface="DejaVu Sans"/>
                <a:cs typeface="DejaVu Sans"/>
              </a:defRPr>
            </a:pPr>
            <a:r>
              <a:rPr sz="975" b="0">
                <a:solidFill>
                  <a:srgbClr val="526873"/>
                </a:solidFill>
                <a:latin typeface="DejaVu Sans"/>
                <a:ea typeface="DejaVu Sans"/>
                <a:cs typeface="DejaVu Sans"/>
              </a:rPr>
              <a:t>REGIONALIZAÇÃO DE VAZÕES</a:t>
            </a:r>
          </a:p>
        </p:txBody>
      </p:sp>
      <p:sp>
        <p:nvSpPr>
          <p:cNvPr id="6" name="texto">
            <a:extLst>
              <a:ext uri="{FF2B5EF4-FFF2-40B4-BE49-F238E27FC236}">
                <a16:creationId xmlns:a16="http://schemas.microsoft.com/office/drawing/2014/main" id="{CF2D0B15-A113-4C4C-966D-2E94E679F754}"/>
              </a:ext>
            </a:extLst>
          </p:cNvPr>
          <p:cNvSpPr>
            <a:spLocks noGrp="1"/>
          </p:cNvSpPr>
          <p:nvPr/>
        </p:nvSpPr>
        <p:spPr>
          <a:xfrm>
            <a:off x="10620375" y="6534150"/>
            <a:ext cx="962025" cy="209550"/>
          </a:xfrm>
          <a:prstGeom prst="rect">
            <a:avLst/>
          </a:prstGeom>
          <a:noFill/>
          <a:ln w="0">
            <a:noFill/>
            <a:prstDash val="solid"/>
          </a:ln>
        </p:spPr>
        <p:txBody>
          <a:bodyPr wrap="square" lIns="0" tIns="0" rIns="0" bIns="0" anchor="t">
            <a:noAutofit/>
          </a:bodyPr>
          <a:lstStyle>
            <a:defPPr algn="r">
              <a:defRPr sz="1050" b="0">
                <a:solidFill>
                  <a:srgbClr val="526873"/>
                </a:solidFill>
                <a:latin typeface="DejaVu Sans"/>
                <a:ea typeface="DejaVu Sans"/>
                <a:cs typeface="DejaVu Sans"/>
              </a:defRPr>
            </a:defPPr>
            <a:lvl1pPr algn="r">
              <a:defRPr sz="1050" b="0">
                <a:solidFill>
                  <a:srgbClr val="526873"/>
                </a:solidFill>
                <a:latin typeface="DejaVu Sans"/>
                <a:ea typeface="DejaVu Sans"/>
                <a:cs typeface="DejaVu Sans"/>
              </a:defRPr>
            </a:lvl1pPr>
            <a:lvl2pPr algn="r">
              <a:defRPr sz="1050" b="0">
                <a:solidFill>
                  <a:srgbClr val="526873"/>
                </a:solidFill>
                <a:latin typeface="DejaVu Sans"/>
                <a:ea typeface="DejaVu Sans"/>
                <a:cs typeface="DejaVu Sans"/>
              </a:defRPr>
            </a:lvl2pPr>
            <a:lvl3pPr algn="r">
              <a:defRPr sz="1050" b="0">
                <a:solidFill>
                  <a:srgbClr val="526873"/>
                </a:solidFill>
                <a:latin typeface="DejaVu Sans"/>
                <a:ea typeface="DejaVu Sans"/>
                <a:cs typeface="DejaVu Sans"/>
              </a:defRPr>
            </a:lvl3pPr>
            <a:lvl4pPr algn="r">
              <a:defRPr sz="1050" b="0">
                <a:solidFill>
                  <a:srgbClr val="526873"/>
                </a:solidFill>
                <a:latin typeface="DejaVu Sans"/>
                <a:ea typeface="DejaVu Sans"/>
                <a:cs typeface="DejaVu Sans"/>
              </a:defRPr>
            </a:lvl4pPr>
            <a:lvl5pPr algn="r">
              <a:defRPr sz="1050" b="0">
                <a:solidFill>
                  <a:srgbClr val="526873"/>
                </a:solidFill>
                <a:latin typeface="DejaVu Sans"/>
                <a:ea typeface="DejaVu Sans"/>
                <a:cs typeface="DejaVu Sans"/>
              </a:defRPr>
            </a:lvl5pPr>
            <a:lvl6pPr algn="r">
              <a:defRPr sz="1050" b="0">
                <a:solidFill>
                  <a:srgbClr val="526873"/>
                </a:solidFill>
                <a:latin typeface="DejaVu Sans"/>
                <a:ea typeface="DejaVu Sans"/>
                <a:cs typeface="DejaVu Sans"/>
              </a:defRPr>
            </a:lvl6pPr>
            <a:lvl7pPr algn="r">
              <a:defRPr sz="1050" b="0">
                <a:solidFill>
                  <a:srgbClr val="526873"/>
                </a:solidFill>
                <a:latin typeface="DejaVu Sans"/>
                <a:ea typeface="DejaVu Sans"/>
                <a:cs typeface="DejaVu Sans"/>
              </a:defRPr>
            </a:lvl7pPr>
            <a:lvl8pPr algn="r">
              <a:defRPr sz="1050" b="0">
                <a:solidFill>
                  <a:srgbClr val="526873"/>
                </a:solidFill>
                <a:latin typeface="DejaVu Sans"/>
                <a:ea typeface="DejaVu Sans"/>
                <a:cs typeface="DejaVu Sans"/>
              </a:defRPr>
            </a:lvl8pPr>
            <a:lvl9pPr algn="r">
              <a:defRPr sz="1050" b="0">
                <a:solidFill>
                  <a:srgbClr val="526873"/>
                </a:solidFill>
                <a:latin typeface="DejaVu Sans"/>
                <a:ea typeface="DejaVu Sans"/>
                <a:cs typeface="DejaVu Sans"/>
              </a:defRPr>
            </a:lvl9pPr>
          </a:lstStyle>
          <a:p>
            <a:pPr algn="r">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25 / 38</a:t>
            </a:r>
          </a:p>
        </p:txBody>
      </p:sp>
      <p:sp>
        <p:nvSpPr>
          <p:cNvPr id="7" name="texto">
            <a:extLst>
              <a:ext uri="{FF2B5EF4-FFF2-40B4-BE49-F238E27FC236}">
                <a16:creationId xmlns:a16="http://schemas.microsoft.com/office/drawing/2014/main" id="{78C1DF92-B383-40AE-98B0-49F978EAFD5C}"/>
              </a:ext>
            </a:extLst>
          </p:cNvPr>
          <p:cNvSpPr>
            <a:spLocks noGrp="1"/>
          </p:cNvSpPr>
          <p:nvPr/>
        </p:nvSpPr>
        <p:spPr>
          <a:xfrm>
            <a:off x="609600" y="1809750"/>
            <a:ext cx="10972800" cy="657225"/>
          </a:xfrm>
          <a:prstGeom prst="rect">
            <a:avLst/>
          </a:prstGeom>
          <a:noFill/>
          <a:ln w="0">
            <a:noFill/>
            <a:prstDash val="solid"/>
          </a:ln>
        </p:spPr>
        <p:txBody>
          <a:bodyPr wrap="square" lIns="0" tIns="0" rIns="0" bIns="0" anchor="t">
            <a:noAutofit/>
          </a:bodyPr>
          <a:lstStyle>
            <a:defPPr algn="l">
              <a:defRPr sz="2175" b="1">
                <a:solidFill>
                  <a:srgbClr val="123247"/>
                </a:solidFill>
                <a:latin typeface="DejaVu Sans"/>
                <a:ea typeface="DejaVu Sans"/>
                <a:cs typeface="DejaVu Sans"/>
              </a:defRPr>
            </a:defPPr>
            <a:lvl1pPr algn="l">
              <a:defRPr sz="2175" b="1">
                <a:solidFill>
                  <a:srgbClr val="123247"/>
                </a:solidFill>
                <a:latin typeface="DejaVu Sans"/>
                <a:ea typeface="DejaVu Sans"/>
                <a:cs typeface="DejaVu Sans"/>
              </a:defRPr>
            </a:lvl1pPr>
            <a:lvl2pPr algn="l">
              <a:defRPr sz="2175" b="1">
                <a:solidFill>
                  <a:srgbClr val="123247"/>
                </a:solidFill>
                <a:latin typeface="DejaVu Sans"/>
                <a:ea typeface="DejaVu Sans"/>
                <a:cs typeface="DejaVu Sans"/>
              </a:defRPr>
            </a:lvl2pPr>
            <a:lvl3pPr algn="l">
              <a:defRPr sz="2175" b="1">
                <a:solidFill>
                  <a:srgbClr val="123247"/>
                </a:solidFill>
                <a:latin typeface="DejaVu Sans"/>
                <a:ea typeface="DejaVu Sans"/>
                <a:cs typeface="DejaVu Sans"/>
              </a:defRPr>
            </a:lvl3pPr>
            <a:lvl4pPr algn="l">
              <a:defRPr sz="2175" b="1">
                <a:solidFill>
                  <a:srgbClr val="123247"/>
                </a:solidFill>
                <a:latin typeface="DejaVu Sans"/>
                <a:ea typeface="DejaVu Sans"/>
                <a:cs typeface="DejaVu Sans"/>
              </a:defRPr>
            </a:lvl4pPr>
            <a:lvl5pPr algn="l">
              <a:defRPr sz="2175" b="1">
                <a:solidFill>
                  <a:srgbClr val="123247"/>
                </a:solidFill>
                <a:latin typeface="DejaVu Sans"/>
                <a:ea typeface="DejaVu Sans"/>
                <a:cs typeface="DejaVu Sans"/>
              </a:defRPr>
            </a:lvl5pPr>
            <a:lvl6pPr algn="l">
              <a:defRPr sz="2175" b="1">
                <a:solidFill>
                  <a:srgbClr val="123247"/>
                </a:solidFill>
                <a:latin typeface="DejaVu Sans"/>
                <a:ea typeface="DejaVu Sans"/>
                <a:cs typeface="DejaVu Sans"/>
              </a:defRPr>
            </a:lvl6pPr>
            <a:lvl7pPr algn="l">
              <a:defRPr sz="2175" b="1">
                <a:solidFill>
                  <a:srgbClr val="123247"/>
                </a:solidFill>
                <a:latin typeface="DejaVu Sans"/>
                <a:ea typeface="DejaVu Sans"/>
                <a:cs typeface="DejaVu Sans"/>
              </a:defRPr>
            </a:lvl7pPr>
            <a:lvl8pPr algn="l">
              <a:defRPr sz="2175" b="1">
                <a:solidFill>
                  <a:srgbClr val="123247"/>
                </a:solidFill>
                <a:latin typeface="DejaVu Sans"/>
                <a:ea typeface="DejaVu Sans"/>
                <a:cs typeface="DejaVu Sans"/>
              </a:defRPr>
            </a:lvl8pPr>
            <a:lvl9pPr algn="l">
              <a:defRPr sz="2175" b="1">
                <a:solidFill>
                  <a:srgbClr val="123247"/>
                </a:solidFill>
                <a:latin typeface="DejaVu Sans"/>
                <a:ea typeface="DejaVu Sans"/>
                <a:cs typeface="DejaVu Sans"/>
              </a:defRPr>
            </a:lvl9pPr>
          </a:lstStyle>
          <a:p>
            <a:pPr algn="l">
              <a:defRPr sz="2175" b="1">
                <a:solidFill>
                  <a:srgbClr val="123247"/>
                </a:solidFill>
                <a:latin typeface="DejaVu Sans"/>
                <a:ea typeface="DejaVu Sans"/>
                <a:cs typeface="DejaVu Sans"/>
              </a:defRPr>
            </a:pPr>
            <a:r>
              <a:rPr sz="2175" b="1">
                <a:solidFill>
                  <a:srgbClr val="123247"/>
                </a:solidFill>
                <a:latin typeface="DejaVu Sans"/>
                <a:ea typeface="DejaVu Sans"/>
                <a:cs typeface="DejaVu Sans"/>
              </a:rPr>
              <a:t>Cada bacia fornece um Q90 e seus atributos para a regressão.</a:t>
            </a:r>
          </a:p>
        </p:txBody>
      </p:sp>
      <p:graphicFrame>
        <p:nvGraphicFramePr>
          <p:cNvPr id="8" name="Table 7">
            <a:extLst>
              <a:ext uri="{FF2B5EF4-FFF2-40B4-BE49-F238E27FC236}">
                <a16:creationId xmlns:a16="http://schemas.microsoft.com/office/drawing/2014/main" id="{573E5C9F-BB5D-456F-ACEB-E6814DCF0C49}"/>
              </a:ext>
            </a:extLst>
          </p:cNvPr>
          <p:cNvGraphicFramePr/>
          <p:nvPr/>
        </p:nvGraphicFramePr>
        <p:xfrm>
          <a:off x="609600" y="2686050"/>
          <a:ext cx="10972800" cy="2638425"/>
        </p:xfrm>
        <a:graphic>
          <a:graphicData uri="http://schemas.openxmlformats.org/drawingml/2006/table">
            <a:tbl>
              <a:tblPr/>
              <a:tblGrid>
                <a:gridCol w="3524250">
                  <a:extLst>
                    <a:ext uri="{9D8B030D-6E8A-4147-A177-3AD203B41FA5}">
                      <a16:colId xmlns:a16="http://schemas.microsoft.com/office/drawing/2014/main" val="20000"/>
                    </a:ext>
                  </a:extLst>
                </a:gridCol>
                <a:gridCol w="7448550">
                  <a:extLst>
                    <a:ext uri="{9D8B030D-6E8A-4147-A177-3AD203B41FA5}">
                      <a16:colId xmlns:a16="http://schemas.microsoft.com/office/drawing/2014/main" val="20001"/>
                    </a:ext>
                  </a:extLst>
                </a:gridCol>
              </a:tblGrid>
              <a:tr h="527685">
                <a:tc>
                  <a:txBody>
                    <a:bodyPr/>
                    <a:lstStyle/>
                    <a:p>
                      <a:pPr algn="l"/>
                      <a:r>
                        <a:rPr sz="1950" b="1">
                          <a:solidFill>
                            <a:srgbClr val="FFFFFF"/>
                          </a:solidFill>
                          <a:latin typeface="DejaVu Sans"/>
                          <a:ea typeface="DejaVu Sans"/>
                          <a:cs typeface="DejaVu Sans"/>
                        </a:rPr>
                        <a:t>Método tradicional</a:t>
                      </a:r>
                    </a:p>
                  </a:txBody>
                  <a:tcPr anchor="ctr">
                    <a:lnL w="6668">
                      <a:solidFill>
                        <a:srgbClr val="DCE3E3"/>
                      </a:solidFill>
                      <a:prstDash val="solid"/>
                    </a:lnL>
                    <a:lnR w="6668">
                      <a:solidFill>
                        <a:srgbClr val="DCE3E3"/>
                      </a:solidFill>
                      <a:prstDash val="solid"/>
                    </a:lnR>
                    <a:lnT w="6668">
                      <a:solidFill>
                        <a:srgbClr val="DCE3E3"/>
                      </a:solidFill>
                      <a:prstDash val="solid"/>
                    </a:lnT>
                    <a:lnB w="6668">
                      <a:solidFill>
                        <a:srgbClr val="DCE3E3"/>
                      </a:solidFill>
                      <a:prstDash val="solid"/>
                    </a:lnB>
                    <a:solidFill>
                      <a:srgbClr val="123247"/>
                    </a:solidFill>
                  </a:tcPr>
                </a:tc>
                <a:tc>
                  <a:txBody>
                    <a:bodyPr/>
                    <a:lstStyle/>
                    <a:p>
                      <a:pPr algn="l"/>
                      <a:r>
                        <a:rPr sz="1950" b="1">
                          <a:solidFill>
                            <a:srgbClr val="FFFFFF"/>
                          </a:solidFill>
                          <a:latin typeface="DejaVu Sans"/>
                          <a:ea typeface="DejaVu Sans"/>
                          <a:cs typeface="DejaVu Sans"/>
                        </a:rPr>
                        <a:t>Equação ilustrativa</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a:solidFill>
                        <a:srgbClr val="DCE3E3"/>
                      </a:solidFill>
                      <a:prstDash val="solid"/>
                    </a:lnT>
                    <a:lnB w="6668">
                      <a:solidFill>
                        <a:srgbClr val="DCE3E3"/>
                      </a:solidFill>
                      <a:prstDash val="solid"/>
                    </a:lnB>
                    <a:solidFill>
                      <a:srgbClr val="123247"/>
                    </a:solidFill>
                  </a:tcPr>
                </a:tc>
                <a:extLst>
                  <a:ext uri="{0D108BD9-81ED-4DB2-BD59-A6C34878D82A}">
                    <a16:rowId xmlns:a16="http://schemas.microsoft.com/office/drawing/2014/main" val="10000"/>
                  </a:ext>
                </a:extLst>
              </a:tr>
              <a:tr h="527685">
                <a:tc>
                  <a:txBody>
                    <a:bodyPr/>
                    <a:lstStyle/>
                    <a:p>
                      <a:pPr algn="l"/>
                      <a:r>
                        <a:rPr sz="1950" b="0">
                          <a:solidFill>
                            <a:srgbClr val="193647"/>
                          </a:solidFill>
                          <a:latin typeface="DejaVu Sans"/>
                          <a:ea typeface="DejaVu Sans"/>
                          <a:cs typeface="DejaVu Sans"/>
                        </a:rPr>
                        <a:t>Linear simples</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1950" b="0">
                          <a:solidFill>
                            <a:srgbClr val="193647"/>
                          </a:solidFill>
                          <a:latin typeface="DejaVu Sans"/>
                          <a:ea typeface="DejaVu Sans"/>
                          <a:cs typeface="DejaVu Sans"/>
                        </a:rPr>
                        <a:t>Q̂90 = β₀ + β₁ A</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extLst>
                  <a:ext uri="{0D108BD9-81ED-4DB2-BD59-A6C34878D82A}">
                    <a16:rowId xmlns:a16="http://schemas.microsoft.com/office/drawing/2014/main" val="10001"/>
                  </a:ext>
                </a:extLst>
              </a:tr>
              <a:tr h="527685">
                <a:tc>
                  <a:txBody>
                    <a:bodyPr/>
                    <a:lstStyle/>
                    <a:p>
                      <a:pPr algn="l"/>
                      <a:r>
                        <a:rPr sz="1950" b="0">
                          <a:solidFill>
                            <a:srgbClr val="193647"/>
                          </a:solidFill>
                          <a:latin typeface="DejaVu Sans"/>
                          <a:ea typeface="DejaVu Sans"/>
                          <a:cs typeface="DejaVu Sans"/>
                        </a:rPr>
                        <a:t>Linear múltiplo</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1950" b="0">
                          <a:solidFill>
                            <a:srgbClr val="193647"/>
                          </a:solidFill>
                          <a:latin typeface="DejaVu Sans"/>
                          <a:ea typeface="DejaVu Sans"/>
                          <a:cs typeface="DejaVu Sans"/>
                        </a:rPr>
                        <a:t>Q̂90 = β₀ + β₁ A + β₂ P + β₃ X + …</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extLst>
                  <a:ext uri="{0D108BD9-81ED-4DB2-BD59-A6C34878D82A}">
                    <a16:rowId xmlns:a16="http://schemas.microsoft.com/office/drawing/2014/main" val="10002"/>
                  </a:ext>
                </a:extLst>
              </a:tr>
              <a:tr h="527685">
                <a:tc>
                  <a:txBody>
                    <a:bodyPr/>
                    <a:lstStyle/>
                    <a:p>
                      <a:pPr algn="l"/>
                      <a:r>
                        <a:rPr sz="1950" b="0">
                          <a:solidFill>
                            <a:srgbClr val="193647"/>
                          </a:solidFill>
                          <a:latin typeface="DejaVu Sans"/>
                          <a:ea typeface="DejaVu Sans"/>
                          <a:cs typeface="DejaVu Sans"/>
                        </a:rPr>
                        <a:t>Potência</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1950" b="0">
                          <a:solidFill>
                            <a:srgbClr val="193647"/>
                          </a:solidFill>
                          <a:latin typeface="DejaVu Sans"/>
                          <a:ea typeface="DejaVu Sans"/>
                          <a:cs typeface="DejaVu Sans"/>
                        </a:rPr>
                        <a:t>Q̂90 = a Aᵇ Pᶜ …</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extLst>
                  <a:ext uri="{0D108BD9-81ED-4DB2-BD59-A6C34878D82A}">
                    <a16:rowId xmlns:a16="http://schemas.microsoft.com/office/drawing/2014/main" val="10003"/>
                  </a:ext>
                </a:extLst>
              </a:tr>
              <a:tr h="527685">
                <a:tc>
                  <a:txBody>
                    <a:bodyPr/>
                    <a:lstStyle/>
                    <a:p>
                      <a:pPr algn="l"/>
                      <a:r>
                        <a:rPr sz="1950" b="0">
                          <a:solidFill>
                            <a:srgbClr val="193647"/>
                          </a:solidFill>
                          <a:latin typeface="DejaVu Sans"/>
                          <a:ea typeface="DejaVu Sans"/>
                          <a:cs typeface="DejaVu Sans"/>
                        </a:rPr>
                        <a:t>Razão de áreas</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1950" b="0">
                          <a:solidFill>
                            <a:srgbClr val="193647"/>
                          </a:solidFill>
                          <a:latin typeface="DejaVu Sans"/>
                          <a:ea typeface="DejaVu Sans"/>
                          <a:cs typeface="DejaVu Sans"/>
                        </a:rPr>
                        <a:t>Q90,u = Q90,d × Au / Ad</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extLst>
                  <a:ext uri="{0D108BD9-81ED-4DB2-BD59-A6C34878D82A}">
                    <a16:rowId xmlns:a16="http://schemas.microsoft.com/office/drawing/2014/main" val="10004"/>
                  </a:ext>
                </a:extLst>
              </a:tr>
            </a:tbl>
          </a:graphicData>
        </a:graphic>
      </p:graphicFrame>
      <p:sp>
        <p:nvSpPr>
          <p:cNvPr id="9" name="texto">
            <a:extLst>
              <a:ext uri="{FF2B5EF4-FFF2-40B4-BE49-F238E27FC236}">
                <a16:creationId xmlns:a16="http://schemas.microsoft.com/office/drawing/2014/main" id="{D2D28A7C-1F8A-4E2A-98C3-077CC4FB9E92}"/>
              </a:ext>
            </a:extLst>
          </p:cNvPr>
          <p:cNvSpPr>
            <a:spLocks noGrp="1"/>
          </p:cNvSpPr>
          <p:nvPr/>
        </p:nvSpPr>
        <p:spPr>
          <a:xfrm>
            <a:off x="609600" y="5610225"/>
            <a:ext cx="10972800" cy="419100"/>
          </a:xfrm>
          <a:prstGeom prst="rect">
            <a:avLst/>
          </a:prstGeom>
          <a:noFill/>
          <a:ln w="0">
            <a:noFill/>
            <a:prstDash val="solid"/>
          </a:ln>
        </p:spPr>
        <p:txBody>
          <a:bodyPr wrap="square" lIns="0" tIns="0" rIns="0" bIns="0" anchor="t">
            <a:noAutofit/>
          </a:bodyPr>
          <a:lstStyle>
            <a:defPPr algn="l">
              <a:defRPr sz="1875" b="1">
                <a:solidFill>
                  <a:srgbClr val="087F88"/>
                </a:solidFill>
                <a:latin typeface="DejaVu Sans"/>
                <a:ea typeface="DejaVu Sans"/>
                <a:cs typeface="DejaVu Sans"/>
              </a:defRPr>
            </a:defPPr>
            <a:lvl1pPr algn="l">
              <a:defRPr sz="1875" b="1">
                <a:solidFill>
                  <a:srgbClr val="087F88"/>
                </a:solidFill>
                <a:latin typeface="DejaVu Sans"/>
                <a:ea typeface="DejaVu Sans"/>
                <a:cs typeface="DejaVu Sans"/>
              </a:defRPr>
            </a:lvl1pPr>
            <a:lvl2pPr algn="l">
              <a:defRPr sz="1875" b="1">
                <a:solidFill>
                  <a:srgbClr val="087F88"/>
                </a:solidFill>
                <a:latin typeface="DejaVu Sans"/>
                <a:ea typeface="DejaVu Sans"/>
                <a:cs typeface="DejaVu Sans"/>
              </a:defRPr>
            </a:lvl2pPr>
            <a:lvl3pPr algn="l">
              <a:defRPr sz="1875" b="1">
                <a:solidFill>
                  <a:srgbClr val="087F88"/>
                </a:solidFill>
                <a:latin typeface="DejaVu Sans"/>
                <a:ea typeface="DejaVu Sans"/>
                <a:cs typeface="DejaVu Sans"/>
              </a:defRPr>
            </a:lvl3pPr>
            <a:lvl4pPr algn="l">
              <a:defRPr sz="1875" b="1">
                <a:solidFill>
                  <a:srgbClr val="087F88"/>
                </a:solidFill>
                <a:latin typeface="DejaVu Sans"/>
                <a:ea typeface="DejaVu Sans"/>
                <a:cs typeface="DejaVu Sans"/>
              </a:defRPr>
            </a:lvl4pPr>
            <a:lvl5pPr algn="l">
              <a:defRPr sz="1875" b="1">
                <a:solidFill>
                  <a:srgbClr val="087F88"/>
                </a:solidFill>
                <a:latin typeface="DejaVu Sans"/>
                <a:ea typeface="DejaVu Sans"/>
                <a:cs typeface="DejaVu Sans"/>
              </a:defRPr>
            </a:lvl5pPr>
            <a:lvl6pPr algn="l">
              <a:defRPr sz="1875" b="1">
                <a:solidFill>
                  <a:srgbClr val="087F88"/>
                </a:solidFill>
                <a:latin typeface="DejaVu Sans"/>
                <a:ea typeface="DejaVu Sans"/>
                <a:cs typeface="DejaVu Sans"/>
              </a:defRPr>
            </a:lvl6pPr>
            <a:lvl7pPr algn="l">
              <a:defRPr sz="1875" b="1">
                <a:solidFill>
                  <a:srgbClr val="087F88"/>
                </a:solidFill>
                <a:latin typeface="DejaVu Sans"/>
                <a:ea typeface="DejaVu Sans"/>
                <a:cs typeface="DejaVu Sans"/>
              </a:defRPr>
            </a:lvl7pPr>
            <a:lvl8pPr algn="l">
              <a:defRPr sz="1875" b="1">
                <a:solidFill>
                  <a:srgbClr val="087F88"/>
                </a:solidFill>
                <a:latin typeface="DejaVu Sans"/>
                <a:ea typeface="DejaVu Sans"/>
                <a:cs typeface="DejaVu Sans"/>
              </a:defRPr>
            </a:lvl8pPr>
            <a:lvl9pPr algn="l">
              <a:defRPr sz="1875" b="1">
                <a:solidFill>
                  <a:srgbClr val="087F88"/>
                </a:solidFill>
                <a:latin typeface="DejaVu Sans"/>
                <a:ea typeface="DejaVu Sans"/>
                <a:cs typeface="DejaVu Sans"/>
              </a:defRPr>
            </a:lvl9pPr>
          </a:lstStyle>
          <a:p>
            <a:pPr algn="l">
              <a:defRPr sz="1875" b="1">
                <a:solidFill>
                  <a:srgbClr val="087F88"/>
                </a:solidFill>
                <a:latin typeface="DejaVu Sans"/>
                <a:ea typeface="DejaVu Sans"/>
                <a:cs typeface="DejaVu Sans"/>
              </a:defRPr>
            </a:pPr>
            <a:r>
              <a:rPr sz="1875" b="1">
                <a:solidFill>
                  <a:srgbClr val="087F88"/>
                </a:solidFill>
                <a:latin typeface="DejaVu Sans"/>
                <a:ea typeface="DejaVu Sans"/>
                <a:cs typeface="DejaVu Sans"/>
              </a:rPr>
              <a:t>A: área; P: precipitação; X: atributo de armazenamento ou relevo.</a:t>
            </a:r>
          </a:p>
        </p:txBody>
      </p:sp>
    </p:spTree>
    <p:extLst>
      <p:ext uri="{BB962C8B-B14F-4D97-AF65-F5344CB8AC3E}">
        <p14:creationId xmlns:p14="http://schemas.microsoft.com/office/powerpoint/2010/main" val="829227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7" name="texto">
            <a:extLst>
              <a:ext uri="{FF2B5EF4-FFF2-40B4-BE49-F238E27FC236}">
                <a16:creationId xmlns:a16="http://schemas.microsoft.com/office/drawing/2014/main" id="{C583A87A-1D04-4B41-85D7-0792EABCF0E1}"/>
              </a:ext>
            </a:extLst>
          </p:cNvPr>
          <p:cNvSpPr>
            <a:spLocks noGrp="1"/>
          </p:cNvSpPr>
          <p:nvPr/>
        </p:nvSpPr>
        <p:spPr>
          <a:xfrm>
            <a:off x="609600" y="285750"/>
            <a:ext cx="10668000" cy="247650"/>
          </a:xfrm>
          <a:prstGeom prst="rect">
            <a:avLst/>
          </a:prstGeom>
          <a:noFill/>
          <a:ln w="0">
            <a:noFill/>
            <a:prstDash val="solid"/>
          </a:ln>
        </p:spPr>
        <p:txBody>
          <a:bodyPr wrap="square" lIns="0" tIns="0" rIns="0" bIns="0" anchor="t">
            <a:noAutofit/>
          </a:bodyPr>
          <a:lstStyle>
            <a:defPPr algn="l">
              <a:defRPr sz="1275" b="1">
                <a:solidFill>
                  <a:srgbClr val="087F88"/>
                </a:solidFill>
                <a:latin typeface="DejaVu Sans"/>
                <a:ea typeface="DejaVu Sans"/>
                <a:cs typeface="DejaVu Sans"/>
              </a:defRPr>
            </a:defPPr>
            <a:lvl1pPr algn="l">
              <a:defRPr sz="1275" b="1">
                <a:solidFill>
                  <a:srgbClr val="087F88"/>
                </a:solidFill>
                <a:latin typeface="DejaVu Sans"/>
                <a:ea typeface="DejaVu Sans"/>
                <a:cs typeface="DejaVu Sans"/>
              </a:defRPr>
            </a:lvl1pPr>
            <a:lvl2pPr algn="l">
              <a:defRPr sz="1275" b="1">
                <a:solidFill>
                  <a:srgbClr val="087F88"/>
                </a:solidFill>
                <a:latin typeface="DejaVu Sans"/>
                <a:ea typeface="DejaVu Sans"/>
                <a:cs typeface="DejaVu Sans"/>
              </a:defRPr>
            </a:lvl2pPr>
            <a:lvl3pPr algn="l">
              <a:defRPr sz="1275" b="1">
                <a:solidFill>
                  <a:srgbClr val="087F88"/>
                </a:solidFill>
                <a:latin typeface="DejaVu Sans"/>
                <a:ea typeface="DejaVu Sans"/>
                <a:cs typeface="DejaVu Sans"/>
              </a:defRPr>
            </a:lvl3pPr>
            <a:lvl4pPr algn="l">
              <a:defRPr sz="1275" b="1">
                <a:solidFill>
                  <a:srgbClr val="087F88"/>
                </a:solidFill>
                <a:latin typeface="DejaVu Sans"/>
                <a:ea typeface="DejaVu Sans"/>
                <a:cs typeface="DejaVu Sans"/>
              </a:defRPr>
            </a:lvl4pPr>
            <a:lvl5pPr algn="l">
              <a:defRPr sz="1275" b="1">
                <a:solidFill>
                  <a:srgbClr val="087F88"/>
                </a:solidFill>
                <a:latin typeface="DejaVu Sans"/>
                <a:ea typeface="DejaVu Sans"/>
                <a:cs typeface="DejaVu Sans"/>
              </a:defRPr>
            </a:lvl5pPr>
            <a:lvl6pPr algn="l">
              <a:defRPr sz="1275" b="1">
                <a:solidFill>
                  <a:srgbClr val="087F88"/>
                </a:solidFill>
                <a:latin typeface="DejaVu Sans"/>
                <a:ea typeface="DejaVu Sans"/>
                <a:cs typeface="DejaVu Sans"/>
              </a:defRPr>
            </a:lvl6pPr>
            <a:lvl7pPr algn="l">
              <a:defRPr sz="1275" b="1">
                <a:solidFill>
                  <a:srgbClr val="087F88"/>
                </a:solidFill>
                <a:latin typeface="DejaVu Sans"/>
                <a:ea typeface="DejaVu Sans"/>
                <a:cs typeface="DejaVu Sans"/>
              </a:defRPr>
            </a:lvl7pPr>
            <a:lvl8pPr algn="l">
              <a:defRPr sz="1275" b="1">
                <a:solidFill>
                  <a:srgbClr val="087F88"/>
                </a:solidFill>
                <a:latin typeface="DejaVu Sans"/>
                <a:ea typeface="DejaVu Sans"/>
                <a:cs typeface="DejaVu Sans"/>
              </a:defRPr>
            </a:lvl8pPr>
            <a:lvl9pPr algn="l">
              <a:defRPr sz="1275" b="1">
                <a:solidFill>
                  <a:srgbClr val="087F88"/>
                </a:solidFill>
                <a:latin typeface="DejaVu Sans"/>
                <a:ea typeface="DejaVu Sans"/>
                <a:cs typeface="DejaVu Sans"/>
              </a:defRPr>
            </a:lvl9pPr>
          </a:lstStyle>
          <a:p>
            <a:pPr algn="l">
              <a:defRPr sz="1275" b="1">
                <a:solidFill>
                  <a:srgbClr val="087F88"/>
                </a:solidFill>
                <a:latin typeface="DejaVu Sans"/>
                <a:ea typeface="DejaVu Sans"/>
                <a:cs typeface="DejaVu Sans"/>
              </a:defRPr>
            </a:pPr>
            <a:r>
              <a:rPr sz="1275" b="1">
                <a:solidFill>
                  <a:srgbClr val="087F88"/>
                </a:solidFill>
                <a:latin typeface="DejaVu Sans"/>
                <a:ea typeface="DejaVu Sans"/>
                <a:cs typeface="DejaVu Sans"/>
              </a:rPr>
              <a:t>REGRESSÕES TRADICIONAIS</a:t>
            </a:r>
          </a:p>
        </p:txBody>
      </p:sp>
      <p:sp>
        <p:nvSpPr>
          <p:cNvPr id="2" name="texto">
            <a:extLst>
              <a:ext uri="{FF2B5EF4-FFF2-40B4-BE49-F238E27FC236}">
                <a16:creationId xmlns:a16="http://schemas.microsoft.com/office/drawing/2014/main" id="{8ED9BA41-FC96-46BB-844F-245E033FF769}"/>
              </a:ext>
            </a:extLst>
          </p:cNvPr>
          <p:cNvSpPr>
            <a:spLocks noGrp="1"/>
          </p:cNvSpPr>
          <p:nvPr/>
        </p:nvSpPr>
        <p:spPr>
          <a:xfrm>
            <a:off x="609600" y="685800"/>
            <a:ext cx="10972800" cy="1028700"/>
          </a:xfrm>
          <a:prstGeom prst="rect">
            <a:avLst/>
          </a:prstGeom>
          <a:noFill/>
          <a:ln w="0">
            <a:noFill/>
            <a:prstDash val="solid"/>
          </a:ln>
        </p:spPr>
        <p:txBody>
          <a:bodyPr wrap="square" lIns="0" tIns="0" rIns="0" bIns="0" anchor="t">
            <a:noAutofit/>
          </a:bodyPr>
          <a:lstStyle>
            <a:defPPr algn="l">
              <a:defRPr sz="3225" b="1">
                <a:solidFill>
                  <a:srgbClr val="123247"/>
                </a:solidFill>
                <a:latin typeface="DejaVu Sans"/>
                <a:ea typeface="DejaVu Sans"/>
                <a:cs typeface="DejaVu Sans"/>
              </a:defRPr>
            </a:defPPr>
            <a:lvl1pPr algn="l">
              <a:defRPr sz="3225" b="1">
                <a:solidFill>
                  <a:srgbClr val="123247"/>
                </a:solidFill>
                <a:latin typeface="DejaVu Sans"/>
                <a:ea typeface="DejaVu Sans"/>
                <a:cs typeface="DejaVu Sans"/>
              </a:defRPr>
            </a:lvl1pPr>
            <a:lvl2pPr algn="l">
              <a:defRPr sz="3225" b="1">
                <a:solidFill>
                  <a:srgbClr val="123247"/>
                </a:solidFill>
                <a:latin typeface="DejaVu Sans"/>
                <a:ea typeface="DejaVu Sans"/>
                <a:cs typeface="DejaVu Sans"/>
              </a:defRPr>
            </a:lvl2pPr>
            <a:lvl3pPr algn="l">
              <a:defRPr sz="3225" b="1">
                <a:solidFill>
                  <a:srgbClr val="123247"/>
                </a:solidFill>
                <a:latin typeface="DejaVu Sans"/>
                <a:ea typeface="DejaVu Sans"/>
                <a:cs typeface="DejaVu Sans"/>
              </a:defRPr>
            </a:lvl3pPr>
            <a:lvl4pPr algn="l">
              <a:defRPr sz="3225" b="1">
                <a:solidFill>
                  <a:srgbClr val="123247"/>
                </a:solidFill>
                <a:latin typeface="DejaVu Sans"/>
                <a:ea typeface="DejaVu Sans"/>
                <a:cs typeface="DejaVu Sans"/>
              </a:defRPr>
            </a:lvl4pPr>
            <a:lvl5pPr algn="l">
              <a:defRPr sz="3225" b="1">
                <a:solidFill>
                  <a:srgbClr val="123247"/>
                </a:solidFill>
                <a:latin typeface="DejaVu Sans"/>
                <a:ea typeface="DejaVu Sans"/>
                <a:cs typeface="DejaVu Sans"/>
              </a:defRPr>
            </a:lvl5pPr>
            <a:lvl6pPr algn="l">
              <a:defRPr sz="3225" b="1">
                <a:solidFill>
                  <a:srgbClr val="123247"/>
                </a:solidFill>
                <a:latin typeface="DejaVu Sans"/>
                <a:ea typeface="DejaVu Sans"/>
                <a:cs typeface="DejaVu Sans"/>
              </a:defRPr>
            </a:lvl6pPr>
            <a:lvl7pPr algn="l">
              <a:defRPr sz="3225" b="1">
                <a:solidFill>
                  <a:srgbClr val="123247"/>
                </a:solidFill>
                <a:latin typeface="DejaVu Sans"/>
                <a:ea typeface="DejaVu Sans"/>
                <a:cs typeface="DejaVu Sans"/>
              </a:defRPr>
            </a:lvl7pPr>
            <a:lvl8pPr algn="l">
              <a:defRPr sz="3225" b="1">
                <a:solidFill>
                  <a:srgbClr val="123247"/>
                </a:solidFill>
                <a:latin typeface="DejaVu Sans"/>
                <a:ea typeface="DejaVu Sans"/>
                <a:cs typeface="DejaVu Sans"/>
              </a:defRPr>
            </a:lvl8pPr>
            <a:lvl9pPr algn="l">
              <a:defRPr sz="3225" b="1">
                <a:solidFill>
                  <a:srgbClr val="123247"/>
                </a:solidFill>
                <a:latin typeface="DejaVu Sans"/>
                <a:ea typeface="DejaVu Sans"/>
                <a:cs typeface="DejaVu Sans"/>
              </a:defRPr>
            </a:lvl9pPr>
          </a:lstStyle>
          <a:p>
            <a:pPr algn="l">
              <a:defRPr sz="3225" b="1">
                <a:solidFill>
                  <a:srgbClr val="123247"/>
                </a:solidFill>
                <a:latin typeface="DejaVu Sans"/>
                <a:ea typeface="DejaVu Sans"/>
                <a:cs typeface="DejaVu Sans"/>
              </a:defRPr>
            </a:pPr>
            <a:r>
              <a:rPr sz="3225" b="1">
                <a:solidFill>
                  <a:srgbClr val="123247"/>
                </a:solidFill>
                <a:latin typeface="DejaVu Sans"/>
                <a:ea typeface="DejaVu Sans"/>
                <a:cs typeface="DejaVu Sans"/>
              </a:rPr>
              <a:t>Efeito das regiões em uma equação de Q90</a:t>
            </a:r>
          </a:p>
        </p:txBody>
      </p:sp>
      <p:sp>
        <p:nvSpPr>
          <p:cNvPr id="3" name="texto">
            <a:extLst>
              <a:ext uri="{FF2B5EF4-FFF2-40B4-BE49-F238E27FC236}">
                <a16:creationId xmlns:a16="http://schemas.microsoft.com/office/drawing/2014/main" id="{8E11D049-DFFD-4605-BD8D-5A191750D793}"/>
              </a:ext>
            </a:extLst>
          </p:cNvPr>
          <p:cNvSpPr>
            <a:spLocks noGrp="1"/>
          </p:cNvSpPr>
          <p:nvPr/>
        </p:nvSpPr>
        <p:spPr>
          <a:xfrm>
            <a:off x="609600" y="6096000"/>
            <a:ext cx="10763250" cy="228600"/>
          </a:xfrm>
          <a:prstGeom prst="rect">
            <a:avLst/>
          </a:prstGeom>
          <a:noFill/>
          <a:ln w="0">
            <a:noFill/>
            <a:prstDash val="solid"/>
          </a:ln>
        </p:spPr>
        <p:txBody>
          <a:bodyPr wrap="square" lIns="0" tIns="0" rIns="0" bIns="0" anchor="t">
            <a:noAutofit/>
          </a:bodyPr>
          <a:lstStyle>
            <a:defPPr algn="l">
              <a:defRPr sz="1050" b="0">
                <a:solidFill>
                  <a:srgbClr val="526873"/>
                </a:solidFill>
                <a:latin typeface="DejaVu Sans"/>
                <a:ea typeface="DejaVu Sans"/>
                <a:cs typeface="DejaVu Sans"/>
              </a:defRPr>
            </a:defPPr>
            <a:lvl1pPr algn="l">
              <a:defRPr sz="1050" b="0">
                <a:solidFill>
                  <a:srgbClr val="526873"/>
                </a:solidFill>
                <a:latin typeface="DejaVu Sans"/>
                <a:ea typeface="DejaVu Sans"/>
                <a:cs typeface="DejaVu Sans"/>
              </a:defRPr>
            </a:lvl1pPr>
            <a:lvl2pPr algn="l">
              <a:defRPr sz="1050" b="0">
                <a:solidFill>
                  <a:srgbClr val="526873"/>
                </a:solidFill>
                <a:latin typeface="DejaVu Sans"/>
                <a:ea typeface="DejaVu Sans"/>
                <a:cs typeface="DejaVu Sans"/>
              </a:defRPr>
            </a:lvl2pPr>
            <a:lvl3pPr algn="l">
              <a:defRPr sz="1050" b="0">
                <a:solidFill>
                  <a:srgbClr val="526873"/>
                </a:solidFill>
                <a:latin typeface="DejaVu Sans"/>
                <a:ea typeface="DejaVu Sans"/>
                <a:cs typeface="DejaVu Sans"/>
              </a:defRPr>
            </a:lvl3pPr>
            <a:lvl4pPr algn="l">
              <a:defRPr sz="1050" b="0">
                <a:solidFill>
                  <a:srgbClr val="526873"/>
                </a:solidFill>
                <a:latin typeface="DejaVu Sans"/>
                <a:ea typeface="DejaVu Sans"/>
                <a:cs typeface="DejaVu Sans"/>
              </a:defRPr>
            </a:lvl4pPr>
            <a:lvl5pPr algn="l">
              <a:defRPr sz="1050" b="0">
                <a:solidFill>
                  <a:srgbClr val="526873"/>
                </a:solidFill>
                <a:latin typeface="DejaVu Sans"/>
                <a:ea typeface="DejaVu Sans"/>
                <a:cs typeface="DejaVu Sans"/>
              </a:defRPr>
            </a:lvl5pPr>
            <a:lvl6pPr algn="l">
              <a:defRPr sz="1050" b="0">
                <a:solidFill>
                  <a:srgbClr val="526873"/>
                </a:solidFill>
                <a:latin typeface="DejaVu Sans"/>
                <a:ea typeface="DejaVu Sans"/>
                <a:cs typeface="DejaVu Sans"/>
              </a:defRPr>
            </a:lvl6pPr>
            <a:lvl7pPr algn="l">
              <a:defRPr sz="1050" b="0">
                <a:solidFill>
                  <a:srgbClr val="526873"/>
                </a:solidFill>
                <a:latin typeface="DejaVu Sans"/>
                <a:ea typeface="DejaVu Sans"/>
                <a:cs typeface="DejaVu Sans"/>
              </a:defRPr>
            </a:lvl7pPr>
            <a:lvl8pPr algn="l">
              <a:defRPr sz="1050" b="0">
                <a:solidFill>
                  <a:srgbClr val="526873"/>
                </a:solidFill>
                <a:latin typeface="DejaVu Sans"/>
                <a:ea typeface="DejaVu Sans"/>
                <a:cs typeface="DejaVu Sans"/>
              </a:defRPr>
            </a:lvl8pPr>
            <a:lvl9pPr algn="l">
              <a:defRPr sz="1050" b="0">
                <a:solidFill>
                  <a:srgbClr val="526873"/>
                </a:solidFill>
                <a:latin typeface="DejaVu Sans"/>
                <a:ea typeface="DejaVu Sans"/>
                <a:cs typeface="DejaVu Sans"/>
              </a:defRPr>
            </a:lvl9pPr>
          </a:lstStyle>
          <a:p>
            <a:pPr algn="l">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EXEMPLO SINTÉTICO · elaboração didática · ajustes ilustrativos em log; desempenho em ajuste não substitui validação.</a:t>
            </a:r>
          </a:p>
        </p:txBody>
      </p:sp>
      <p:sp>
        <p:nvSpPr>
          <p:cNvPr id="4" name="Straight Connector 3">
            <a:extLst>
              <a:ext uri="{FF2B5EF4-FFF2-40B4-BE49-F238E27FC236}">
                <a16:creationId xmlns:a16="http://schemas.microsoft.com/office/drawing/2014/main" id="{7BE879D7-6D21-497C-A0B0-D718EED98AEF}"/>
              </a:ext>
            </a:extLst>
          </p:cNvPr>
          <p:cNvSpPr>
            <a:spLocks noGrp="1"/>
          </p:cNvSpPr>
          <p:nvPr/>
        </p:nvSpPr>
        <p:spPr>
          <a:xfrm>
            <a:off x="609600" y="6438900"/>
            <a:ext cx="10972800" cy="0"/>
          </a:xfrm>
          <a:prstGeom prst="line">
            <a:avLst/>
          </a:prstGeom>
          <a:noFill/>
          <a:ln w="9525">
            <a:solidFill>
              <a:srgbClr val="DCE3E3"/>
            </a:solidFill>
            <a:prstDash val="solid"/>
          </a:ln>
        </p:spPr>
        <p:txBody>
          <a:bodyPr/>
          <a:lstStyle/>
          <a:p>
            <a:endParaRPr lang="en-GB"/>
          </a:p>
        </p:txBody>
      </p:sp>
      <p:sp>
        <p:nvSpPr>
          <p:cNvPr id="5" name="texto">
            <a:extLst>
              <a:ext uri="{FF2B5EF4-FFF2-40B4-BE49-F238E27FC236}">
                <a16:creationId xmlns:a16="http://schemas.microsoft.com/office/drawing/2014/main" id="{2EC07B26-5F0B-4ADB-87E0-1647AB8400E0}"/>
              </a:ext>
            </a:extLst>
          </p:cNvPr>
          <p:cNvSpPr>
            <a:spLocks noGrp="1"/>
          </p:cNvSpPr>
          <p:nvPr/>
        </p:nvSpPr>
        <p:spPr>
          <a:xfrm>
            <a:off x="609600" y="6543675"/>
            <a:ext cx="8572500" cy="190500"/>
          </a:xfrm>
          <a:prstGeom prst="rect">
            <a:avLst/>
          </a:prstGeom>
          <a:noFill/>
          <a:ln w="0">
            <a:noFill/>
            <a:prstDash val="solid"/>
          </a:ln>
        </p:spPr>
        <p:txBody>
          <a:bodyPr wrap="square" lIns="0" tIns="0" rIns="0" bIns="0" anchor="t">
            <a:noAutofit/>
          </a:bodyPr>
          <a:lstStyle>
            <a:defPPr algn="l">
              <a:defRPr sz="975" b="0">
                <a:solidFill>
                  <a:srgbClr val="526873"/>
                </a:solidFill>
                <a:latin typeface="DejaVu Sans"/>
                <a:ea typeface="DejaVu Sans"/>
                <a:cs typeface="DejaVu Sans"/>
              </a:defRPr>
            </a:defPPr>
            <a:lvl1pPr algn="l">
              <a:defRPr sz="975" b="0">
                <a:solidFill>
                  <a:srgbClr val="526873"/>
                </a:solidFill>
                <a:latin typeface="DejaVu Sans"/>
                <a:ea typeface="DejaVu Sans"/>
                <a:cs typeface="DejaVu Sans"/>
              </a:defRPr>
            </a:lvl1pPr>
            <a:lvl2pPr algn="l">
              <a:defRPr sz="975" b="0">
                <a:solidFill>
                  <a:srgbClr val="526873"/>
                </a:solidFill>
                <a:latin typeface="DejaVu Sans"/>
                <a:ea typeface="DejaVu Sans"/>
                <a:cs typeface="DejaVu Sans"/>
              </a:defRPr>
            </a:lvl2pPr>
            <a:lvl3pPr algn="l">
              <a:defRPr sz="975" b="0">
                <a:solidFill>
                  <a:srgbClr val="526873"/>
                </a:solidFill>
                <a:latin typeface="DejaVu Sans"/>
                <a:ea typeface="DejaVu Sans"/>
                <a:cs typeface="DejaVu Sans"/>
              </a:defRPr>
            </a:lvl3pPr>
            <a:lvl4pPr algn="l">
              <a:defRPr sz="975" b="0">
                <a:solidFill>
                  <a:srgbClr val="526873"/>
                </a:solidFill>
                <a:latin typeface="DejaVu Sans"/>
                <a:ea typeface="DejaVu Sans"/>
                <a:cs typeface="DejaVu Sans"/>
              </a:defRPr>
            </a:lvl4pPr>
            <a:lvl5pPr algn="l">
              <a:defRPr sz="975" b="0">
                <a:solidFill>
                  <a:srgbClr val="526873"/>
                </a:solidFill>
                <a:latin typeface="DejaVu Sans"/>
                <a:ea typeface="DejaVu Sans"/>
                <a:cs typeface="DejaVu Sans"/>
              </a:defRPr>
            </a:lvl5pPr>
            <a:lvl6pPr algn="l">
              <a:defRPr sz="975" b="0">
                <a:solidFill>
                  <a:srgbClr val="526873"/>
                </a:solidFill>
                <a:latin typeface="DejaVu Sans"/>
                <a:ea typeface="DejaVu Sans"/>
                <a:cs typeface="DejaVu Sans"/>
              </a:defRPr>
            </a:lvl6pPr>
            <a:lvl7pPr algn="l">
              <a:defRPr sz="975" b="0">
                <a:solidFill>
                  <a:srgbClr val="526873"/>
                </a:solidFill>
                <a:latin typeface="DejaVu Sans"/>
                <a:ea typeface="DejaVu Sans"/>
                <a:cs typeface="DejaVu Sans"/>
              </a:defRPr>
            </a:lvl7pPr>
            <a:lvl8pPr algn="l">
              <a:defRPr sz="975" b="0">
                <a:solidFill>
                  <a:srgbClr val="526873"/>
                </a:solidFill>
                <a:latin typeface="DejaVu Sans"/>
                <a:ea typeface="DejaVu Sans"/>
                <a:cs typeface="DejaVu Sans"/>
              </a:defRPr>
            </a:lvl8pPr>
            <a:lvl9pPr algn="l">
              <a:defRPr sz="975" b="0">
                <a:solidFill>
                  <a:srgbClr val="526873"/>
                </a:solidFill>
                <a:latin typeface="DejaVu Sans"/>
                <a:ea typeface="DejaVu Sans"/>
                <a:cs typeface="DejaVu Sans"/>
              </a:defRPr>
            </a:lvl9pPr>
          </a:lstStyle>
          <a:p>
            <a:pPr algn="l">
              <a:defRPr sz="975" b="0">
                <a:solidFill>
                  <a:srgbClr val="526873"/>
                </a:solidFill>
                <a:latin typeface="DejaVu Sans"/>
                <a:ea typeface="DejaVu Sans"/>
                <a:cs typeface="DejaVu Sans"/>
              </a:defRPr>
            </a:pPr>
            <a:r>
              <a:rPr sz="975" b="0">
                <a:solidFill>
                  <a:srgbClr val="526873"/>
                </a:solidFill>
                <a:latin typeface="DejaVu Sans"/>
                <a:ea typeface="DejaVu Sans"/>
                <a:cs typeface="DejaVu Sans"/>
              </a:rPr>
              <a:t>REGIONALIZAÇÃO DE VAZÕES</a:t>
            </a:r>
          </a:p>
        </p:txBody>
      </p:sp>
      <p:sp>
        <p:nvSpPr>
          <p:cNvPr id="6" name="texto">
            <a:extLst>
              <a:ext uri="{FF2B5EF4-FFF2-40B4-BE49-F238E27FC236}">
                <a16:creationId xmlns:a16="http://schemas.microsoft.com/office/drawing/2014/main" id="{22093499-7479-4A49-AD61-1AFA7434EA88}"/>
              </a:ext>
            </a:extLst>
          </p:cNvPr>
          <p:cNvSpPr>
            <a:spLocks noGrp="1"/>
          </p:cNvSpPr>
          <p:nvPr/>
        </p:nvSpPr>
        <p:spPr>
          <a:xfrm>
            <a:off x="10620375" y="6534150"/>
            <a:ext cx="962025" cy="209550"/>
          </a:xfrm>
          <a:prstGeom prst="rect">
            <a:avLst/>
          </a:prstGeom>
          <a:noFill/>
          <a:ln w="0">
            <a:noFill/>
            <a:prstDash val="solid"/>
          </a:ln>
        </p:spPr>
        <p:txBody>
          <a:bodyPr wrap="square" lIns="0" tIns="0" rIns="0" bIns="0" anchor="t">
            <a:noAutofit/>
          </a:bodyPr>
          <a:lstStyle>
            <a:defPPr algn="r">
              <a:defRPr sz="1050" b="0">
                <a:solidFill>
                  <a:srgbClr val="526873"/>
                </a:solidFill>
                <a:latin typeface="DejaVu Sans"/>
                <a:ea typeface="DejaVu Sans"/>
                <a:cs typeface="DejaVu Sans"/>
              </a:defRPr>
            </a:defPPr>
            <a:lvl1pPr algn="r">
              <a:defRPr sz="1050" b="0">
                <a:solidFill>
                  <a:srgbClr val="526873"/>
                </a:solidFill>
                <a:latin typeface="DejaVu Sans"/>
                <a:ea typeface="DejaVu Sans"/>
                <a:cs typeface="DejaVu Sans"/>
              </a:defRPr>
            </a:lvl1pPr>
            <a:lvl2pPr algn="r">
              <a:defRPr sz="1050" b="0">
                <a:solidFill>
                  <a:srgbClr val="526873"/>
                </a:solidFill>
                <a:latin typeface="DejaVu Sans"/>
                <a:ea typeface="DejaVu Sans"/>
                <a:cs typeface="DejaVu Sans"/>
              </a:defRPr>
            </a:lvl2pPr>
            <a:lvl3pPr algn="r">
              <a:defRPr sz="1050" b="0">
                <a:solidFill>
                  <a:srgbClr val="526873"/>
                </a:solidFill>
                <a:latin typeface="DejaVu Sans"/>
                <a:ea typeface="DejaVu Sans"/>
                <a:cs typeface="DejaVu Sans"/>
              </a:defRPr>
            </a:lvl3pPr>
            <a:lvl4pPr algn="r">
              <a:defRPr sz="1050" b="0">
                <a:solidFill>
                  <a:srgbClr val="526873"/>
                </a:solidFill>
                <a:latin typeface="DejaVu Sans"/>
                <a:ea typeface="DejaVu Sans"/>
                <a:cs typeface="DejaVu Sans"/>
              </a:defRPr>
            </a:lvl4pPr>
            <a:lvl5pPr algn="r">
              <a:defRPr sz="1050" b="0">
                <a:solidFill>
                  <a:srgbClr val="526873"/>
                </a:solidFill>
                <a:latin typeface="DejaVu Sans"/>
                <a:ea typeface="DejaVu Sans"/>
                <a:cs typeface="DejaVu Sans"/>
              </a:defRPr>
            </a:lvl5pPr>
            <a:lvl6pPr algn="r">
              <a:defRPr sz="1050" b="0">
                <a:solidFill>
                  <a:srgbClr val="526873"/>
                </a:solidFill>
                <a:latin typeface="DejaVu Sans"/>
                <a:ea typeface="DejaVu Sans"/>
                <a:cs typeface="DejaVu Sans"/>
              </a:defRPr>
            </a:lvl6pPr>
            <a:lvl7pPr algn="r">
              <a:defRPr sz="1050" b="0">
                <a:solidFill>
                  <a:srgbClr val="526873"/>
                </a:solidFill>
                <a:latin typeface="DejaVu Sans"/>
                <a:ea typeface="DejaVu Sans"/>
                <a:cs typeface="DejaVu Sans"/>
              </a:defRPr>
            </a:lvl7pPr>
            <a:lvl8pPr algn="r">
              <a:defRPr sz="1050" b="0">
                <a:solidFill>
                  <a:srgbClr val="526873"/>
                </a:solidFill>
                <a:latin typeface="DejaVu Sans"/>
                <a:ea typeface="DejaVu Sans"/>
                <a:cs typeface="DejaVu Sans"/>
              </a:defRPr>
            </a:lvl8pPr>
            <a:lvl9pPr algn="r">
              <a:defRPr sz="1050" b="0">
                <a:solidFill>
                  <a:srgbClr val="526873"/>
                </a:solidFill>
                <a:latin typeface="DejaVu Sans"/>
                <a:ea typeface="DejaVu Sans"/>
                <a:cs typeface="DejaVu Sans"/>
              </a:defRPr>
            </a:lvl9pPr>
          </a:lstStyle>
          <a:p>
            <a:pPr algn="r">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26 / 38</a:t>
            </a:r>
          </a:p>
        </p:txBody>
      </p:sp>
      <p:graphicFrame>
        <p:nvGraphicFramePr>
          <p:cNvPr id="7" name="Chart">
            <a:extLst>
              <a:ext uri="{FF2B5EF4-FFF2-40B4-BE49-F238E27FC236}">
                <a16:creationId xmlns:a16="http://schemas.microsoft.com/office/drawing/2014/main" id="{F6FD8F6E-DBFA-4FCF-AEED-D38189AD30EF}"/>
              </a:ext>
            </a:extLst>
          </p:cNvPr>
          <p:cNvGraphicFramePr/>
          <p:nvPr/>
        </p:nvGraphicFramePr>
        <p:xfrm>
          <a:off x="609600" y="1828800"/>
          <a:ext cx="7181850" cy="3590925"/>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o">
            <a:extLst>
              <a:ext uri="{FF2B5EF4-FFF2-40B4-BE49-F238E27FC236}">
                <a16:creationId xmlns:a16="http://schemas.microsoft.com/office/drawing/2014/main" id="{5FE0F9EA-7606-4910-A20C-9C2E2FBC8793}"/>
              </a:ext>
            </a:extLst>
          </p:cNvPr>
          <p:cNvSpPr>
            <a:spLocks noGrp="1"/>
          </p:cNvSpPr>
          <p:nvPr/>
        </p:nvSpPr>
        <p:spPr>
          <a:xfrm>
            <a:off x="8239125" y="1981200"/>
            <a:ext cx="3314700" cy="1000125"/>
          </a:xfrm>
          <a:prstGeom prst="rect">
            <a:avLst/>
          </a:prstGeom>
          <a:noFill/>
          <a:ln w="0">
            <a:noFill/>
            <a:prstDash val="solid"/>
          </a:ln>
        </p:spPr>
        <p:txBody>
          <a:bodyPr wrap="square" lIns="0" tIns="0" rIns="0" bIns="0" anchor="t">
            <a:noAutofit/>
          </a:bodyPr>
          <a:lstStyle>
            <a:defPPr algn="l">
              <a:defRPr sz="2400" b="1">
                <a:solidFill>
                  <a:srgbClr val="123247"/>
                </a:solidFill>
                <a:latin typeface="DejaVu Sans"/>
                <a:ea typeface="DejaVu Sans"/>
                <a:cs typeface="DejaVu Sans"/>
              </a:defRPr>
            </a:defPPr>
            <a:lvl1pPr algn="l">
              <a:defRPr sz="2400" b="1">
                <a:solidFill>
                  <a:srgbClr val="123247"/>
                </a:solidFill>
                <a:latin typeface="DejaVu Sans"/>
                <a:ea typeface="DejaVu Sans"/>
                <a:cs typeface="DejaVu Sans"/>
              </a:defRPr>
            </a:lvl1pPr>
            <a:lvl2pPr algn="l">
              <a:defRPr sz="2400" b="1">
                <a:solidFill>
                  <a:srgbClr val="123247"/>
                </a:solidFill>
                <a:latin typeface="DejaVu Sans"/>
                <a:ea typeface="DejaVu Sans"/>
                <a:cs typeface="DejaVu Sans"/>
              </a:defRPr>
            </a:lvl2pPr>
            <a:lvl3pPr algn="l">
              <a:defRPr sz="2400" b="1">
                <a:solidFill>
                  <a:srgbClr val="123247"/>
                </a:solidFill>
                <a:latin typeface="DejaVu Sans"/>
                <a:ea typeface="DejaVu Sans"/>
                <a:cs typeface="DejaVu Sans"/>
              </a:defRPr>
            </a:lvl3pPr>
            <a:lvl4pPr algn="l">
              <a:defRPr sz="2400" b="1">
                <a:solidFill>
                  <a:srgbClr val="123247"/>
                </a:solidFill>
                <a:latin typeface="DejaVu Sans"/>
                <a:ea typeface="DejaVu Sans"/>
                <a:cs typeface="DejaVu Sans"/>
              </a:defRPr>
            </a:lvl4pPr>
            <a:lvl5pPr algn="l">
              <a:defRPr sz="2400" b="1">
                <a:solidFill>
                  <a:srgbClr val="123247"/>
                </a:solidFill>
                <a:latin typeface="DejaVu Sans"/>
                <a:ea typeface="DejaVu Sans"/>
                <a:cs typeface="DejaVu Sans"/>
              </a:defRPr>
            </a:lvl5pPr>
            <a:lvl6pPr algn="l">
              <a:defRPr sz="2400" b="1">
                <a:solidFill>
                  <a:srgbClr val="123247"/>
                </a:solidFill>
                <a:latin typeface="DejaVu Sans"/>
                <a:ea typeface="DejaVu Sans"/>
                <a:cs typeface="DejaVu Sans"/>
              </a:defRPr>
            </a:lvl6pPr>
            <a:lvl7pPr algn="l">
              <a:defRPr sz="2400" b="1">
                <a:solidFill>
                  <a:srgbClr val="123247"/>
                </a:solidFill>
                <a:latin typeface="DejaVu Sans"/>
                <a:ea typeface="DejaVu Sans"/>
                <a:cs typeface="DejaVu Sans"/>
              </a:defRPr>
            </a:lvl7pPr>
            <a:lvl8pPr algn="l">
              <a:defRPr sz="2400" b="1">
                <a:solidFill>
                  <a:srgbClr val="123247"/>
                </a:solidFill>
                <a:latin typeface="DejaVu Sans"/>
                <a:ea typeface="DejaVu Sans"/>
                <a:cs typeface="DejaVu Sans"/>
              </a:defRPr>
            </a:lvl8pPr>
            <a:lvl9pPr algn="l">
              <a:defRPr sz="2400" b="1">
                <a:solidFill>
                  <a:srgbClr val="123247"/>
                </a:solidFill>
                <a:latin typeface="DejaVu Sans"/>
                <a:ea typeface="DejaVu Sans"/>
                <a:cs typeface="DejaVu Sans"/>
              </a:defRPr>
            </a:lvl9pPr>
          </a:lstStyle>
          <a:p>
            <a:pPr algn="l">
              <a:defRPr sz="2400" b="1">
                <a:solidFill>
                  <a:srgbClr val="123247"/>
                </a:solidFill>
                <a:latin typeface="DejaVu Sans"/>
                <a:ea typeface="DejaVu Sans"/>
                <a:cs typeface="DejaVu Sans"/>
              </a:defRPr>
            </a:pPr>
            <a:r>
              <a:rPr sz="2400" b="1">
                <a:solidFill>
                  <a:srgbClr val="123247"/>
                </a:solidFill>
                <a:latin typeface="DejaVu Sans"/>
                <a:ea typeface="DejaVu Sans"/>
                <a:cs typeface="DejaVu Sans"/>
              </a:rPr>
              <a:t>Mesma área:</a:t>
            </a:r>
          </a:p>
          <a:p>
            <a:pPr algn="l">
              <a:defRPr sz="2400" b="1">
                <a:solidFill>
                  <a:srgbClr val="123247"/>
                </a:solidFill>
                <a:latin typeface="DejaVu Sans"/>
                <a:ea typeface="DejaVu Sans"/>
                <a:cs typeface="DejaVu Sans"/>
              </a:defRPr>
            </a:pPr>
            <a:r>
              <a:rPr sz="2400" b="1">
                <a:solidFill>
                  <a:srgbClr val="123247"/>
                </a:solidFill>
                <a:latin typeface="DejaVu Sans"/>
                <a:ea typeface="DejaVu Sans"/>
                <a:cs typeface="DejaVu Sans"/>
              </a:rPr>
              <a:t>A = 500 km²</a:t>
            </a:r>
          </a:p>
        </p:txBody>
      </p:sp>
      <p:sp>
        <p:nvSpPr>
          <p:cNvPr id="9" name="texto">
            <a:extLst>
              <a:ext uri="{FF2B5EF4-FFF2-40B4-BE49-F238E27FC236}">
                <a16:creationId xmlns:a16="http://schemas.microsoft.com/office/drawing/2014/main" id="{A1E01F7D-0AA0-46CF-807A-1BB976C3610F}"/>
              </a:ext>
            </a:extLst>
          </p:cNvPr>
          <p:cNvSpPr>
            <a:spLocks noGrp="1"/>
          </p:cNvSpPr>
          <p:nvPr/>
        </p:nvSpPr>
        <p:spPr>
          <a:xfrm>
            <a:off x="8239125" y="3371850"/>
            <a:ext cx="3314700" cy="762000"/>
          </a:xfrm>
          <a:prstGeom prst="rect">
            <a:avLst/>
          </a:prstGeom>
          <a:noFill/>
          <a:ln w="0">
            <a:noFill/>
            <a:prstDash val="solid"/>
          </a:ln>
        </p:spPr>
        <p:txBody>
          <a:bodyPr wrap="square" lIns="0" tIns="0" rIns="0" bIns="0" anchor="t">
            <a:noAutofit/>
          </a:bodyPr>
          <a:lstStyle>
            <a:defPPr algn="l">
              <a:defRPr sz="2175" b="1">
                <a:solidFill>
                  <a:srgbClr val="087F88"/>
                </a:solidFill>
                <a:latin typeface="DejaVu Sans"/>
                <a:ea typeface="DejaVu Sans"/>
                <a:cs typeface="DejaVu Sans"/>
              </a:defRPr>
            </a:defPPr>
            <a:lvl1pPr algn="l">
              <a:defRPr sz="2175" b="1">
                <a:solidFill>
                  <a:srgbClr val="087F88"/>
                </a:solidFill>
                <a:latin typeface="DejaVu Sans"/>
                <a:ea typeface="DejaVu Sans"/>
                <a:cs typeface="DejaVu Sans"/>
              </a:defRPr>
            </a:lvl1pPr>
            <a:lvl2pPr algn="l">
              <a:defRPr sz="2175" b="1">
                <a:solidFill>
                  <a:srgbClr val="087F88"/>
                </a:solidFill>
                <a:latin typeface="DejaVu Sans"/>
                <a:ea typeface="DejaVu Sans"/>
                <a:cs typeface="DejaVu Sans"/>
              </a:defRPr>
            </a:lvl2pPr>
            <a:lvl3pPr algn="l">
              <a:defRPr sz="2175" b="1">
                <a:solidFill>
                  <a:srgbClr val="087F88"/>
                </a:solidFill>
                <a:latin typeface="DejaVu Sans"/>
                <a:ea typeface="DejaVu Sans"/>
                <a:cs typeface="DejaVu Sans"/>
              </a:defRPr>
            </a:lvl3pPr>
            <a:lvl4pPr algn="l">
              <a:defRPr sz="2175" b="1">
                <a:solidFill>
                  <a:srgbClr val="087F88"/>
                </a:solidFill>
                <a:latin typeface="DejaVu Sans"/>
                <a:ea typeface="DejaVu Sans"/>
                <a:cs typeface="DejaVu Sans"/>
              </a:defRPr>
            </a:lvl4pPr>
            <a:lvl5pPr algn="l">
              <a:defRPr sz="2175" b="1">
                <a:solidFill>
                  <a:srgbClr val="087F88"/>
                </a:solidFill>
                <a:latin typeface="DejaVu Sans"/>
                <a:ea typeface="DejaVu Sans"/>
                <a:cs typeface="DejaVu Sans"/>
              </a:defRPr>
            </a:lvl5pPr>
            <a:lvl6pPr algn="l">
              <a:defRPr sz="2175" b="1">
                <a:solidFill>
                  <a:srgbClr val="087F88"/>
                </a:solidFill>
                <a:latin typeface="DejaVu Sans"/>
                <a:ea typeface="DejaVu Sans"/>
                <a:cs typeface="DejaVu Sans"/>
              </a:defRPr>
            </a:lvl6pPr>
            <a:lvl7pPr algn="l">
              <a:defRPr sz="2175" b="1">
                <a:solidFill>
                  <a:srgbClr val="087F88"/>
                </a:solidFill>
                <a:latin typeface="DejaVu Sans"/>
                <a:ea typeface="DejaVu Sans"/>
                <a:cs typeface="DejaVu Sans"/>
              </a:defRPr>
            </a:lvl7pPr>
            <a:lvl8pPr algn="l">
              <a:defRPr sz="2175" b="1">
                <a:solidFill>
                  <a:srgbClr val="087F88"/>
                </a:solidFill>
                <a:latin typeface="DejaVu Sans"/>
                <a:ea typeface="DejaVu Sans"/>
                <a:cs typeface="DejaVu Sans"/>
              </a:defRPr>
            </a:lvl8pPr>
            <a:lvl9pPr algn="l">
              <a:defRPr sz="2175" b="1">
                <a:solidFill>
                  <a:srgbClr val="087F88"/>
                </a:solidFill>
                <a:latin typeface="DejaVu Sans"/>
                <a:ea typeface="DejaVu Sans"/>
                <a:cs typeface="DejaVu Sans"/>
              </a:defRPr>
            </a:lvl9pPr>
          </a:lstStyle>
          <a:p>
            <a:pPr algn="l">
              <a:defRPr sz="2175" b="1">
                <a:solidFill>
                  <a:srgbClr val="087F88"/>
                </a:solidFill>
                <a:latin typeface="DejaVu Sans"/>
                <a:ea typeface="DejaVu Sans"/>
                <a:cs typeface="DejaVu Sans"/>
              </a:defRPr>
            </a:pPr>
            <a:r>
              <a:rPr sz="2175" b="1">
                <a:solidFill>
                  <a:srgbClr val="087F88"/>
                </a:solidFill>
                <a:latin typeface="DejaVu Sans"/>
                <a:ea typeface="DejaVu Sans"/>
                <a:cs typeface="DejaVu Sans"/>
              </a:rPr>
              <a:t>Regime 1: 5,05 m³/s</a:t>
            </a:r>
          </a:p>
        </p:txBody>
      </p:sp>
      <p:sp>
        <p:nvSpPr>
          <p:cNvPr id="10" name="texto">
            <a:extLst>
              <a:ext uri="{FF2B5EF4-FFF2-40B4-BE49-F238E27FC236}">
                <a16:creationId xmlns:a16="http://schemas.microsoft.com/office/drawing/2014/main" id="{A38C08DF-79C8-43F0-9332-AF473BE1DD44}"/>
              </a:ext>
            </a:extLst>
          </p:cNvPr>
          <p:cNvSpPr>
            <a:spLocks noGrp="1"/>
          </p:cNvSpPr>
          <p:nvPr/>
        </p:nvSpPr>
        <p:spPr>
          <a:xfrm>
            <a:off x="8239125" y="4229100"/>
            <a:ext cx="3314700" cy="762000"/>
          </a:xfrm>
          <a:prstGeom prst="rect">
            <a:avLst/>
          </a:prstGeom>
          <a:noFill/>
          <a:ln w="0">
            <a:noFill/>
            <a:prstDash val="solid"/>
          </a:ln>
        </p:spPr>
        <p:txBody>
          <a:bodyPr wrap="square" lIns="0" tIns="0" rIns="0" bIns="0" anchor="t">
            <a:noAutofit/>
          </a:bodyPr>
          <a:lstStyle>
            <a:defPPr algn="l">
              <a:defRPr sz="2175" b="1">
                <a:solidFill>
                  <a:srgbClr val="C47B23"/>
                </a:solidFill>
                <a:latin typeface="DejaVu Sans"/>
                <a:ea typeface="DejaVu Sans"/>
                <a:cs typeface="DejaVu Sans"/>
              </a:defRPr>
            </a:defPPr>
            <a:lvl1pPr algn="l">
              <a:defRPr sz="2175" b="1">
                <a:solidFill>
                  <a:srgbClr val="C47B23"/>
                </a:solidFill>
                <a:latin typeface="DejaVu Sans"/>
                <a:ea typeface="DejaVu Sans"/>
                <a:cs typeface="DejaVu Sans"/>
              </a:defRPr>
            </a:lvl1pPr>
            <a:lvl2pPr algn="l">
              <a:defRPr sz="2175" b="1">
                <a:solidFill>
                  <a:srgbClr val="C47B23"/>
                </a:solidFill>
                <a:latin typeface="DejaVu Sans"/>
                <a:ea typeface="DejaVu Sans"/>
                <a:cs typeface="DejaVu Sans"/>
              </a:defRPr>
            </a:lvl2pPr>
            <a:lvl3pPr algn="l">
              <a:defRPr sz="2175" b="1">
                <a:solidFill>
                  <a:srgbClr val="C47B23"/>
                </a:solidFill>
                <a:latin typeface="DejaVu Sans"/>
                <a:ea typeface="DejaVu Sans"/>
                <a:cs typeface="DejaVu Sans"/>
              </a:defRPr>
            </a:lvl3pPr>
            <a:lvl4pPr algn="l">
              <a:defRPr sz="2175" b="1">
                <a:solidFill>
                  <a:srgbClr val="C47B23"/>
                </a:solidFill>
                <a:latin typeface="DejaVu Sans"/>
                <a:ea typeface="DejaVu Sans"/>
                <a:cs typeface="DejaVu Sans"/>
              </a:defRPr>
            </a:lvl4pPr>
            <a:lvl5pPr algn="l">
              <a:defRPr sz="2175" b="1">
                <a:solidFill>
                  <a:srgbClr val="C47B23"/>
                </a:solidFill>
                <a:latin typeface="DejaVu Sans"/>
                <a:ea typeface="DejaVu Sans"/>
                <a:cs typeface="DejaVu Sans"/>
              </a:defRPr>
            </a:lvl5pPr>
            <a:lvl6pPr algn="l">
              <a:defRPr sz="2175" b="1">
                <a:solidFill>
                  <a:srgbClr val="C47B23"/>
                </a:solidFill>
                <a:latin typeface="DejaVu Sans"/>
                <a:ea typeface="DejaVu Sans"/>
                <a:cs typeface="DejaVu Sans"/>
              </a:defRPr>
            </a:lvl6pPr>
            <a:lvl7pPr algn="l">
              <a:defRPr sz="2175" b="1">
                <a:solidFill>
                  <a:srgbClr val="C47B23"/>
                </a:solidFill>
                <a:latin typeface="DejaVu Sans"/>
                <a:ea typeface="DejaVu Sans"/>
                <a:cs typeface="DejaVu Sans"/>
              </a:defRPr>
            </a:lvl7pPr>
            <a:lvl8pPr algn="l">
              <a:defRPr sz="2175" b="1">
                <a:solidFill>
                  <a:srgbClr val="C47B23"/>
                </a:solidFill>
                <a:latin typeface="DejaVu Sans"/>
                <a:ea typeface="DejaVu Sans"/>
                <a:cs typeface="DejaVu Sans"/>
              </a:defRPr>
            </a:lvl8pPr>
            <a:lvl9pPr algn="l">
              <a:defRPr sz="2175" b="1">
                <a:solidFill>
                  <a:srgbClr val="C47B23"/>
                </a:solidFill>
                <a:latin typeface="DejaVu Sans"/>
                <a:ea typeface="DejaVu Sans"/>
                <a:cs typeface="DejaVu Sans"/>
              </a:defRPr>
            </a:lvl9pPr>
          </a:lstStyle>
          <a:p>
            <a:pPr algn="l">
              <a:defRPr sz="2175" b="1">
                <a:solidFill>
                  <a:srgbClr val="C47B23"/>
                </a:solidFill>
                <a:latin typeface="DejaVu Sans"/>
                <a:ea typeface="DejaVu Sans"/>
                <a:cs typeface="DejaVu Sans"/>
              </a:defRPr>
            </a:pPr>
            <a:r>
              <a:rPr sz="2175" b="1">
                <a:solidFill>
                  <a:srgbClr val="C47B23"/>
                </a:solidFill>
                <a:latin typeface="DejaVu Sans"/>
                <a:ea typeface="DejaVu Sans"/>
                <a:cs typeface="DejaVu Sans"/>
              </a:rPr>
              <a:t>Regime 2: 2,14 m³/s</a:t>
            </a:r>
          </a:p>
        </p:txBody>
      </p:sp>
      <p:sp>
        <p:nvSpPr>
          <p:cNvPr id="11" name="Rectangle 10">
            <a:extLst>
              <a:ext uri="{FF2B5EF4-FFF2-40B4-BE49-F238E27FC236}">
                <a16:creationId xmlns:a16="http://schemas.microsoft.com/office/drawing/2014/main" id="{54E1DF11-C99A-4B3C-AF25-8A6B6139D6B1}"/>
              </a:ext>
            </a:extLst>
          </p:cNvPr>
          <p:cNvSpPr>
            <a:spLocks noGrp="1"/>
          </p:cNvSpPr>
          <p:nvPr/>
        </p:nvSpPr>
        <p:spPr>
          <a:xfrm>
            <a:off x="809625" y="5695950"/>
            <a:ext cx="180975" cy="57150"/>
          </a:xfrm>
          <a:prstGeom prst="rect">
            <a:avLst/>
          </a:prstGeom>
          <a:solidFill>
            <a:srgbClr val="087F88"/>
          </a:solidFill>
          <a:ln w="0">
            <a:noFill/>
            <a:prstDash val="solid"/>
          </a:ln>
        </p:spPr>
        <p:txBody>
          <a:bodyPr/>
          <a:lstStyle/>
          <a:p>
            <a:endParaRPr lang="en-GB"/>
          </a:p>
        </p:txBody>
      </p:sp>
      <p:sp>
        <p:nvSpPr>
          <p:cNvPr id="12" name="texto">
            <a:extLst>
              <a:ext uri="{FF2B5EF4-FFF2-40B4-BE49-F238E27FC236}">
                <a16:creationId xmlns:a16="http://schemas.microsoft.com/office/drawing/2014/main" id="{2537E3AD-026E-4AEB-B867-3659CC1DA70A}"/>
              </a:ext>
            </a:extLst>
          </p:cNvPr>
          <p:cNvSpPr>
            <a:spLocks noGrp="1"/>
          </p:cNvSpPr>
          <p:nvPr/>
        </p:nvSpPr>
        <p:spPr>
          <a:xfrm>
            <a:off x="1076325" y="5619750"/>
            <a:ext cx="2066925" cy="304800"/>
          </a:xfrm>
          <a:prstGeom prst="rect">
            <a:avLst/>
          </a:prstGeom>
          <a:noFill/>
          <a:ln w="0">
            <a:noFill/>
            <a:prstDash val="solid"/>
          </a:ln>
        </p:spPr>
        <p:txBody>
          <a:bodyPr wrap="square" lIns="0" tIns="0" rIns="0" bIns="0" anchor="t">
            <a:noAutofit/>
          </a:bodyPr>
          <a:lstStyle>
            <a:defPPr algn="l">
              <a:defRPr sz="1425" b="0">
                <a:solidFill>
                  <a:srgbClr val="193647"/>
                </a:solidFill>
                <a:latin typeface="DejaVu Sans"/>
                <a:ea typeface="DejaVu Sans"/>
                <a:cs typeface="DejaVu Sans"/>
              </a:defRPr>
            </a:defPPr>
            <a:lvl1pPr algn="l">
              <a:defRPr sz="1425" b="0">
                <a:solidFill>
                  <a:srgbClr val="193647"/>
                </a:solidFill>
                <a:latin typeface="DejaVu Sans"/>
                <a:ea typeface="DejaVu Sans"/>
                <a:cs typeface="DejaVu Sans"/>
              </a:defRPr>
            </a:lvl1pPr>
            <a:lvl2pPr algn="l">
              <a:defRPr sz="1425" b="0">
                <a:solidFill>
                  <a:srgbClr val="193647"/>
                </a:solidFill>
                <a:latin typeface="DejaVu Sans"/>
                <a:ea typeface="DejaVu Sans"/>
                <a:cs typeface="DejaVu Sans"/>
              </a:defRPr>
            </a:lvl2pPr>
            <a:lvl3pPr algn="l">
              <a:defRPr sz="1425" b="0">
                <a:solidFill>
                  <a:srgbClr val="193647"/>
                </a:solidFill>
                <a:latin typeface="DejaVu Sans"/>
                <a:ea typeface="DejaVu Sans"/>
                <a:cs typeface="DejaVu Sans"/>
              </a:defRPr>
            </a:lvl3pPr>
            <a:lvl4pPr algn="l">
              <a:defRPr sz="1425" b="0">
                <a:solidFill>
                  <a:srgbClr val="193647"/>
                </a:solidFill>
                <a:latin typeface="DejaVu Sans"/>
                <a:ea typeface="DejaVu Sans"/>
                <a:cs typeface="DejaVu Sans"/>
              </a:defRPr>
            </a:lvl4pPr>
            <a:lvl5pPr algn="l">
              <a:defRPr sz="1425" b="0">
                <a:solidFill>
                  <a:srgbClr val="193647"/>
                </a:solidFill>
                <a:latin typeface="DejaVu Sans"/>
                <a:ea typeface="DejaVu Sans"/>
                <a:cs typeface="DejaVu Sans"/>
              </a:defRPr>
            </a:lvl5pPr>
            <a:lvl6pPr algn="l">
              <a:defRPr sz="1425" b="0">
                <a:solidFill>
                  <a:srgbClr val="193647"/>
                </a:solidFill>
                <a:latin typeface="DejaVu Sans"/>
                <a:ea typeface="DejaVu Sans"/>
                <a:cs typeface="DejaVu Sans"/>
              </a:defRPr>
            </a:lvl6pPr>
            <a:lvl7pPr algn="l">
              <a:defRPr sz="1425" b="0">
                <a:solidFill>
                  <a:srgbClr val="193647"/>
                </a:solidFill>
                <a:latin typeface="DejaVu Sans"/>
                <a:ea typeface="DejaVu Sans"/>
                <a:cs typeface="DejaVu Sans"/>
              </a:defRPr>
            </a:lvl7pPr>
            <a:lvl8pPr algn="l">
              <a:defRPr sz="1425" b="0">
                <a:solidFill>
                  <a:srgbClr val="193647"/>
                </a:solidFill>
                <a:latin typeface="DejaVu Sans"/>
                <a:ea typeface="DejaVu Sans"/>
                <a:cs typeface="DejaVu Sans"/>
              </a:defRPr>
            </a:lvl8pPr>
            <a:lvl9pPr algn="l">
              <a:defRPr sz="1425" b="0">
                <a:solidFill>
                  <a:srgbClr val="193647"/>
                </a:solidFill>
                <a:latin typeface="DejaVu Sans"/>
                <a:ea typeface="DejaVu Sans"/>
                <a:cs typeface="DejaVu Sans"/>
              </a:defRPr>
            </a:lvl9pPr>
          </a:lstStyle>
          <a:p>
            <a:pPr algn="l">
              <a:defRPr sz="1425" b="0">
                <a:solidFill>
                  <a:srgbClr val="193647"/>
                </a:solidFill>
                <a:latin typeface="DejaVu Sans"/>
                <a:ea typeface="DejaVu Sans"/>
                <a:cs typeface="DejaVu Sans"/>
              </a:defRPr>
            </a:pPr>
            <a:r>
              <a:rPr sz="1425" b="0">
                <a:solidFill>
                  <a:srgbClr val="193647"/>
                </a:solidFill>
                <a:latin typeface="DejaVu Sans"/>
                <a:ea typeface="DejaVu Sans"/>
                <a:cs typeface="DejaVu Sans"/>
              </a:rPr>
              <a:t>Regime 1</a:t>
            </a:r>
          </a:p>
        </p:txBody>
      </p:sp>
      <p:sp>
        <p:nvSpPr>
          <p:cNvPr id="13" name="Rectangle 12">
            <a:extLst>
              <a:ext uri="{FF2B5EF4-FFF2-40B4-BE49-F238E27FC236}">
                <a16:creationId xmlns:a16="http://schemas.microsoft.com/office/drawing/2014/main" id="{9D93AF16-D272-42DF-8126-559D1D06CBFE}"/>
              </a:ext>
            </a:extLst>
          </p:cNvPr>
          <p:cNvSpPr>
            <a:spLocks noGrp="1"/>
          </p:cNvSpPr>
          <p:nvPr/>
        </p:nvSpPr>
        <p:spPr>
          <a:xfrm>
            <a:off x="3190875" y="5695950"/>
            <a:ext cx="180975" cy="57150"/>
          </a:xfrm>
          <a:prstGeom prst="rect">
            <a:avLst/>
          </a:prstGeom>
          <a:solidFill>
            <a:srgbClr val="C47B23"/>
          </a:solidFill>
          <a:ln w="0">
            <a:noFill/>
            <a:prstDash val="solid"/>
          </a:ln>
        </p:spPr>
        <p:txBody>
          <a:bodyPr/>
          <a:lstStyle/>
          <a:p>
            <a:endParaRPr lang="en-GB"/>
          </a:p>
        </p:txBody>
      </p:sp>
      <p:sp>
        <p:nvSpPr>
          <p:cNvPr id="14" name="texto">
            <a:extLst>
              <a:ext uri="{FF2B5EF4-FFF2-40B4-BE49-F238E27FC236}">
                <a16:creationId xmlns:a16="http://schemas.microsoft.com/office/drawing/2014/main" id="{D626ADC2-FF31-40DE-9B9A-C5A349CD096E}"/>
              </a:ext>
            </a:extLst>
          </p:cNvPr>
          <p:cNvSpPr>
            <a:spLocks noGrp="1"/>
          </p:cNvSpPr>
          <p:nvPr/>
        </p:nvSpPr>
        <p:spPr>
          <a:xfrm>
            <a:off x="3457575" y="5619750"/>
            <a:ext cx="2066925" cy="304800"/>
          </a:xfrm>
          <a:prstGeom prst="rect">
            <a:avLst/>
          </a:prstGeom>
          <a:noFill/>
          <a:ln w="0">
            <a:noFill/>
            <a:prstDash val="solid"/>
          </a:ln>
        </p:spPr>
        <p:txBody>
          <a:bodyPr wrap="square" lIns="0" tIns="0" rIns="0" bIns="0" anchor="t">
            <a:noAutofit/>
          </a:bodyPr>
          <a:lstStyle>
            <a:defPPr algn="l">
              <a:defRPr sz="1425" b="0">
                <a:solidFill>
                  <a:srgbClr val="193647"/>
                </a:solidFill>
                <a:latin typeface="DejaVu Sans"/>
                <a:ea typeface="DejaVu Sans"/>
                <a:cs typeface="DejaVu Sans"/>
              </a:defRPr>
            </a:defPPr>
            <a:lvl1pPr algn="l">
              <a:defRPr sz="1425" b="0">
                <a:solidFill>
                  <a:srgbClr val="193647"/>
                </a:solidFill>
                <a:latin typeface="DejaVu Sans"/>
                <a:ea typeface="DejaVu Sans"/>
                <a:cs typeface="DejaVu Sans"/>
              </a:defRPr>
            </a:lvl1pPr>
            <a:lvl2pPr algn="l">
              <a:defRPr sz="1425" b="0">
                <a:solidFill>
                  <a:srgbClr val="193647"/>
                </a:solidFill>
                <a:latin typeface="DejaVu Sans"/>
                <a:ea typeface="DejaVu Sans"/>
                <a:cs typeface="DejaVu Sans"/>
              </a:defRPr>
            </a:lvl2pPr>
            <a:lvl3pPr algn="l">
              <a:defRPr sz="1425" b="0">
                <a:solidFill>
                  <a:srgbClr val="193647"/>
                </a:solidFill>
                <a:latin typeface="DejaVu Sans"/>
                <a:ea typeface="DejaVu Sans"/>
                <a:cs typeface="DejaVu Sans"/>
              </a:defRPr>
            </a:lvl3pPr>
            <a:lvl4pPr algn="l">
              <a:defRPr sz="1425" b="0">
                <a:solidFill>
                  <a:srgbClr val="193647"/>
                </a:solidFill>
                <a:latin typeface="DejaVu Sans"/>
                <a:ea typeface="DejaVu Sans"/>
                <a:cs typeface="DejaVu Sans"/>
              </a:defRPr>
            </a:lvl4pPr>
            <a:lvl5pPr algn="l">
              <a:defRPr sz="1425" b="0">
                <a:solidFill>
                  <a:srgbClr val="193647"/>
                </a:solidFill>
                <a:latin typeface="DejaVu Sans"/>
                <a:ea typeface="DejaVu Sans"/>
                <a:cs typeface="DejaVu Sans"/>
              </a:defRPr>
            </a:lvl5pPr>
            <a:lvl6pPr algn="l">
              <a:defRPr sz="1425" b="0">
                <a:solidFill>
                  <a:srgbClr val="193647"/>
                </a:solidFill>
                <a:latin typeface="DejaVu Sans"/>
                <a:ea typeface="DejaVu Sans"/>
                <a:cs typeface="DejaVu Sans"/>
              </a:defRPr>
            </a:lvl6pPr>
            <a:lvl7pPr algn="l">
              <a:defRPr sz="1425" b="0">
                <a:solidFill>
                  <a:srgbClr val="193647"/>
                </a:solidFill>
                <a:latin typeface="DejaVu Sans"/>
                <a:ea typeface="DejaVu Sans"/>
                <a:cs typeface="DejaVu Sans"/>
              </a:defRPr>
            </a:lvl7pPr>
            <a:lvl8pPr algn="l">
              <a:defRPr sz="1425" b="0">
                <a:solidFill>
                  <a:srgbClr val="193647"/>
                </a:solidFill>
                <a:latin typeface="DejaVu Sans"/>
                <a:ea typeface="DejaVu Sans"/>
                <a:cs typeface="DejaVu Sans"/>
              </a:defRPr>
            </a:lvl8pPr>
            <a:lvl9pPr algn="l">
              <a:defRPr sz="1425" b="0">
                <a:solidFill>
                  <a:srgbClr val="193647"/>
                </a:solidFill>
                <a:latin typeface="DejaVu Sans"/>
                <a:ea typeface="DejaVu Sans"/>
                <a:cs typeface="DejaVu Sans"/>
              </a:defRPr>
            </a:lvl9pPr>
          </a:lstStyle>
          <a:p>
            <a:pPr algn="l">
              <a:defRPr sz="1425" b="0">
                <a:solidFill>
                  <a:srgbClr val="193647"/>
                </a:solidFill>
                <a:latin typeface="DejaVu Sans"/>
                <a:ea typeface="DejaVu Sans"/>
                <a:cs typeface="DejaVu Sans"/>
              </a:defRPr>
            </a:pPr>
            <a:r>
              <a:rPr sz="1425" b="0">
                <a:solidFill>
                  <a:srgbClr val="193647"/>
                </a:solidFill>
                <a:latin typeface="DejaVu Sans"/>
                <a:ea typeface="DejaVu Sans"/>
                <a:cs typeface="DejaVu Sans"/>
              </a:rPr>
              <a:t>Regime 2</a:t>
            </a:r>
          </a:p>
        </p:txBody>
      </p:sp>
      <p:sp>
        <p:nvSpPr>
          <p:cNvPr id="15" name="Rectangle 14">
            <a:extLst>
              <a:ext uri="{FF2B5EF4-FFF2-40B4-BE49-F238E27FC236}">
                <a16:creationId xmlns:a16="http://schemas.microsoft.com/office/drawing/2014/main" id="{8D00D1C8-6703-4A30-B4D2-FDFEED0A556E}"/>
              </a:ext>
            </a:extLst>
          </p:cNvPr>
          <p:cNvSpPr>
            <a:spLocks noGrp="1"/>
          </p:cNvSpPr>
          <p:nvPr/>
        </p:nvSpPr>
        <p:spPr>
          <a:xfrm>
            <a:off x="5572125" y="5695950"/>
            <a:ext cx="180975" cy="57150"/>
          </a:xfrm>
          <a:prstGeom prst="rect">
            <a:avLst/>
          </a:prstGeom>
          <a:solidFill>
            <a:srgbClr val="123247"/>
          </a:solidFill>
          <a:ln w="0">
            <a:noFill/>
            <a:prstDash val="solid"/>
          </a:ln>
        </p:spPr>
        <p:txBody>
          <a:bodyPr/>
          <a:lstStyle/>
          <a:p>
            <a:endParaRPr lang="en-GB"/>
          </a:p>
        </p:txBody>
      </p:sp>
      <p:sp>
        <p:nvSpPr>
          <p:cNvPr id="16" name="texto">
            <a:extLst>
              <a:ext uri="{FF2B5EF4-FFF2-40B4-BE49-F238E27FC236}">
                <a16:creationId xmlns:a16="http://schemas.microsoft.com/office/drawing/2014/main" id="{8D3E4BCB-1925-43D8-AF3E-8FC6ECA70401}"/>
              </a:ext>
            </a:extLst>
          </p:cNvPr>
          <p:cNvSpPr>
            <a:spLocks noGrp="1"/>
          </p:cNvSpPr>
          <p:nvPr/>
        </p:nvSpPr>
        <p:spPr>
          <a:xfrm>
            <a:off x="5838825" y="5619750"/>
            <a:ext cx="2066925" cy="304800"/>
          </a:xfrm>
          <a:prstGeom prst="rect">
            <a:avLst/>
          </a:prstGeom>
          <a:noFill/>
          <a:ln w="0">
            <a:noFill/>
            <a:prstDash val="solid"/>
          </a:ln>
        </p:spPr>
        <p:txBody>
          <a:bodyPr wrap="square" lIns="0" tIns="0" rIns="0" bIns="0" anchor="t">
            <a:noAutofit/>
          </a:bodyPr>
          <a:lstStyle>
            <a:defPPr algn="l">
              <a:defRPr sz="1425" b="0">
                <a:solidFill>
                  <a:srgbClr val="193647"/>
                </a:solidFill>
                <a:latin typeface="DejaVu Sans"/>
                <a:ea typeface="DejaVu Sans"/>
                <a:cs typeface="DejaVu Sans"/>
              </a:defRPr>
            </a:defPPr>
            <a:lvl1pPr algn="l">
              <a:defRPr sz="1425" b="0">
                <a:solidFill>
                  <a:srgbClr val="193647"/>
                </a:solidFill>
                <a:latin typeface="DejaVu Sans"/>
                <a:ea typeface="DejaVu Sans"/>
                <a:cs typeface="DejaVu Sans"/>
              </a:defRPr>
            </a:lvl1pPr>
            <a:lvl2pPr algn="l">
              <a:defRPr sz="1425" b="0">
                <a:solidFill>
                  <a:srgbClr val="193647"/>
                </a:solidFill>
                <a:latin typeface="DejaVu Sans"/>
                <a:ea typeface="DejaVu Sans"/>
                <a:cs typeface="DejaVu Sans"/>
              </a:defRPr>
            </a:lvl2pPr>
            <a:lvl3pPr algn="l">
              <a:defRPr sz="1425" b="0">
                <a:solidFill>
                  <a:srgbClr val="193647"/>
                </a:solidFill>
                <a:latin typeface="DejaVu Sans"/>
                <a:ea typeface="DejaVu Sans"/>
                <a:cs typeface="DejaVu Sans"/>
              </a:defRPr>
            </a:lvl3pPr>
            <a:lvl4pPr algn="l">
              <a:defRPr sz="1425" b="0">
                <a:solidFill>
                  <a:srgbClr val="193647"/>
                </a:solidFill>
                <a:latin typeface="DejaVu Sans"/>
                <a:ea typeface="DejaVu Sans"/>
                <a:cs typeface="DejaVu Sans"/>
              </a:defRPr>
            </a:lvl4pPr>
            <a:lvl5pPr algn="l">
              <a:defRPr sz="1425" b="0">
                <a:solidFill>
                  <a:srgbClr val="193647"/>
                </a:solidFill>
                <a:latin typeface="DejaVu Sans"/>
                <a:ea typeface="DejaVu Sans"/>
                <a:cs typeface="DejaVu Sans"/>
              </a:defRPr>
            </a:lvl5pPr>
            <a:lvl6pPr algn="l">
              <a:defRPr sz="1425" b="0">
                <a:solidFill>
                  <a:srgbClr val="193647"/>
                </a:solidFill>
                <a:latin typeface="DejaVu Sans"/>
                <a:ea typeface="DejaVu Sans"/>
                <a:cs typeface="DejaVu Sans"/>
              </a:defRPr>
            </a:lvl6pPr>
            <a:lvl7pPr algn="l">
              <a:defRPr sz="1425" b="0">
                <a:solidFill>
                  <a:srgbClr val="193647"/>
                </a:solidFill>
                <a:latin typeface="DejaVu Sans"/>
                <a:ea typeface="DejaVu Sans"/>
                <a:cs typeface="DejaVu Sans"/>
              </a:defRPr>
            </a:lvl7pPr>
            <a:lvl8pPr algn="l">
              <a:defRPr sz="1425" b="0">
                <a:solidFill>
                  <a:srgbClr val="193647"/>
                </a:solidFill>
                <a:latin typeface="DejaVu Sans"/>
                <a:ea typeface="DejaVu Sans"/>
                <a:cs typeface="DejaVu Sans"/>
              </a:defRPr>
            </a:lvl8pPr>
            <a:lvl9pPr algn="l">
              <a:defRPr sz="1425" b="0">
                <a:solidFill>
                  <a:srgbClr val="193647"/>
                </a:solidFill>
                <a:latin typeface="DejaVu Sans"/>
                <a:ea typeface="DejaVu Sans"/>
                <a:cs typeface="DejaVu Sans"/>
              </a:defRPr>
            </a:lvl9pPr>
          </a:lstStyle>
          <a:p>
            <a:pPr algn="l">
              <a:defRPr sz="1425" b="0">
                <a:solidFill>
                  <a:srgbClr val="193647"/>
                </a:solidFill>
                <a:latin typeface="DejaVu Sans"/>
                <a:ea typeface="DejaVu Sans"/>
                <a:cs typeface="DejaVu Sans"/>
              </a:defRPr>
            </a:pPr>
            <a:r>
              <a:rPr sz="1425" b="0">
                <a:solidFill>
                  <a:srgbClr val="193647"/>
                </a:solidFill>
                <a:latin typeface="DejaVu Sans"/>
                <a:ea typeface="DejaVu Sans"/>
                <a:cs typeface="DejaVu Sans"/>
              </a:rPr>
              <a:t>Ajuste conjunto</a:t>
            </a:r>
          </a:p>
        </p:txBody>
      </p:sp>
    </p:spTree>
    <p:extLst>
      <p:ext uri="{BB962C8B-B14F-4D97-AF65-F5344CB8AC3E}">
        <p14:creationId xmlns:p14="http://schemas.microsoft.com/office/powerpoint/2010/main" val="4446217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3" name="texto">
            <a:extLst>
              <a:ext uri="{FF2B5EF4-FFF2-40B4-BE49-F238E27FC236}">
                <a16:creationId xmlns:a16="http://schemas.microsoft.com/office/drawing/2014/main" id="{8335639B-A133-49EC-A085-2F06E900F655}"/>
              </a:ext>
            </a:extLst>
          </p:cNvPr>
          <p:cNvSpPr>
            <a:spLocks noGrp="1"/>
          </p:cNvSpPr>
          <p:nvPr/>
        </p:nvSpPr>
        <p:spPr>
          <a:xfrm>
            <a:off x="609600" y="285750"/>
            <a:ext cx="10668000" cy="247650"/>
          </a:xfrm>
          <a:prstGeom prst="rect">
            <a:avLst/>
          </a:prstGeom>
          <a:noFill/>
          <a:ln w="0">
            <a:noFill/>
            <a:prstDash val="solid"/>
          </a:ln>
        </p:spPr>
        <p:txBody>
          <a:bodyPr wrap="square" lIns="0" tIns="0" rIns="0" bIns="0" anchor="t">
            <a:noAutofit/>
          </a:bodyPr>
          <a:lstStyle>
            <a:defPPr algn="l">
              <a:defRPr sz="1275" b="1">
                <a:solidFill>
                  <a:srgbClr val="087F88"/>
                </a:solidFill>
                <a:latin typeface="DejaVu Sans"/>
                <a:ea typeface="DejaVu Sans"/>
                <a:cs typeface="DejaVu Sans"/>
              </a:defRPr>
            </a:defPPr>
            <a:lvl1pPr algn="l">
              <a:defRPr sz="1275" b="1">
                <a:solidFill>
                  <a:srgbClr val="087F88"/>
                </a:solidFill>
                <a:latin typeface="DejaVu Sans"/>
                <a:ea typeface="DejaVu Sans"/>
                <a:cs typeface="DejaVu Sans"/>
              </a:defRPr>
            </a:lvl1pPr>
            <a:lvl2pPr algn="l">
              <a:defRPr sz="1275" b="1">
                <a:solidFill>
                  <a:srgbClr val="087F88"/>
                </a:solidFill>
                <a:latin typeface="DejaVu Sans"/>
                <a:ea typeface="DejaVu Sans"/>
                <a:cs typeface="DejaVu Sans"/>
              </a:defRPr>
            </a:lvl2pPr>
            <a:lvl3pPr algn="l">
              <a:defRPr sz="1275" b="1">
                <a:solidFill>
                  <a:srgbClr val="087F88"/>
                </a:solidFill>
                <a:latin typeface="DejaVu Sans"/>
                <a:ea typeface="DejaVu Sans"/>
                <a:cs typeface="DejaVu Sans"/>
              </a:defRPr>
            </a:lvl3pPr>
            <a:lvl4pPr algn="l">
              <a:defRPr sz="1275" b="1">
                <a:solidFill>
                  <a:srgbClr val="087F88"/>
                </a:solidFill>
                <a:latin typeface="DejaVu Sans"/>
                <a:ea typeface="DejaVu Sans"/>
                <a:cs typeface="DejaVu Sans"/>
              </a:defRPr>
            </a:lvl4pPr>
            <a:lvl5pPr algn="l">
              <a:defRPr sz="1275" b="1">
                <a:solidFill>
                  <a:srgbClr val="087F88"/>
                </a:solidFill>
                <a:latin typeface="DejaVu Sans"/>
                <a:ea typeface="DejaVu Sans"/>
                <a:cs typeface="DejaVu Sans"/>
              </a:defRPr>
            </a:lvl5pPr>
            <a:lvl6pPr algn="l">
              <a:defRPr sz="1275" b="1">
                <a:solidFill>
                  <a:srgbClr val="087F88"/>
                </a:solidFill>
                <a:latin typeface="DejaVu Sans"/>
                <a:ea typeface="DejaVu Sans"/>
                <a:cs typeface="DejaVu Sans"/>
              </a:defRPr>
            </a:lvl6pPr>
            <a:lvl7pPr algn="l">
              <a:defRPr sz="1275" b="1">
                <a:solidFill>
                  <a:srgbClr val="087F88"/>
                </a:solidFill>
                <a:latin typeface="DejaVu Sans"/>
                <a:ea typeface="DejaVu Sans"/>
                <a:cs typeface="DejaVu Sans"/>
              </a:defRPr>
            </a:lvl7pPr>
            <a:lvl8pPr algn="l">
              <a:defRPr sz="1275" b="1">
                <a:solidFill>
                  <a:srgbClr val="087F88"/>
                </a:solidFill>
                <a:latin typeface="DejaVu Sans"/>
                <a:ea typeface="DejaVu Sans"/>
                <a:cs typeface="DejaVu Sans"/>
              </a:defRPr>
            </a:lvl8pPr>
            <a:lvl9pPr algn="l">
              <a:defRPr sz="1275" b="1">
                <a:solidFill>
                  <a:srgbClr val="087F88"/>
                </a:solidFill>
                <a:latin typeface="DejaVu Sans"/>
                <a:ea typeface="DejaVu Sans"/>
                <a:cs typeface="DejaVu Sans"/>
              </a:defRPr>
            </a:lvl9pPr>
          </a:lstStyle>
          <a:p>
            <a:pPr algn="l">
              <a:defRPr sz="1275" b="1">
                <a:solidFill>
                  <a:srgbClr val="087F88"/>
                </a:solidFill>
                <a:latin typeface="DejaVu Sans"/>
                <a:ea typeface="DejaVu Sans"/>
                <a:cs typeface="DejaVu Sans"/>
              </a:defRPr>
            </a:pPr>
            <a:r>
              <a:rPr sz="1275" b="1">
                <a:solidFill>
                  <a:srgbClr val="087F88"/>
                </a:solidFill>
                <a:latin typeface="DejaVu Sans"/>
                <a:ea typeface="DejaVu Sans"/>
                <a:cs typeface="DejaVu Sans"/>
              </a:rPr>
              <a:t>COERÊNCIA HIDROLÓGICA</a:t>
            </a:r>
          </a:p>
        </p:txBody>
      </p:sp>
      <p:sp>
        <p:nvSpPr>
          <p:cNvPr id="2" name="texto">
            <a:extLst>
              <a:ext uri="{FF2B5EF4-FFF2-40B4-BE49-F238E27FC236}">
                <a16:creationId xmlns:a16="http://schemas.microsoft.com/office/drawing/2014/main" id="{DB3A9F51-081B-4149-BE35-0537EF215A15}"/>
              </a:ext>
            </a:extLst>
          </p:cNvPr>
          <p:cNvSpPr>
            <a:spLocks noGrp="1"/>
          </p:cNvSpPr>
          <p:nvPr/>
        </p:nvSpPr>
        <p:spPr>
          <a:xfrm>
            <a:off x="609600" y="685800"/>
            <a:ext cx="10972800" cy="1028700"/>
          </a:xfrm>
          <a:prstGeom prst="rect">
            <a:avLst/>
          </a:prstGeom>
          <a:noFill/>
          <a:ln w="0">
            <a:noFill/>
            <a:prstDash val="solid"/>
          </a:ln>
        </p:spPr>
        <p:txBody>
          <a:bodyPr wrap="square" lIns="0" tIns="0" rIns="0" bIns="0" anchor="t">
            <a:noAutofit/>
          </a:bodyPr>
          <a:lstStyle>
            <a:defPPr algn="l">
              <a:defRPr sz="3225" b="1">
                <a:solidFill>
                  <a:srgbClr val="123247"/>
                </a:solidFill>
                <a:latin typeface="DejaVu Sans"/>
                <a:ea typeface="DejaVu Sans"/>
                <a:cs typeface="DejaVu Sans"/>
              </a:defRPr>
            </a:defPPr>
            <a:lvl1pPr algn="l">
              <a:defRPr sz="3225" b="1">
                <a:solidFill>
                  <a:srgbClr val="123247"/>
                </a:solidFill>
                <a:latin typeface="DejaVu Sans"/>
                <a:ea typeface="DejaVu Sans"/>
                <a:cs typeface="DejaVu Sans"/>
              </a:defRPr>
            </a:lvl1pPr>
            <a:lvl2pPr algn="l">
              <a:defRPr sz="3225" b="1">
                <a:solidFill>
                  <a:srgbClr val="123247"/>
                </a:solidFill>
                <a:latin typeface="DejaVu Sans"/>
                <a:ea typeface="DejaVu Sans"/>
                <a:cs typeface="DejaVu Sans"/>
              </a:defRPr>
            </a:lvl2pPr>
            <a:lvl3pPr algn="l">
              <a:defRPr sz="3225" b="1">
                <a:solidFill>
                  <a:srgbClr val="123247"/>
                </a:solidFill>
                <a:latin typeface="DejaVu Sans"/>
                <a:ea typeface="DejaVu Sans"/>
                <a:cs typeface="DejaVu Sans"/>
              </a:defRPr>
            </a:lvl3pPr>
            <a:lvl4pPr algn="l">
              <a:defRPr sz="3225" b="1">
                <a:solidFill>
                  <a:srgbClr val="123247"/>
                </a:solidFill>
                <a:latin typeface="DejaVu Sans"/>
                <a:ea typeface="DejaVu Sans"/>
                <a:cs typeface="DejaVu Sans"/>
              </a:defRPr>
            </a:lvl4pPr>
            <a:lvl5pPr algn="l">
              <a:defRPr sz="3225" b="1">
                <a:solidFill>
                  <a:srgbClr val="123247"/>
                </a:solidFill>
                <a:latin typeface="DejaVu Sans"/>
                <a:ea typeface="DejaVu Sans"/>
                <a:cs typeface="DejaVu Sans"/>
              </a:defRPr>
            </a:lvl5pPr>
            <a:lvl6pPr algn="l">
              <a:defRPr sz="3225" b="1">
                <a:solidFill>
                  <a:srgbClr val="123247"/>
                </a:solidFill>
                <a:latin typeface="DejaVu Sans"/>
                <a:ea typeface="DejaVu Sans"/>
                <a:cs typeface="DejaVu Sans"/>
              </a:defRPr>
            </a:lvl6pPr>
            <a:lvl7pPr algn="l">
              <a:defRPr sz="3225" b="1">
                <a:solidFill>
                  <a:srgbClr val="123247"/>
                </a:solidFill>
                <a:latin typeface="DejaVu Sans"/>
                <a:ea typeface="DejaVu Sans"/>
                <a:cs typeface="DejaVu Sans"/>
              </a:defRPr>
            </a:lvl7pPr>
            <a:lvl8pPr algn="l">
              <a:defRPr sz="3225" b="1">
                <a:solidFill>
                  <a:srgbClr val="123247"/>
                </a:solidFill>
                <a:latin typeface="DejaVu Sans"/>
                <a:ea typeface="DejaVu Sans"/>
                <a:cs typeface="DejaVu Sans"/>
              </a:defRPr>
            </a:lvl8pPr>
            <a:lvl9pPr algn="l">
              <a:defRPr sz="3225" b="1">
                <a:solidFill>
                  <a:srgbClr val="123247"/>
                </a:solidFill>
                <a:latin typeface="DejaVu Sans"/>
                <a:ea typeface="DejaVu Sans"/>
                <a:cs typeface="DejaVu Sans"/>
              </a:defRPr>
            </a:lvl9pPr>
          </a:lstStyle>
          <a:p>
            <a:pPr algn="l">
              <a:defRPr sz="3225" b="1">
                <a:solidFill>
                  <a:srgbClr val="123247"/>
                </a:solidFill>
                <a:latin typeface="DejaVu Sans"/>
                <a:ea typeface="DejaVu Sans"/>
                <a:cs typeface="DejaVu Sans"/>
              </a:defRPr>
            </a:pPr>
            <a:r>
              <a:rPr sz="3225" b="1">
                <a:solidFill>
                  <a:srgbClr val="123247"/>
                </a:solidFill>
                <a:latin typeface="DejaVu Sans"/>
                <a:ea typeface="DejaVu Sans"/>
                <a:cs typeface="DejaVu Sans"/>
              </a:rPr>
              <a:t>Regiões de cheias e de estiagem</a:t>
            </a:r>
          </a:p>
        </p:txBody>
      </p:sp>
      <p:sp>
        <p:nvSpPr>
          <p:cNvPr id="3" name="texto">
            <a:extLst>
              <a:ext uri="{FF2B5EF4-FFF2-40B4-BE49-F238E27FC236}">
                <a16:creationId xmlns:a16="http://schemas.microsoft.com/office/drawing/2014/main" id="{67C1A249-A3E5-4067-9981-35E33C07F40E}"/>
              </a:ext>
            </a:extLst>
          </p:cNvPr>
          <p:cNvSpPr>
            <a:spLocks noGrp="1"/>
          </p:cNvSpPr>
          <p:nvPr/>
        </p:nvSpPr>
        <p:spPr>
          <a:xfrm>
            <a:off x="609600" y="6096000"/>
            <a:ext cx="10763250" cy="228600"/>
          </a:xfrm>
          <a:prstGeom prst="rect">
            <a:avLst/>
          </a:prstGeom>
          <a:noFill/>
          <a:ln w="0">
            <a:noFill/>
            <a:prstDash val="solid"/>
          </a:ln>
        </p:spPr>
        <p:txBody>
          <a:bodyPr wrap="square" lIns="0" tIns="0" rIns="0" bIns="0" anchor="t">
            <a:noAutofit/>
          </a:bodyPr>
          <a:lstStyle>
            <a:defPPr algn="l">
              <a:defRPr sz="1050" b="0">
                <a:solidFill>
                  <a:srgbClr val="526873"/>
                </a:solidFill>
                <a:latin typeface="DejaVu Sans"/>
                <a:ea typeface="DejaVu Sans"/>
                <a:cs typeface="DejaVu Sans"/>
              </a:defRPr>
            </a:defPPr>
            <a:lvl1pPr algn="l">
              <a:defRPr sz="1050" b="0">
                <a:solidFill>
                  <a:srgbClr val="526873"/>
                </a:solidFill>
                <a:latin typeface="DejaVu Sans"/>
                <a:ea typeface="DejaVu Sans"/>
                <a:cs typeface="DejaVu Sans"/>
              </a:defRPr>
            </a:lvl1pPr>
            <a:lvl2pPr algn="l">
              <a:defRPr sz="1050" b="0">
                <a:solidFill>
                  <a:srgbClr val="526873"/>
                </a:solidFill>
                <a:latin typeface="DejaVu Sans"/>
                <a:ea typeface="DejaVu Sans"/>
                <a:cs typeface="DejaVu Sans"/>
              </a:defRPr>
            </a:lvl2pPr>
            <a:lvl3pPr algn="l">
              <a:defRPr sz="1050" b="0">
                <a:solidFill>
                  <a:srgbClr val="526873"/>
                </a:solidFill>
                <a:latin typeface="DejaVu Sans"/>
                <a:ea typeface="DejaVu Sans"/>
                <a:cs typeface="DejaVu Sans"/>
              </a:defRPr>
            </a:lvl3pPr>
            <a:lvl4pPr algn="l">
              <a:defRPr sz="1050" b="0">
                <a:solidFill>
                  <a:srgbClr val="526873"/>
                </a:solidFill>
                <a:latin typeface="DejaVu Sans"/>
                <a:ea typeface="DejaVu Sans"/>
                <a:cs typeface="DejaVu Sans"/>
              </a:defRPr>
            </a:lvl4pPr>
            <a:lvl5pPr algn="l">
              <a:defRPr sz="1050" b="0">
                <a:solidFill>
                  <a:srgbClr val="526873"/>
                </a:solidFill>
                <a:latin typeface="DejaVu Sans"/>
                <a:ea typeface="DejaVu Sans"/>
                <a:cs typeface="DejaVu Sans"/>
              </a:defRPr>
            </a:lvl5pPr>
            <a:lvl6pPr algn="l">
              <a:defRPr sz="1050" b="0">
                <a:solidFill>
                  <a:srgbClr val="526873"/>
                </a:solidFill>
                <a:latin typeface="DejaVu Sans"/>
                <a:ea typeface="DejaVu Sans"/>
                <a:cs typeface="DejaVu Sans"/>
              </a:defRPr>
            </a:lvl6pPr>
            <a:lvl7pPr algn="l">
              <a:defRPr sz="1050" b="0">
                <a:solidFill>
                  <a:srgbClr val="526873"/>
                </a:solidFill>
                <a:latin typeface="DejaVu Sans"/>
                <a:ea typeface="DejaVu Sans"/>
                <a:cs typeface="DejaVu Sans"/>
              </a:defRPr>
            </a:lvl7pPr>
            <a:lvl8pPr algn="l">
              <a:defRPr sz="1050" b="0">
                <a:solidFill>
                  <a:srgbClr val="526873"/>
                </a:solidFill>
                <a:latin typeface="DejaVu Sans"/>
                <a:ea typeface="DejaVu Sans"/>
                <a:cs typeface="DejaVu Sans"/>
              </a:defRPr>
            </a:lvl8pPr>
            <a:lvl9pPr algn="l">
              <a:defRPr sz="1050" b="0">
                <a:solidFill>
                  <a:srgbClr val="526873"/>
                </a:solidFill>
                <a:latin typeface="DejaVu Sans"/>
                <a:ea typeface="DejaVu Sans"/>
                <a:cs typeface="DejaVu Sans"/>
              </a:defRPr>
            </a:lvl9pPr>
          </a:lstStyle>
          <a:p>
            <a:pPr algn="l">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Fontes: Hosking e Wallis (1997); Holmes et al. (2002); Salinas et al. (2013).</a:t>
            </a:r>
          </a:p>
        </p:txBody>
      </p:sp>
      <p:sp>
        <p:nvSpPr>
          <p:cNvPr id="4" name="Straight Connector 3">
            <a:extLst>
              <a:ext uri="{FF2B5EF4-FFF2-40B4-BE49-F238E27FC236}">
                <a16:creationId xmlns:a16="http://schemas.microsoft.com/office/drawing/2014/main" id="{82FACDF1-C283-4055-9664-8E694423E86E}"/>
              </a:ext>
            </a:extLst>
          </p:cNvPr>
          <p:cNvSpPr>
            <a:spLocks noGrp="1"/>
          </p:cNvSpPr>
          <p:nvPr/>
        </p:nvSpPr>
        <p:spPr>
          <a:xfrm>
            <a:off x="609600" y="6438900"/>
            <a:ext cx="10972800" cy="0"/>
          </a:xfrm>
          <a:prstGeom prst="line">
            <a:avLst/>
          </a:prstGeom>
          <a:noFill/>
          <a:ln w="9525">
            <a:solidFill>
              <a:srgbClr val="DCE3E3"/>
            </a:solidFill>
            <a:prstDash val="solid"/>
          </a:ln>
        </p:spPr>
        <p:txBody>
          <a:bodyPr/>
          <a:lstStyle/>
          <a:p>
            <a:endParaRPr lang="en-GB"/>
          </a:p>
        </p:txBody>
      </p:sp>
      <p:sp>
        <p:nvSpPr>
          <p:cNvPr id="5" name="texto">
            <a:extLst>
              <a:ext uri="{FF2B5EF4-FFF2-40B4-BE49-F238E27FC236}">
                <a16:creationId xmlns:a16="http://schemas.microsoft.com/office/drawing/2014/main" id="{F9BE648D-508B-48B3-8297-59A83A2A24E6}"/>
              </a:ext>
            </a:extLst>
          </p:cNvPr>
          <p:cNvSpPr>
            <a:spLocks noGrp="1"/>
          </p:cNvSpPr>
          <p:nvPr/>
        </p:nvSpPr>
        <p:spPr>
          <a:xfrm>
            <a:off x="609600" y="6543675"/>
            <a:ext cx="8572500" cy="190500"/>
          </a:xfrm>
          <a:prstGeom prst="rect">
            <a:avLst/>
          </a:prstGeom>
          <a:noFill/>
          <a:ln w="0">
            <a:noFill/>
            <a:prstDash val="solid"/>
          </a:ln>
        </p:spPr>
        <p:txBody>
          <a:bodyPr wrap="square" lIns="0" tIns="0" rIns="0" bIns="0" anchor="t">
            <a:noAutofit/>
          </a:bodyPr>
          <a:lstStyle>
            <a:defPPr algn="l">
              <a:defRPr sz="975" b="0">
                <a:solidFill>
                  <a:srgbClr val="526873"/>
                </a:solidFill>
                <a:latin typeface="DejaVu Sans"/>
                <a:ea typeface="DejaVu Sans"/>
                <a:cs typeface="DejaVu Sans"/>
              </a:defRPr>
            </a:defPPr>
            <a:lvl1pPr algn="l">
              <a:defRPr sz="975" b="0">
                <a:solidFill>
                  <a:srgbClr val="526873"/>
                </a:solidFill>
                <a:latin typeface="DejaVu Sans"/>
                <a:ea typeface="DejaVu Sans"/>
                <a:cs typeface="DejaVu Sans"/>
              </a:defRPr>
            </a:lvl1pPr>
            <a:lvl2pPr algn="l">
              <a:defRPr sz="975" b="0">
                <a:solidFill>
                  <a:srgbClr val="526873"/>
                </a:solidFill>
                <a:latin typeface="DejaVu Sans"/>
                <a:ea typeface="DejaVu Sans"/>
                <a:cs typeface="DejaVu Sans"/>
              </a:defRPr>
            </a:lvl2pPr>
            <a:lvl3pPr algn="l">
              <a:defRPr sz="975" b="0">
                <a:solidFill>
                  <a:srgbClr val="526873"/>
                </a:solidFill>
                <a:latin typeface="DejaVu Sans"/>
                <a:ea typeface="DejaVu Sans"/>
                <a:cs typeface="DejaVu Sans"/>
              </a:defRPr>
            </a:lvl3pPr>
            <a:lvl4pPr algn="l">
              <a:defRPr sz="975" b="0">
                <a:solidFill>
                  <a:srgbClr val="526873"/>
                </a:solidFill>
                <a:latin typeface="DejaVu Sans"/>
                <a:ea typeface="DejaVu Sans"/>
                <a:cs typeface="DejaVu Sans"/>
              </a:defRPr>
            </a:lvl4pPr>
            <a:lvl5pPr algn="l">
              <a:defRPr sz="975" b="0">
                <a:solidFill>
                  <a:srgbClr val="526873"/>
                </a:solidFill>
                <a:latin typeface="DejaVu Sans"/>
                <a:ea typeface="DejaVu Sans"/>
                <a:cs typeface="DejaVu Sans"/>
              </a:defRPr>
            </a:lvl5pPr>
            <a:lvl6pPr algn="l">
              <a:defRPr sz="975" b="0">
                <a:solidFill>
                  <a:srgbClr val="526873"/>
                </a:solidFill>
                <a:latin typeface="DejaVu Sans"/>
                <a:ea typeface="DejaVu Sans"/>
                <a:cs typeface="DejaVu Sans"/>
              </a:defRPr>
            </a:lvl6pPr>
            <a:lvl7pPr algn="l">
              <a:defRPr sz="975" b="0">
                <a:solidFill>
                  <a:srgbClr val="526873"/>
                </a:solidFill>
                <a:latin typeface="DejaVu Sans"/>
                <a:ea typeface="DejaVu Sans"/>
                <a:cs typeface="DejaVu Sans"/>
              </a:defRPr>
            </a:lvl7pPr>
            <a:lvl8pPr algn="l">
              <a:defRPr sz="975" b="0">
                <a:solidFill>
                  <a:srgbClr val="526873"/>
                </a:solidFill>
                <a:latin typeface="DejaVu Sans"/>
                <a:ea typeface="DejaVu Sans"/>
                <a:cs typeface="DejaVu Sans"/>
              </a:defRPr>
            </a:lvl8pPr>
            <a:lvl9pPr algn="l">
              <a:defRPr sz="975" b="0">
                <a:solidFill>
                  <a:srgbClr val="526873"/>
                </a:solidFill>
                <a:latin typeface="DejaVu Sans"/>
                <a:ea typeface="DejaVu Sans"/>
                <a:cs typeface="DejaVu Sans"/>
              </a:defRPr>
            </a:lvl9pPr>
          </a:lstStyle>
          <a:p>
            <a:pPr algn="l">
              <a:defRPr sz="975" b="0">
                <a:solidFill>
                  <a:srgbClr val="526873"/>
                </a:solidFill>
                <a:latin typeface="DejaVu Sans"/>
                <a:ea typeface="DejaVu Sans"/>
                <a:cs typeface="DejaVu Sans"/>
              </a:defRPr>
            </a:pPr>
            <a:r>
              <a:rPr sz="975" b="0">
                <a:solidFill>
                  <a:srgbClr val="526873"/>
                </a:solidFill>
                <a:latin typeface="DejaVu Sans"/>
                <a:ea typeface="DejaVu Sans"/>
                <a:cs typeface="DejaVu Sans"/>
              </a:rPr>
              <a:t>REGIONALIZAÇÃO DE VAZÕES</a:t>
            </a:r>
          </a:p>
        </p:txBody>
      </p:sp>
      <p:sp>
        <p:nvSpPr>
          <p:cNvPr id="6" name="texto">
            <a:extLst>
              <a:ext uri="{FF2B5EF4-FFF2-40B4-BE49-F238E27FC236}">
                <a16:creationId xmlns:a16="http://schemas.microsoft.com/office/drawing/2014/main" id="{926B6BBA-7DF8-45C0-87B6-19F704ED3321}"/>
              </a:ext>
            </a:extLst>
          </p:cNvPr>
          <p:cNvSpPr>
            <a:spLocks noGrp="1"/>
          </p:cNvSpPr>
          <p:nvPr/>
        </p:nvSpPr>
        <p:spPr>
          <a:xfrm>
            <a:off x="10620375" y="6534150"/>
            <a:ext cx="962025" cy="209550"/>
          </a:xfrm>
          <a:prstGeom prst="rect">
            <a:avLst/>
          </a:prstGeom>
          <a:noFill/>
          <a:ln w="0">
            <a:noFill/>
            <a:prstDash val="solid"/>
          </a:ln>
        </p:spPr>
        <p:txBody>
          <a:bodyPr wrap="square" lIns="0" tIns="0" rIns="0" bIns="0" anchor="t">
            <a:noAutofit/>
          </a:bodyPr>
          <a:lstStyle>
            <a:defPPr algn="r">
              <a:defRPr sz="1050" b="0">
                <a:solidFill>
                  <a:srgbClr val="526873"/>
                </a:solidFill>
                <a:latin typeface="DejaVu Sans"/>
                <a:ea typeface="DejaVu Sans"/>
                <a:cs typeface="DejaVu Sans"/>
              </a:defRPr>
            </a:defPPr>
            <a:lvl1pPr algn="r">
              <a:defRPr sz="1050" b="0">
                <a:solidFill>
                  <a:srgbClr val="526873"/>
                </a:solidFill>
                <a:latin typeface="DejaVu Sans"/>
                <a:ea typeface="DejaVu Sans"/>
                <a:cs typeface="DejaVu Sans"/>
              </a:defRPr>
            </a:lvl1pPr>
            <a:lvl2pPr algn="r">
              <a:defRPr sz="1050" b="0">
                <a:solidFill>
                  <a:srgbClr val="526873"/>
                </a:solidFill>
                <a:latin typeface="DejaVu Sans"/>
                <a:ea typeface="DejaVu Sans"/>
                <a:cs typeface="DejaVu Sans"/>
              </a:defRPr>
            </a:lvl2pPr>
            <a:lvl3pPr algn="r">
              <a:defRPr sz="1050" b="0">
                <a:solidFill>
                  <a:srgbClr val="526873"/>
                </a:solidFill>
                <a:latin typeface="DejaVu Sans"/>
                <a:ea typeface="DejaVu Sans"/>
                <a:cs typeface="DejaVu Sans"/>
              </a:defRPr>
            </a:lvl3pPr>
            <a:lvl4pPr algn="r">
              <a:defRPr sz="1050" b="0">
                <a:solidFill>
                  <a:srgbClr val="526873"/>
                </a:solidFill>
                <a:latin typeface="DejaVu Sans"/>
                <a:ea typeface="DejaVu Sans"/>
                <a:cs typeface="DejaVu Sans"/>
              </a:defRPr>
            </a:lvl4pPr>
            <a:lvl5pPr algn="r">
              <a:defRPr sz="1050" b="0">
                <a:solidFill>
                  <a:srgbClr val="526873"/>
                </a:solidFill>
                <a:latin typeface="DejaVu Sans"/>
                <a:ea typeface="DejaVu Sans"/>
                <a:cs typeface="DejaVu Sans"/>
              </a:defRPr>
            </a:lvl5pPr>
            <a:lvl6pPr algn="r">
              <a:defRPr sz="1050" b="0">
                <a:solidFill>
                  <a:srgbClr val="526873"/>
                </a:solidFill>
                <a:latin typeface="DejaVu Sans"/>
                <a:ea typeface="DejaVu Sans"/>
                <a:cs typeface="DejaVu Sans"/>
              </a:defRPr>
            </a:lvl6pPr>
            <a:lvl7pPr algn="r">
              <a:defRPr sz="1050" b="0">
                <a:solidFill>
                  <a:srgbClr val="526873"/>
                </a:solidFill>
                <a:latin typeface="DejaVu Sans"/>
                <a:ea typeface="DejaVu Sans"/>
                <a:cs typeface="DejaVu Sans"/>
              </a:defRPr>
            </a:lvl7pPr>
            <a:lvl8pPr algn="r">
              <a:defRPr sz="1050" b="0">
                <a:solidFill>
                  <a:srgbClr val="526873"/>
                </a:solidFill>
                <a:latin typeface="DejaVu Sans"/>
                <a:ea typeface="DejaVu Sans"/>
                <a:cs typeface="DejaVu Sans"/>
              </a:defRPr>
            </a:lvl8pPr>
            <a:lvl9pPr algn="r">
              <a:defRPr sz="1050" b="0">
                <a:solidFill>
                  <a:srgbClr val="526873"/>
                </a:solidFill>
                <a:latin typeface="DejaVu Sans"/>
                <a:ea typeface="DejaVu Sans"/>
                <a:cs typeface="DejaVu Sans"/>
              </a:defRPr>
            </a:lvl9pPr>
          </a:lstStyle>
          <a:p>
            <a:pPr algn="r">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27 / 38</a:t>
            </a:r>
          </a:p>
        </p:txBody>
      </p:sp>
      <p:sp>
        <p:nvSpPr>
          <p:cNvPr id="7" name="texto">
            <a:extLst>
              <a:ext uri="{FF2B5EF4-FFF2-40B4-BE49-F238E27FC236}">
                <a16:creationId xmlns:a16="http://schemas.microsoft.com/office/drawing/2014/main" id="{40C69213-9527-4F97-867E-CD1C32AA6A59}"/>
              </a:ext>
            </a:extLst>
          </p:cNvPr>
          <p:cNvSpPr>
            <a:spLocks noGrp="1"/>
          </p:cNvSpPr>
          <p:nvPr/>
        </p:nvSpPr>
        <p:spPr>
          <a:xfrm>
            <a:off x="609600" y="1962150"/>
            <a:ext cx="5095875" cy="400050"/>
          </a:xfrm>
          <a:prstGeom prst="rect">
            <a:avLst/>
          </a:prstGeom>
          <a:noFill/>
          <a:ln w="0">
            <a:noFill/>
            <a:prstDash val="solid"/>
          </a:ln>
        </p:spPr>
        <p:txBody>
          <a:bodyPr wrap="square" lIns="0" tIns="0" rIns="0" bIns="0" anchor="t">
            <a:noAutofit/>
          </a:bodyPr>
          <a:lstStyle>
            <a:defPPr algn="l">
              <a:defRPr sz="2250" b="1">
                <a:solidFill>
                  <a:srgbClr val="C47B23"/>
                </a:solidFill>
                <a:latin typeface="DejaVu Sans"/>
                <a:ea typeface="DejaVu Sans"/>
                <a:cs typeface="DejaVu Sans"/>
              </a:defRPr>
            </a:defPPr>
            <a:lvl1pPr algn="l">
              <a:defRPr sz="2250" b="1">
                <a:solidFill>
                  <a:srgbClr val="C47B23"/>
                </a:solidFill>
                <a:latin typeface="DejaVu Sans"/>
                <a:ea typeface="DejaVu Sans"/>
                <a:cs typeface="DejaVu Sans"/>
              </a:defRPr>
            </a:lvl1pPr>
            <a:lvl2pPr algn="l">
              <a:defRPr sz="2250" b="1">
                <a:solidFill>
                  <a:srgbClr val="C47B23"/>
                </a:solidFill>
                <a:latin typeface="DejaVu Sans"/>
                <a:ea typeface="DejaVu Sans"/>
                <a:cs typeface="DejaVu Sans"/>
              </a:defRPr>
            </a:lvl2pPr>
            <a:lvl3pPr algn="l">
              <a:defRPr sz="2250" b="1">
                <a:solidFill>
                  <a:srgbClr val="C47B23"/>
                </a:solidFill>
                <a:latin typeface="DejaVu Sans"/>
                <a:ea typeface="DejaVu Sans"/>
                <a:cs typeface="DejaVu Sans"/>
              </a:defRPr>
            </a:lvl3pPr>
            <a:lvl4pPr algn="l">
              <a:defRPr sz="2250" b="1">
                <a:solidFill>
                  <a:srgbClr val="C47B23"/>
                </a:solidFill>
                <a:latin typeface="DejaVu Sans"/>
                <a:ea typeface="DejaVu Sans"/>
                <a:cs typeface="DejaVu Sans"/>
              </a:defRPr>
            </a:lvl4pPr>
            <a:lvl5pPr algn="l">
              <a:defRPr sz="2250" b="1">
                <a:solidFill>
                  <a:srgbClr val="C47B23"/>
                </a:solidFill>
                <a:latin typeface="DejaVu Sans"/>
                <a:ea typeface="DejaVu Sans"/>
                <a:cs typeface="DejaVu Sans"/>
              </a:defRPr>
            </a:lvl5pPr>
            <a:lvl6pPr algn="l">
              <a:defRPr sz="2250" b="1">
                <a:solidFill>
                  <a:srgbClr val="C47B23"/>
                </a:solidFill>
                <a:latin typeface="DejaVu Sans"/>
                <a:ea typeface="DejaVu Sans"/>
                <a:cs typeface="DejaVu Sans"/>
              </a:defRPr>
            </a:lvl6pPr>
            <a:lvl7pPr algn="l">
              <a:defRPr sz="2250" b="1">
                <a:solidFill>
                  <a:srgbClr val="C47B23"/>
                </a:solidFill>
                <a:latin typeface="DejaVu Sans"/>
                <a:ea typeface="DejaVu Sans"/>
                <a:cs typeface="DejaVu Sans"/>
              </a:defRPr>
            </a:lvl7pPr>
            <a:lvl8pPr algn="l">
              <a:defRPr sz="2250" b="1">
                <a:solidFill>
                  <a:srgbClr val="C47B23"/>
                </a:solidFill>
                <a:latin typeface="DejaVu Sans"/>
                <a:ea typeface="DejaVu Sans"/>
                <a:cs typeface="DejaVu Sans"/>
              </a:defRPr>
            </a:lvl8pPr>
            <a:lvl9pPr algn="l">
              <a:defRPr sz="2250" b="1">
                <a:solidFill>
                  <a:srgbClr val="C47B23"/>
                </a:solidFill>
                <a:latin typeface="DejaVu Sans"/>
                <a:ea typeface="DejaVu Sans"/>
                <a:cs typeface="DejaVu Sans"/>
              </a:defRPr>
            </a:lvl9pPr>
          </a:lstStyle>
          <a:p>
            <a:pPr algn="l">
              <a:defRPr sz="2250" b="1">
                <a:solidFill>
                  <a:srgbClr val="C47B23"/>
                </a:solidFill>
                <a:latin typeface="DejaVu Sans"/>
                <a:ea typeface="DejaVu Sans"/>
                <a:cs typeface="DejaVu Sans"/>
              </a:defRPr>
            </a:pPr>
            <a:r>
              <a:rPr sz="2250" b="1">
                <a:solidFill>
                  <a:srgbClr val="C47B23"/>
                </a:solidFill>
                <a:latin typeface="DejaVu Sans"/>
                <a:ea typeface="DejaVu Sans"/>
                <a:cs typeface="DejaVu Sans"/>
              </a:rPr>
              <a:t>Máximas diárias anuais</a:t>
            </a:r>
          </a:p>
        </p:txBody>
      </p:sp>
      <p:sp>
        <p:nvSpPr>
          <p:cNvPr id="8" name="texto">
            <a:extLst>
              <a:ext uri="{FF2B5EF4-FFF2-40B4-BE49-F238E27FC236}">
                <a16:creationId xmlns:a16="http://schemas.microsoft.com/office/drawing/2014/main" id="{31765392-A280-40A2-A9D8-D7E43F7D933E}"/>
              </a:ext>
            </a:extLst>
          </p:cNvPr>
          <p:cNvSpPr>
            <a:spLocks noGrp="1"/>
          </p:cNvSpPr>
          <p:nvPr/>
        </p:nvSpPr>
        <p:spPr>
          <a:xfrm>
            <a:off x="609600" y="2457450"/>
            <a:ext cx="5095875" cy="1428750"/>
          </a:xfrm>
          <a:prstGeom prst="rect">
            <a:avLst/>
          </a:prstGeom>
          <a:noFill/>
          <a:ln w="0">
            <a:noFill/>
            <a:prstDash val="solid"/>
          </a:ln>
        </p:spPr>
        <p:txBody>
          <a:bodyPr wrap="square" lIns="0" tIns="0" rIns="0" bIns="0" anchor="t">
            <a:noAutofit/>
          </a:bodyPr>
          <a:lstStyle>
            <a:defPPr algn="l">
              <a:defRPr sz="2100" b="0">
                <a:solidFill>
                  <a:srgbClr val="193647"/>
                </a:solidFill>
                <a:latin typeface="DejaVu Sans"/>
                <a:ea typeface="DejaVu Sans"/>
                <a:cs typeface="DejaVu Sans"/>
              </a:defRPr>
            </a:defPPr>
            <a:lvl1pPr algn="l">
              <a:defRPr sz="2100" b="0">
                <a:solidFill>
                  <a:srgbClr val="193647"/>
                </a:solidFill>
                <a:latin typeface="DejaVu Sans"/>
                <a:ea typeface="DejaVu Sans"/>
                <a:cs typeface="DejaVu Sans"/>
              </a:defRPr>
            </a:lvl1pPr>
            <a:lvl2pPr algn="l">
              <a:defRPr sz="2100" b="0">
                <a:solidFill>
                  <a:srgbClr val="193647"/>
                </a:solidFill>
                <a:latin typeface="DejaVu Sans"/>
                <a:ea typeface="DejaVu Sans"/>
                <a:cs typeface="DejaVu Sans"/>
              </a:defRPr>
            </a:lvl2pPr>
            <a:lvl3pPr algn="l">
              <a:defRPr sz="2100" b="0">
                <a:solidFill>
                  <a:srgbClr val="193647"/>
                </a:solidFill>
                <a:latin typeface="DejaVu Sans"/>
                <a:ea typeface="DejaVu Sans"/>
                <a:cs typeface="DejaVu Sans"/>
              </a:defRPr>
            </a:lvl3pPr>
            <a:lvl4pPr algn="l">
              <a:defRPr sz="2100" b="0">
                <a:solidFill>
                  <a:srgbClr val="193647"/>
                </a:solidFill>
                <a:latin typeface="DejaVu Sans"/>
                <a:ea typeface="DejaVu Sans"/>
                <a:cs typeface="DejaVu Sans"/>
              </a:defRPr>
            </a:lvl4pPr>
            <a:lvl5pPr algn="l">
              <a:defRPr sz="2100" b="0">
                <a:solidFill>
                  <a:srgbClr val="193647"/>
                </a:solidFill>
                <a:latin typeface="DejaVu Sans"/>
                <a:ea typeface="DejaVu Sans"/>
                <a:cs typeface="DejaVu Sans"/>
              </a:defRPr>
            </a:lvl5pPr>
            <a:lvl6pPr algn="l">
              <a:defRPr sz="2100" b="0">
                <a:solidFill>
                  <a:srgbClr val="193647"/>
                </a:solidFill>
                <a:latin typeface="DejaVu Sans"/>
                <a:ea typeface="DejaVu Sans"/>
                <a:cs typeface="DejaVu Sans"/>
              </a:defRPr>
            </a:lvl6pPr>
            <a:lvl7pPr algn="l">
              <a:defRPr sz="2100" b="0">
                <a:solidFill>
                  <a:srgbClr val="193647"/>
                </a:solidFill>
                <a:latin typeface="DejaVu Sans"/>
                <a:ea typeface="DejaVu Sans"/>
                <a:cs typeface="DejaVu Sans"/>
              </a:defRPr>
            </a:lvl7pPr>
            <a:lvl8pPr algn="l">
              <a:defRPr sz="2100" b="0">
                <a:solidFill>
                  <a:srgbClr val="193647"/>
                </a:solidFill>
                <a:latin typeface="DejaVu Sans"/>
                <a:ea typeface="DejaVu Sans"/>
                <a:cs typeface="DejaVu Sans"/>
              </a:defRPr>
            </a:lvl8pPr>
            <a:lvl9pPr algn="l">
              <a:defRPr sz="2100" b="0">
                <a:solidFill>
                  <a:srgbClr val="193647"/>
                </a:solidFill>
                <a:latin typeface="DejaVu Sans"/>
                <a:ea typeface="DejaVu Sans"/>
                <a:cs typeface="DejaVu Sans"/>
              </a:defRPr>
            </a:lvl9pPr>
          </a:lstStyle>
          <a:p>
            <a:pPr algn="l">
              <a:defRPr sz="2100" b="0">
                <a:solidFill>
                  <a:srgbClr val="193647"/>
                </a:solidFill>
                <a:latin typeface="DejaVu Sans"/>
                <a:ea typeface="DejaVu Sans"/>
                <a:cs typeface="DejaVu Sans"/>
              </a:defRPr>
            </a:pPr>
            <a:r>
              <a:rPr sz="2100" b="0">
                <a:solidFill>
                  <a:srgbClr val="193647"/>
                </a:solidFill>
                <a:latin typeface="DejaVu Sans"/>
                <a:ea typeface="DejaVu Sans"/>
                <a:cs typeface="DejaVu Sans"/>
              </a:rPr>
              <a:t>Resposta rápida à chuva</a:t>
            </a:r>
          </a:p>
          <a:p>
            <a:pPr algn="l">
              <a:defRPr sz="2100" b="0">
                <a:solidFill>
                  <a:srgbClr val="193647"/>
                </a:solidFill>
                <a:latin typeface="DejaVu Sans"/>
                <a:ea typeface="DejaVu Sans"/>
                <a:cs typeface="DejaVu Sans"/>
              </a:defRPr>
            </a:pPr>
            <a:r>
              <a:rPr sz="2100" b="0">
                <a:solidFill>
                  <a:srgbClr val="193647"/>
                </a:solidFill>
                <a:latin typeface="DejaVu Sans"/>
                <a:ea typeface="DejaVu Sans"/>
                <a:cs typeface="DejaVu Sans"/>
              </a:rPr>
              <a:t>Intensidade e sazonalidade</a:t>
            </a:r>
          </a:p>
          <a:p>
            <a:pPr algn="l">
              <a:defRPr sz="2100" b="0">
                <a:solidFill>
                  <a:srgbClr val="193647"/>
                </a:solidFill>
                <a:latin typeface="DejaVu Sans"/>
                <a:ea typeface="DejaVu Sans"/>
                <a:cs typeface="DejaVu Sans"/>
              </a:defRPr>
            </a:pPr>
            <a:r>
              <a:rPr sz="2100" b="0">
                <a:solidFill>
                  <a:srgbClr val="193647"/>
                </a:solidFill>
                <a:latin typeface="DejaVu Sans"/>
                <a:ea typeface="DejaVu Sans"/>
                <a:cs typeface="DejaVu Sans"/>
              </a:rPr>
              <a:t>Relevo e concentração</a:t>
            </a:r>
          </a:p>
          <a:p>
            <a:pPr algn="l">
              <a:defRPr sz="2100" b="0">
                <a:solidFill>
                  <a:srgbClr val="193647"/>
                </a:solidFill>
                <a:latin typeface="DejaVu Sans"/>
                <a:ea typeface="DejaVu Sans"/>
                <a:cs typeface="DejaVu Sans"/>
              </a:defRPr>
            </a:pPr>
            <a:r>
              <a:rPr sz="2100" b="0">
                <a:solidFill>
                  <a:srgbClr val="193647"/>
                </a:solidFill>
                <a:latin typeface="DejaVu Sans"/>
                <a:ea typeface="DejaVu Sans"/>
                <a:cs typeface="DejaVu Sans"/>
              </a:rPr>
              <a:t>Distribuição das máximas</a:t>
            </a:r>
          </a:p>
        </p:txBody>
      </p:sp>
      <p:sp>
        <p:nvSpPr>
          <p:cNvPr id="9" name="texto">
            <a:extLst>
              <a:ext uri="{FF2B5EF4-FFF2-40B4-BE49-F238E27FC236}">
                <a16:creationId xmlns:a16="http://schemas.microsoft.com/office/drawing/2014/main" id="{47C9355E-95F5-4B19-A314-385D6C3C685E}"/>
              </a:ext>
            </a:extLst>
          </p:cNvPr>
          <p:cNvSpPr>
            <a:spLocks noGrp="1"/>
          </p:cNvSpPr>
          <p:nvPr/>
        </p:nvSpPr>
        <p:spPr>
          <a:xfrm>
            <a:off x="6429375" y="1962150"/>
            <a:ext cx="5143500" cy="400050"/>
          </a:xfrm>
          <a:prstGeom prst="rect">
            <a:avLst/>
          </a:prstGeom>
          <a:noFill/>
          <a:ln w="0">
            <a:noFill/>
            <a:prstDash val="solid"/>
          </a:ln>
        </p:spPr>
        <p:txBody>
          <a:bodyPr wrap="square" lIns="0" tIns="0" rIns="0" bIns="0" anchor="t">
            <a:noAutofit/>
          </a:bodyPr>
          <a:lstStyle>
            <a:defPPr algn="l">
              <a:defRPr sz="2250" b="1">
                <a:solidFill>
                  <a:srgbClr val="087F88"/>
                </a:solidFill>
                <a:latin typeface="DejaVu Sans"/>
                <a:ea typeface="DejaVu Sans"/>
                <a:cs typeface="DejaVu Sans"/>
              </a:defRPr>
            </a:defPPr>
            <a:lvl1pPr algn="l">
              <a:defRPr sz="2250" b="1">
                <a:solidFill>
                  <a:srgbClr val="087F88"/>
                </a:solidFill>
                <a:latin typeface="DejaVu Sans"/>
                <a:ea typeface="DejaVu Sans"/>
                <a:cs typeface="DejaVu Sans"/>
              </a:defRPr>
            </a:lvl1pPr>
            <a:lvl2pPr algn="l">
              <a:defRPr sz="2250" b="1">
                <a:solidFill>
                  <a:srgbClr val="087F88"/>
                </a:solidFill>
                <a:latin typeface="DejaVu Sans"/>
                <a:ea typeface="DejaVu Sans"/>
                <a:cs typeface="DejaVu Sans"/>
              </a:defRPr>
            </a:lvl2pPr>
            <a:lvl3pPr algn="l">
              <a:defRPr sz="2250" b="1">
                <a:solidFill>
                  <a:srgbClr val="087F88"/>
                </a:solidFill>
                <a:latin typeface="DejaVu Sans"/>
                <a:ea typeface="DejaVu Sans"/>
                <a:cs typeface="DejaVu Sans"/>
              </a:defRPr>
            </a:lvl3pPr>
            <a:lvl4pPr algn="l">
              <a:defRPr sz="2250" b="1">
                <a:solidFill>
                  <a:srgbClr val="087F88"/>
                </a:solidFill>
                <a:latin typeface="DejaVu Sans"/>
                <a:ea typeface="DejaVu Sans"/>
                <a:cs typeface="DejaVu Sans"/>
              </a:defRPr>
            </a:lvl4pPr>
            <a:lvl5pPr algn="l">
              <a:defRPr sz="2250" b="1">
                <a:solidFill>
                  <a:srgbClr val="087F88"/>
                </a:solidFill>
                <a:latin typeface="DejaVu Sans"/>
                <a:ea typeface="DejaVu Sans"/>
                <a:cs typeface="DejaVu Sans"/>
              </a:defRPr>
            </a:lvl5pPr>
            <a:lvl6pPr algn="l">
              <a:defRPr sz="2250" b="1">
                <a:solidFill>
                  <a:srgbClr val="087F88"/>
                </a:solidFill>
                <a:latin typeface="DejaVu Sans"/>
                <a:ea typeface="DejaVu Sans"/>
                <a:cs typeface="DejaVu Sans"/>
              </a:defRPr>
            </a:lvl6pPr>
            <a:lvl7pPr algn="l">
              <a:defRPr sz="2250" b="1">
                <a:solidFill>
                  <a:srgbClr val="087F88"/>
                </a:solidFill>
                <a:latin typeface="DejaVu Sans"/>
                <a:ea typeface="DejaVu Sans"/>
                <a:cs typeface="DejaVu Sans"/>
              </a:defRPr>
            </a:lvl7pPr>
            <a:lvl8pPr algn="l">
              <a:defRPr sz="2250" b="1">
                <a:solidFill>
                  <a:srgbClr val="087F88"/>
                </a:solidFill>
                <a:latin typeface="DejaVu Sans"/>
                <a:ea typeface="DejaVu Sans"/>
                <a:cs typeface="DejaVu Sans"/>
              </a:defRPr>
            </a:lvl8pPr>
            <a:lvl9pPr algn="l">
              <a:defRPr sz="2250" b="1">
                <a:solidFill>
                  <a:srgbClr val="087F88"/>
                </a:solidFill>
                <a:latin typeface="DejaVu Sans"/>
                <a:ea typeface="DejaVu Sans"/>
                <a:cs typeface="DejaVu Sans"/>
              </a:defRPr>
            </a:lvl9pPr>
          </a:lstStyle>
          <a:p>
            <a:pPr algn="l">
              <a:defRPr sz="2250" b="1">
                <a:solidFill>
                  <a:srgbClr val="087F88"/>
                </a:solidFill>
                <a:latin typeface="DejaVu Sans"/>
                <a:ea typeface="DejaVu Sans"/>
                <a:cs typeface="DejaVu Sans"/>
              </a:defRPr>
            </a:pPr>
            <a:r>
              <a:rPr sz="2250" b="1">
                <a:solidFill>
                  <a:srgbClr val="087F88"/>
                </a:solidFill>
                <a:latin typeface="DejaVu Sans"/>
                <a:ea typeface="DejaVu Sans"/>
                <a:cs typeface="DejaVu Sans"/>
              </a:rPr>
              <a:t>Baixas vazões</a:t>
            </a:r>
          </a:p>
        </p:txBody>
      </p:sp>
      <p:sp>
        <p:nvSpPr>
          <p:cNvPr id="10" name="texto">
            <a:extLst>
              <a:ext uri="{FF2B5EF4-FFF2-40B4-BE49-F238E27FC236}">
                <a16:creationId xmlns:a16="http://schemas.microsoft.com/office/drawing/2014/main" id="{C18E5FE9-953F-4555-97C9-E561628A33DE}"/>
              </a:ext>
            </a:extLst>
          </p:cNvPr>
          <p:cNvSpPr>
            <a:spLocks noGrp="1"/>
          </p:cNvSpPr>
          <p:nvPr/>
        </p:nvSpPr>
        <p:spPr>
          <a:xfrm>
            <a:off x="6429375" y="2457450"/>
            <a:ext cx="5143500" cy="1428750"/>
          </a:xfrm>
          <a:prstGeom prst="rect">
            <a:avLst/>
          </a:prstGeom>
          <a:noFill/>
          <a:ln w="0">
            <a:noFill/>
            <a:prstDash val="solid"/>
          </a:ln>
        </p:spPr>
        <p:txBody>
          <a:bodyPr wrap="square" lIns="0" tIns="0" rIns="0" bIns="0" anchor="t">
            <a:noAutofit/>
          </a:bodyPr>
          <a:lstStyle>
            <a:defPPr algn="l">
              <a:defRPr sz="2100" b="0">
                <a:solidFill>
                  <a:srgbClr val="193647"/>
                </a:solidFill>
                <a:latin typeface="DejaVu Sans"/>
                <a:ea typeface="DejaVu Sans"/>
                <a:cs typeface="DejaVu Sans"/>
              </a:defRPr>
            </a:defPPr>
            <a:lvl1pPr algn="l">
              <a:defRPr sz="2100" b="0">
                <a:solidFill>
                  <a:srgbClr val="193647"/>
                </a:solidFill>
                <a:latin typeface="DejaVu Sans"/>
                <a:ea typeface="DejaVu Sans"/>
                <a:cs typeface="DejaVu Sans"/>
              </a:defRPr>
            </a:lvl1pPr>
            <a:lvl2pPr algn="l">
              <a:defRPr sz="2100" b="0">
                <a:solidFill>
                  <a:srgbClr val="193647"/>
                </a:solidFill>
                <a:latin typeface="DejaVu Sans"/>
                <a:ea typeface="DejaVu Sans"/>
                <a:cs typeface="DejaVu Sans"/>
              </a:defRPr>
            </a:lvl2pPr>
            <a:lvl3pPr algn="l">
              <a:defRPr sz="2100" b="0">
                <a:solidFill>
                  <a:srgbClr val="193647"/>
                </a:solidFill>
                <a:latin typeface="DejaVu Sans"/>
                <a:ea typeface="DejaVu Sans"/>
                <a:cs typeface="DejaVu Sans"/>
              </a:defRPr>
            </a:lvl3pPr>
            <a:lvl4pPr algn="l">
              <a:defRPr sz="2100" b="0">
                <a:solidFill>
                  <a:srgbClr val="193647"/>
                </a:solidFill>
                <a:latin typeface="DejaVu Sans"/>
                <a:ea typeface="DejaVu Sans"/>
                <a:cs typeface="DejaVu Sans"/>
              </a:defRPr>
            </a:lvl4pPr>
            <a:lvl5pPr algn="l">
              <a:defRPr sz="2100" b="0">
                <a:solidFill>
                  <a:srgbClr val="193647"/>
                </a:solidFill>
                <a:latin typeface="DejaVu Sans"/>
                <a:ea typeface="DejaVu Sans"/>
                <a:cs typeface="DejaVu Sans"/>
              </a:defRPr>
            </a:lvl5pPr>
            <a:lvl6pPr algn="l">
              <a:defRPr sz="2100" b="0">
                <a:solidFill>
                  <a:srgbClr val="193647"/>
                </a:solidFill>
                <a:latin typeface="DejaVu Sans"/>
                <a:ea typeface="DejaVu Sans"/>
                <a:cs typeface="DejaVu Sans"/>
              </a:defRPr>
            </a:lvl6pPr>
            <a:lvl7pPr algn="l">
              <a:defRPr sz="2100" b="0">
                <a:solidFill>
                  <a:srgbClr val="193647"/>
                </a:solidFill>
                <a:latin typeface="DejaVu Sans"/>
                <a:ea typeface="DejaVu Sans"/>
                <a:cs typeface="DejaVu Sans"/>
              </a:defRPr>
            </a:lvl7pPr>
            <a:lvl8pPr algn="l">
              <a:defRPr sz="2100" b="0">
                <a:solidFill>
                  <a:srgbClr val="193647"/>
                </a:solidFill>
                <a:latin typeface="DejaVu Sans"/>
                <a:ea typeface="DejaVu Sans"/>
                <a:cs typeface="DejaVu Sans"/>
              </a:defRPr>
            </a:lvl8pPr>
            <a:lvl9pPr algn="l">
              <a:defRPr sz="2100" b="0">
                <a:solidFill>
                  <a:srgbClr val="193647"/>
                </a:solidFill>
                <a:latin typeface="DejaVu Sans"/>
                <a:ea typeface="DejaVu Sans"/>
                <a:cs typeface="DejaVu Sans"/>
              </a:defRPr>
            </a:lvl9pPr>
          </a:lstStyle>
          <a:p>
            <a:pPr algn="l">
              <a:defRPr sz="2100" b="0">
                <a:solidFill>
                  <a:srgbClr val="193647"/>
                </a:solidFill>
                <a:latin typeface="DejaVu Sans"/>
                <a:ea typeface="DejaVu Sans"/>
                <a:cs typeface="DejaVu Sans"/>
              </a:defRPr>
            </a:pPr>
            <a:r>
              <a:rPr sz="2100" b="0">
                <a:solidFill>
                  <a:srgbClr val="193647"/>
                </a:solidFill>
                <a:latin typeface="DejaVu Sans"/>
                <a:ea typeface="DejaVu Sans"/>
                <a:cs typeface="DejaVu Sans"/>
              </a:rPr>
              <a:t>Armazenamento e recarga</a:t>
            </a:r>
          </a:p>
          <a:p>
            <a:pPr algn="l">
              <a:defRPr sz="2100" b="0">
                <a:solidFill>
                  <a:srgbClr val="193647"/>
                </a:solidFill>
                <a:latin typeface="DejaVu Sans"/>
                <a:ea typeface="DejaVu Sans"/>
                <a:cs typeface="DejaVu Sans"/>
              </a:defRPr>
            </a:pPr>
            <a:r>
              <a:rPr sz="2100" b="0">
                <a:solidFill>
                  <a:srgbClr val="193647"/>
                </a:solidFill>
                <a:latin typeface="DejaVu Sans"/>
                <a:ea typeface="DejaVu Sans"/>
                <a:cs typeface="DejaVu Sans"/>
              </a:rPr>
              <a:t>Geologia e solos</a:t>
            </a:r>
          </a:p>
          <a:p>
            <a:pPr algn="l">
              <a:defRPr sz="2100" b="0">
                <a:solidFill>
                  <a:srgbClr val="193647"/>
                </a:solidFill>
                <a:latin typeface="DejaVu Sans"/>
                <a:ea typeface="DejaVu Sans"/>
                <a:cs typeface="DejaVu Sans"/>
              </a:defRPr>
            </a:pPr>
            <a:r>
              <a:rPr sz="2100" b="0">
                <a:solidFill>
                  <a:srgbClr val="193647"/>
                </a:solidFill>
                <a:latin typeface="DejaVu Sans"/>
                <a:ea typeface="DejaVu Sans"/>
                <a:cs typeface="DejaVu Sans"/>
              </a:rPr>
              <a:t>Sazonalidade de estiagem</a:t>
            </a:r>
          </a:p>
          <a:p>
            <a:pPr algn="l">
              <a:defRPr sz="2100" b="0">
                <a:solidFill>
                  <a:srgbClr val="193647"/>
                </a:solidFill>
                <a:latin typeface="DejaVu Sans"/>
                <a:ea typeface="DejaVu Sans"/>
                <a:cs typeface="DejaVu Sans"/>
              </a:defRPr>
            </a:pPr>
            <a:r>
              <a:rPr sz="2100" b="0">
                <a:solidFill>
                  <a:srgbClr val="193647"/>
                </a:solidFill>
                <a:latin typeface="DejaVu Sans"/>
                <a:ea typeface="DejaVu Sans"/>
                <a:cs typeface="DejaVu Sans"/>
              </a:rPr>
              <a:t>Sustentação do escoamento</a:t>
            </a:r>
          </a:p>
        </p:txBody>
      </p:sp>
      <p:sp>
        <p:nvSpPr>
          <p:cNvPr id="11" name="Straight Connector 10">
            <a:extLst>
              <a:ext uri="{FF2B5EF4-FFF2-40B4-BE49-F238E27FC236}">
                <a16:creationId xmlns:a16="http://schemas.microsoft.com/office/drawing/2014/main" id="{66872434-2E6A-4C80-872C-5B6F8C8C76FD}"/>
              </a:ext>
            </a:extLst>
          </p:cNvPr>
          <p:cNvSpPr>
            <a:spLocks noGrp="1"/>
          </p:cNvSpPr>
          <p:nvPr/>
        </p:nvSpPr>
        <p:spPr>
          <a:xfrm>
            <a:off x="609600" y="4591050"/>
            <a:ext cx="10972800" cy="0"/>
          </a:xfrm>
          <a:prstGeom prst="line">
            <a:avLst/>
          </a:prstGeom>
          <a:noFill/>
          <a:ln w="9525">
            <a:solidFill>
              <a:srgbClr val="DCE3E3"/>
            </a:solidFill>
            <a:prstDash val="solid"/>
          </a:ln>
        </p:spPr>
        <p:txBody>
          <a:bodyPr/>
          <a:lstStyle/>
          <a:p>
            <a:endParaRPr lang="en-GB"/>
          </a:p>
        </p:txBody>
      </p:sp>
      <p:sp>
        <p:nvSpPr>
          <p:cNvPr id="12" name="texto">
            <a:extLst>
              <a:ext uri="{FF2B5EF4-FFF2-40B4-BE49-F238E27FC236}">
                <a16:creationId xmlns:a16="http://schemas.microsoft.com/office/drawing/2014/main" id="{B528885F-C9E1-4232-8154-6D15EEC4B529}"/>
              </a:ext>
            </a:extLst>
          </p:cNvPr>
          <p:cNvSpPr>
            <a:spLocks noGrp="1"/>
          </p:cNvSpPr>
          <p:nvPr/>
        </p:nvSpPr>
        <p:spPr>
          <a:xfrm>
            <a:off x="609600" y="4972050"/>
            <a:ext cx="10972800" cy="904875"/>
          </a:xfrm>
          <a:prstGeom prst="rect">
            <a:avLst/>
          </a:prstGeom>
          <a:noFill/>
          <a:ln w="0">
            <a:noFill/>
            <a:prstDash val="solid"/>
          </a:ln>
        </p:spPr>
        <p:txBody>
          <a:bodyPr wrap="square" lIns="0" tIns="0" rIns="0" bIns="0" anchor="t">
            <a:noAutofit/>
          </a:bodyPr>
          <a:lstStyle>
            <a:defPPr algn="l">
              <a:defRPr sz="2475" b="1">
                <a:solidFill>
                  <a:srgbClr val="123247"/>
                </a:solidFill>
                <a:latin typeface="DejaVu Sans"/>
                <a:ea typeface="DejaVu Sans"/>
                <a:cs typeface="DejaVu Sans"/>
              </a:defRPr>
            </a:defPPr>
            <a:lvl1pPr algn="l">
              <a:defRPr sz="2475" b="1">
                <a:solidFill>
                  <a:srgbClr val="123247"/>
                </a:solidFill>
                <a:latin typeface="DejaVu Sans"/>
                <a:ea typeface="DejaVu Sans"/>
                <a:cs typeface="DejaVu Sans"/>
              </a:defRPr>
            </a:lvl1pPr>
            <a:lvl2pPr algn="l">
              <a:defRPr sz="2475" b="1">
                <a:solidFill>
                  <a:srgbClr val="123247"/>
                </a:solidFill>
                <a:latin typeface="DejaVu Sans"/>
                <a:ea typeface="DejaVu Sans"/>
                <a:cs typeface="DejaVu Sans"/>
              </a:defRPr>
            </a:lvl2pPr>
            <a:lvl3pPr algn="l">
              <a:defRPr sz="2475" b="1">
                <a:solidFill>
                  <a:srgbClr val="123247"/>
                </a:solidFill>
                <a:latin typeface="DejaVu Sans"/>
                <a:ea typeface="DejaVu Sans"/>
                <a:cs typeface="DejaVu Sans"/>
              </a:defRPr>
            </a:lvl3pPr>
            <a:lvl4pPr algn="l">
              <a:defRPr sz="2475" b="1">
                <a:solidFill>
                  <a:srgbClr val="123247"/>
                </a:solidFill>
                <a:latin typeface="DejaVu Sans"/>
                <a:ea typeface="DejaVu Sans"/>
                <a:cs typeface="DejaVu Sans"/>
              </a:defRPr>
            </a:lvl4pPr>
            <a:lvl5pPr algn="l">
              <a:defRPr sz="2475" b="1">
                <a:solidFill>
                  <a:srgbClr val="123247"/>
                </a:solidFill>
                <a:latin typeface="DejaVu Sans"/>
                <a:ea typeface="DejaVu Sans"/>
                <a:cs typeface="DejaVu Sans"/>
              </a:defRPr>
            </a:lvl5pPr>
            <a:lvl6pPr algn="l">
              <a:defRPr sz="2475" b="1">
                <a:solidFill>
                  <a:srgbClr val="123247"/>
                </a:solidFill>
                <a:latin typeface="DejaVu Sans"/>
                <a:ea typeface="DejaVu Sans"/>
                <a:cs typeface="DejaVu Sans"/>
              </a:defRPr>
            </a:lvl6pPr>
            <a:lvl7pPr algn="l">
              <a:defRPr sz="2475" b="1">
                <a:solidFill>
                  <a:srgbClr val="123247"/>
                </a:solidFill>
                <a:latin typeface="DejaVu Sans"/>
                <a:ea typeface="DejaVu Sans"/>
                <a:cs typeface="DejaVu Sans"/>
              </a:defRPr>
            </a:lvl7pPr>
            <a:lvl8pPr algn="l">
              <a:defRPr sz="2475" b="1">
                <a:solidFill>
                  <a:srgbClr val="123247"/>
                </a:solidFill>
                <a:latin typeface="DejaVu Sans"/>
                <a:ea typeface="DejaVu Sans"/>
                <a:cs typeface="DejaVu Sans"/>
              </a:defRPr>
            </a:lvl8pPr>
            <a:lvl9pPr algn="l">
              <a:defRPr sz="2475" b="1">
                <a:solidFill>
                  <a:srgbClr val="123247"/>
                </a:solidFill>
                <a:latin typeface="DejaVu Sans"/>
                <a:ea typeface="DejaVu Sans"/>
                <a:cs typeface="DejaVu Sans"/>
              </a:defRPr>
            </a:lvl9pPr>
          </a:lstStyle>
          <a:p>
            <a:pPr algn="l">
              <a:defRPr sz="2475" b="1">
                <a:solidFill>
                  <a:srgbClr val="123247"/>
                </a:solidFill>
                <a:latin typeface="DejaVu Sans"/>
                <a:ea typeface="DejaVu Sans"/>
                <a:cs typeface="DejaVu Sans"/>
              </a:defRPr>
            </a:pPr>
            <a:r>
              <a:rPr sz="2475" b="1">
                <a:solidFill>
                  <a:srgbClr val="123247"/>
                </a:solidFill>
                <a:latin typeface="DejaVu Sans"/>
                <a:ea typeface="DejaVu Sans"/>
                <a:cs typeface="DejaVu Sans"/>
              </a:rPr>
              <a:t>Homogeneidade das máximas não valida automaticamente</a:t>
            </a:r>
          </a:p>
          <a:p>
            <a:pPr algn="l">
              <a:defRPr sz="2475" b="1">
                <a:solidFill>
                  <a:srgbClr val="123247"/>
                </a:solidFill>
                <a:latin typeface="DejaVu Sans"/>
                <a:ea typeface="DejaVu Sans"/>
                <a:cs typeface="DejaVu Sans"/>
              </a:defRPr>
            </a:pPr>
            <a:r>
              <a:rPr sz="2475" b="1">
                <a:solidFill>
                  <a:srgbClr val="123247"/>
                </a:solidFill>
                <a:latin typeface="DejaVu Sans"/>
                <a:ea typeface="DejaVu Sans"/>
                <a:cs typeface="DejaVu Sans"/>
              </a:rPr>
              <a:t>uma regressão de Q90 ou Q98.</a:t>
            </a:r>
          </a:p>
        </p:txBody>
      </p:sp>
    </p:spTree>
    <p:extLst>
      <p:ext uri="{BB962C8B-B14F-4D97-AF65-F5344CB8AC3E}">
        <p14:creationId xmlns:p14="http://schemas.microsoft.com/office/powerpoint/2010/main" val="3110374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9" name="texto">
            <a:extLst>
              <a:ext uri="{FF2B5EF4-FFF2-40B4-BE49-F238E27FC236}">
                <a16:creationId xmlns:a16="http://schemas.microsoft.com/office/drawing/2014/main" id="{235E0AFE-FCF3-425C-A3B7-C76C09D0C59C}"/>
              </a:ext>
            </a:extLst>
          </p:cNvPr>
          <p:cNvSpPr>
            <a:spLocks noGrp="1"/>
          </p:cNvSpPr>
          <p:nvPr/>
        </p:nvSpPr>
        <p:spPr>
          <a:xfrm>
            <a:off x="609600" y="285750"/>
            <a:ext cx="10668000" cy="247650"/>
          </a:xfrm>
          <a:prstGeom prst="rect">
            <a:avLst/>
          </a:prstGeom>
          <a:noFill/>
          <a:ln w="0">
            <a:noFill/>
            <a:prstDash val="solid"/>
          </a:ln>
        </p:spPr>
        <p:txBody>
          <a:bodyPr wrap="square" lIns="0" tIns="0" rIns="0" bIns="0" anchor="t">
            <a:noAutofit/>
          </a:bodyPr>
          <a:lstStyle>
            <a:defPPr algn="l">
              <a:defRPr sz="1275" b="1">
                <a:solidFill>
                  <a:srgbClr val="087F88"/>
                </a:solidFill>
                <a:latin typeface="DejaVu Sans"/>
                <a:ea typeface="DejaVu Sans"/>
                <a:cs typeface="DejaVu Sans"/>
              </a:defRPr>
            </a:defPPr>
            <a:lvl1pPr algn="l">
              <a:defRPr sz="1275" b="1">
                <a:solidFill>
                  <a:srgbClr val="087F88"/>
                </a:solidFill>
                <a:latin typeface="DejaVu Sans"/>
                <a:ea typeface="DejaVu Sans"/>
                <a:cs typeface="DejaVu Sans"/>
              </a:defRPr>
            </a:lvl1pPr>
            <a:lvl2pPr algn="l">
              <a:defRPr sz="1275" b="1">
                <a:solidFill>
                  <a:srgbClr val="087F88"/>
                </a:solidFill>
                <a:latin typeface="DejaVu Sans"/>
                <a:ea typeface="DejaVu Sans"/>
                <a:cs typeface="DejaVu Sans"/>
              </a:defRPr>
            </a:lvl2pPr>
            <a:lvl3pPr algn="l">
              <a:defRPr sz="1275" b="1">
                <a:solidFill>
                  <a:srgbClr val="087F88"/>
                </a:solidFill>
                <a:latin typeface="DejaVu Sans"/>
                <a:ea typeface="DejaVu Sans"/>
                <a:cs typeface="DejaVu Sans"/>
              </a:defRPr>
            </a:lvl3pPr>
            <a:lvl4pPr algn="l">
              <a:defRPr sz="1275" b="1">
                <a:solidFill>
                  <a:srgbClr val="087F88"/>
                </a:solidFill>
                <a:latin typeface="DejaVu Sans"/>
                <a:ea typeface="DejaVu Sans"/>
                <a:cs typeface="DejaVu Sans"/>
              </a:defRPr>
            </a:lvl4pPr>
            <a:lvl5pPr algn="l">
              <a:defRPr sz="1275" b="1">
                <a:solidFill>
                  <a:srgbClr val="087F88"/>
                </a:solidFill>
                <a:latin typeface="DejaVu Sans"/>
                <a:ea typeface="DejaVu Sans"/>
                <a:cs typeface="DejaVu Sans"/>
              </a:defRPr>
            </a:lvl5pPr>
            <a:lvl6pPr algn="l">
              <a:defRPr sz="1275" b="1">
                <a:solidFill>
                  <a:srgbClr val="087F88"/>
                </a:solidFill>
                <a:latin typeface="DejaVu Sans"/>
                <a:ea typeface="DejaVu Sans"/>
                <a:cs typeface="DejaVu Sans"/>
              </a:defRPr>
            </a:lvl6pPr>
            <a:lvl7pPr algn="l">
              <a:defRPr sz="1275" b="1">
                <a:solidFill>
                  <a:srgbClr val="087F88"/>
                </a:solidFill>
                <a:latin typeface="DejaVu Sans"/>
                <a:ea typeface="DejaVu Sans"/>
                <a:cs typeface="DejaVu Sans"/>
              </a:defRPr>
            </a:lvl7pPr>
            <a:lvl8pPr algn="l">
              <a:defRPr sz="1275" b="1">
                <a:solidFill>
                  <a:srgbClr val="087F88"/>
                </a:solidFill>
                <a:latin typeface="DejaVu Sans"/>
                <a:ea typeface="DejaVu Sans"/>
                <a:cs typeface="DejaVu Sans"/>
              </a:defRPr>
            </a:lvl8pPr>
            <a:lvl9pPr algn="l">
              <a:defRPr sz="1275" b="1">
                <a:solidFill>
                  <a:srgbClr val="087F88"/>
                </a:solidFill>
                <a:latin typeface="DejaVu Sans"/>
                <a:ea typeface="DejaVu Sans"/>
                <a:cs typeface="DejaVu Sans"/>
              </a:defRPr>
            </a:lvl9pPr>
          </a:lstStyle>
          <a:p>
            <a:pPr algn="l">
              <a:defRPr sz="1275" b="1">
                <a:solidFill>
                  <a:srgbClr val="087F88"/>
                </a:solidFill>
                <a:latin typeface="DejaVu Sans"/>
                <a:ea typeface="DejaVu Sans"/>
                <a:cs typeface="DejaVu Sans"/>
              </a:defRPr>
            </a:pPr>
            <a:r>
              <a:rPr sz="1275" b="1">
                <a:solidFill>
                  <a:srgbClr val="087F88"/>
                </a:solidFill>
                <a:latin typeface="DejaVu Sans"/>
                <a:ea typeface="DejaVu Sans"/>
                <a:cs typeface="DejaVu Sans"/>
              </a:rPr>
              <a:t>AVALIAÇÃO DE DESEMPENHO</a:t>
            </a:r>
          </a:p>
        </p:txBody>
      </p:sp>
      <p:sp>
        <p:nvSpPr>
          <p:cNvPr id="2" name="texto">
            <a:extLst>
              <a:ext uri="{FF2B5EF4-FFF2-40B4-BE49-F238E27FC236}">
                <a16:creationId xmlns:a16="http://schemas.microsoft.com/office/drawing/2014/main" id="{B82222F4-9AF9-45CC-B9A3-A2F5FB9B6655}"/>
              </a:ext>
            </a:extLst>
          </p:cNvPr>
          <p:cNvSpPr>
            <a:spLocks noGrp="1"/>
          </p:cNvSpPr>
          <p:nvPr/>
        </p:nvSpPr>
        <p:spPr>
          <a:xfrm>
            <a:off x="609600" y="685800"/>
            <a:ext cx="10972800" cy="1028700"/>
          </a:xfrm>
          <a:prstGeom prst="rect">
            <a:avLst/>
          </a:prstGeom>
          <a:noFill/>
          <a:ln w="0">
            <a:noFill/>
            <a:prstDash val="solid"/>
          </a:ln>
        </p:spPr>
        <p:txBody>
          <a:bodyPr wrap="square" lIns="0" tIns="0" rIns="0" bIns="0" anchor="t">
            <a:noAutofit/>
          </a:bodyPr>
          <a:lstStyle>
            <a:defPPr algn="l">
              <a:defRPr sz="3225" b="1">
                <a:solidFill>
                  <a:srgbClr val="123247"/>
                </a:solidFill>
                <a:latin typeface="DejaVu Sans"/>
                <a:ea typeface="DejaVu Sans"/>
                <a:cs typeface="DejaVu Sans"/>
              </a:defRPr>
            </a:defPPr>
            <a:lvl1pPr algn="l">
              <a:defRPr sz="3225" b="1">
                <a:solidFill>
                  <a:srgbClr val="123247"/>
                </a:solidFill>
                <a:latin typeface="DejaVu Sans"/>
                <a:ea typeface="DejaVu Sans"/>
                <a:cs typeface="DejaVu Sans"/>
              </a:defRPr>
            </a:lvl1pPr>
            <a:lvl2pPr algn="l">
              <a:defRPr sz="3225" b="1">
                <a:solidFill>
                  <a:srgbClr val="123247"/>
                </a:solidFill>
                <a:latin typeface="DejaVu Sans"/>
                <a:ea typeface="DejaVu Sans"/>
                <a:cs typeface="DejaVu Sans"/>
              </a:defRPr>
            </a:lvl2pPr>
            <a:lvl3pPr algn="l">
              <a:defRPr sz="3225" b="1">
                <a:solidFill>
                  <a:srgbClr val="123247"/>
                </a:solidFill>
                <a:latin typeface="DejaVu Sans"/>
                <a:ea typeface="DejaVu Sans"/>
                <a:cs typeface="DejaVu Sans"/>
              </a:defRPr>
            </a:lvl3pPr>
            <a:lvl4pPr algn="l">
              <a:defRPr sz="3225" b="1">
                <a:solidFill>
                  <a:srgbClr val="123247"/>
                </a:solidFill>
                <a:latin typeface="DejaVu Sans"/>
                <a:ea typeface="DejaVu Sans"/>
                <a:cs typeface="DejaVu Sans"/>
              </a:defRPr>
            </a:lvl4pPr>
            <a:lvl5pPr algn="l">
              <a:defRPr sz="3225" b="1">
                <a:solidFill>
                  <a:srgbClr val="123247"/>
                </a:solidFill>
                <a:latin typeface="DejaVu Sans"/>
                <a:ea typeface="DejaVu Sans"/>
                <a:cs typeface="DejaVu Sans"/>
              </a:defRPr>
            </a:lvl5pPr>
            <a:lvl6pPr algn="l">
              <a:defRPr sz="3225" b="1">
                <a:solidFill>
                  <a:srgbClr val="123247"/>
                </a:solidFill>
                <a:latin typeface="DejaVu Sans"/>
                <a:ea typeface="DejaVu Sans"/>
                <a:cs typeface="DejaVu Sans"/>
              </a:defRPr>
            </a:lvl6pPr>
            <a:lvl7pPr algn="l">
              <a:defRPr sz="3225" b="1">
                <a:solidFill>
                  <a:srgbClr val="123247"/>
                </a:solidFill>
                <a:latin typeface="DejaVu Sans"/>
                <a:ea typeface="DejaVu Sans"/>
                <a:cs typeface="DejaVu Sans"/>
              </a:defRPr>
            </a:lvl7pPr>
            <a:lvl8pPr algn="l">
              <a:defRPr sz="3225" b="1">
                <a:solidFill>
                  <a:srgbClr val="123247"/>
                </a:solidFill>
                <a:latin typeface="DejaVu Sans"/>
                <a:ea typeface="DejaVu Sans"/>
                <a:cs typeface="DejaVu Sans"/>
              </a:defRPr>
            </a:lvl8pPr>
            <a:lvl9pPr algn="l">
              <a:defRPr sz="3225" b="1">
                <a:solidFill>
                  <a:srgbClr val="123247"/>
                </a:solidFill>
                <a:latin typeface="DejaVu Sans"/>
                <a:ea typeface="DejaVu Sans"/>
                <a:cs typeface="DejaVu Sans"/>
              </a:defRPr>
            </a:lvl9pPr>
          </a:lstStyle>
          <a:p>
            <a:pPr algn="l">
              <a:defRPr sz="3225" b="1">
                <a:solidFill>
                  <a:srgbClr val="123247"/>
                </a:solidFill>
                <a:latin typeface="DejaVu Sans"/>
                <a:ea typeface="DejaVu Sans"/>
                <a:cs typeface="DejaVu Sans"/>
              </a:defRPr>
            </a:pPr>
            <a:r>
              <a:rPr sz="3225" b="1">
                <a:solidFill>
                  <a:srgbClr val="123247"/>
                </a:solidFill>
                <a:latin typeface="DejaVu Sans"/>
                <a:ea typeface="DejaVu Sans"/>
                <a:cs typeface="DejaVu Sans"/>
              </a:rPr>
              <a:t>Validação espacial: uma bacia fora por vez</a:t>
            </a:r>
          </a:p>
        </p:txBody>
      </p:sp>
      <p:sp>
        <p:nvSpPr>
          <p:cNvPr id="3" name="texto">
            <a:extLst>
              <a:ext uri="{FF2B5EF4-FFF2-40B4-BE49-F238E27FC236}">
                <a16:creationId xmlns:a16="http://schemas.microsoft.com/office/drawing/2014/main" id="{87A2128F-FD16-4A32-842E-98F30282A6E7}"/>
              </a:ext>
            </a:extLst>
          </p:cNvPr>
          <p:cNvSpPr>
            <a:spLocks noGrp="1"/>
          </p:cNvSpPr>
          <p:nvPr/>
        </p:nvSpPr>
        <p:spPr>
          <a:xfrm>
            <a:off x="609600" y="6096000"/>
            <a:ext cx="10763250" cy="228600"/>
          </a:xfrm>
          <a:prstGeom prst="rect">
            <a:avLst/>
          </a:prstGeom>
          <a:noFill/>
          <a:ln w="0">
            <a:noFill/>
            <a:prstDash val="solid"/>
          </a:ln>
        </p:spPr>
        <p:txBody>
          <a:bodyPr wrap="square" lIns="0" tIns="0" rIns="0" bIns="0" anchor="t">
            <a:noAutofit/>
          </a:bodyPr>
          <a:lstStyle>
            <a:defPPr algn="l">
              <a:defRPr sz="1050" b="0">
                <a:solidFill>
                  <a:srgbClr val="526873"/>
                </a:solidFill>
                <a:latin typeface="DejaVu Sans"/>
                <a:ea typeface="DejaVu Sans"/>
                <a:cs typeface="DejaVu Sans"/>
              </a:defRPr>
            </a:defPPr>
            <a:lvl1pPr algn="l">
              <a:defRPr sz="1050" b="0">
                <a:solidFill>
                  <a:srgbClr val="526873"/>
                </a:solidFill>
                <a:latin typeface="DejaVu Sans"/>
                <a:ea typeface="DejaVu Sans"/>
                <a:cs typeface="DejaVu Sans"/>
              </a:defRPr>
            </a:lvl1pPr>
            <a:lvl2pPr algn="l">
              <a:defRPr sz="1050" b="0">
                <a:solidFill>
                  <a:srgbClr val="526873"/>
                </a:solidFill>
                <a:latin typeface="DejaVu Sans"/>
                <a:ea typeface="DejaVu Sans"/>
                <a:cs typeface="DejaVu Sans"/>
              </a:defRPr>
            </a:lvl2pPr>
            <a:lvl3pPr algn="l">
              <a:defRPr sz="1050" b="0">
                <a:solidFill>
                  <a:srgbClr val="526873"/>
                </a:solidFill>
                <a:latin typeface="DejaVu Sans"/>
                <a:ea typeface="DejaVu Sans"/>
                <a:cs typeface="DejaVu Sans"/>
              </a:defRPr>
            </a:lvl3pPr>
            <a:lvl4pPr algn="l">
              <a:defRPr sz="1050" b="0">
                <a:solidFill>
                  <a:srgbClr val="526873"/>
                </a:solidFill>
                <a:latin typeface="DejaVu Sans"/>
                <a:ea typeface="DejaVu Sans"/>
                <a:cs typeface="DejaVu Sans"/>
              </a:defRPr>
            </a:lvl4pPr>
            <a:lvl5pPr algn="l">
              <a:defRPr sz="1050" b="0">
                <a:solidFill>
                  <a:srgbClr val="526873"/>
                </a:solidFill>
                <a:latin typeface="DejaVu Sans"/>
                <a:ea typeface="DejaVu Sans"/>
                <a:cs typeface="DejaVu Sans"/>
              </a:defRPr>
            </a:lvl5pPr>
            <a:lvl6pPr algn="l">
              <a:defRPr sz="1050" b="0">
                <a:solidFill>
                  <a:srgbClr val="526873"/>
                </a:solidFill>
                <a:latin typeface="DejaVu Sans"/>
                <a:ea typeface="DejaVu Sans"/>
                <a:cs typeface="DejaVu Sans"/>
              </a:defRPr>
            </a:lvl6pPr>
            <a:lvl7pPr algn="l">
              <a:defRPr sz="1050" b="0">
                <a:solidFill>
                  <a:srgbClr val="526873"/>
                </a:solidFill>
                <a:latin typeface="DejaVu Sans"/>
                <a:ea typeface="DejaVu Sans"/>
                <a:cs typeface="DejaVu Sans"/>
              </a:defRPr>
            </a:lvl7pPr>
            <a:lvl8pPr algn="l">
              <a:defRPr sz="1050" b="0">
                <a:solidFill>
                  <a:srgbClr val="526873"/>
                </a:solidFill>
                <a:latin typeface="DejaVu Sans"/>
                <a:ea typeface="DejaVu Sans"/>
                <a:cs typeface="DejaVu Sans"/>
              </a:defRPr>
            </a:lvl8pPr>
            <a:lvl9pPr algn="l">
              <a:defRPr sz="1050" b="0">
                <a:solidFill>
                  <a:srgbClr val="526873"/>
                </a:solidFill>
                <a:latin typeface="DejaVu Sans"/>
                <a:ea typeface="DejaVu Sans"/>
                <a:cs typeface="DejaVu Sans"/>
              </a:defRPr>
            </a:lvl9pPr>
          </a:lstStyle>
          <a:p>
            <a:pPr algn="l">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Referência: Salinas et al. (2013). Protocolo de validação adaptado ao fluxo da aula.</a:t>
            </a:r>
          </a:p>
        </p:txBody>
      </p:sp>
      <p:sp>
        <p:nvSpPr>
          <p:cNvPr id="4" name="Straight Connector 3">
            <a:extLst>
              <a:ext uri="{FF2B5EF4-FFF2-40B4-BE49-F238E27FC236}">
                <a16:creationId xmlns:a16="http://schemas.microsoft.com/office/drawing/2014/main" id="{54EB0C0D-49F5-4EE2-8887-9061C7D574F9}"/>
              </a:ext>
            </a:extLst>
          </p:cNvPr>
          <p:cNvSpPr>
            <a:spLocks noGrp="1"/>
          </p:cNvSpPr>
          <p:nvPr/>
        </p:nvSpPr>
        <p:spPr>
          <a:xfrm>
            <a:off x="609600" y="6438900"/>
            <a:ext cx="10972800" cy="0"/>
          </a:xfrm>
          <a:prstGeom prst="line">
            <a:avLst/>
          </a:prstGeom>
          <a:noFill/>
          <a:ln w="9525">
            <a:solidFill>
              <a:srgbClr val="DCE3E3"/>
            </a:solidFill>
            <a:prstDash val="solid"/>
          </a:ln>
        </p:spPr>
        <p:txBody>
          <a:bodyPr/>
          <a:lstStyle/>
          <a:p>
            <a:endParaRPr lang="en-GB"/>
          </a:p>
        </p:txBody>
      </p:sp>
      <p:sp>
        <p:nvSpPr>
          <p:cNvPr id="5" name="texto">
            <a:extLst>
              <a:ext uri="{FF2B5EF4-FFF2-40B4-BE49-F238E27FC236}">
                <a16:creationId xmlns:a16="http://schemas.microsoft.com/office/drawing/2014/main" id="{9EC03052-B2F3-4BE0-83DA-32819E485C1A}"/>
              </a:ext>
            </a:extLst>
          </p:cNvPr>
          <p:cNvSpPr>
            <a:spLocks noGrp="1"/>
          </p:cNvSpPr>
          <p:nvPr/>
        </p:nvSpPr>
        <p:spPr>
          <a:xfrm>
            <a:off x="609600" y="6543675"/>
            <a:ext cx="8572500" cy="190500"/>
          </a:xfrm>
          <a:prstGeom prst="rect">
            <a:avLst/>
          </a:prstGeom>
          <a:noFill/>
          <a:ln w="0">
            <a:noFill/>
            <a:prstDash val="solid"/>
          </a:ln>
        </p:spPr>
        <p:txBody>
          <a:bodyPr wrap="square" lIns="0" tIns="0" rIns="0" bIns="0" anchor="t">
            <a:noAutofit/>
          </a:bodyPr>
          <a:lstStyle>
            <a:defPPr algn="l">
              <a:defRPr sz="975" b="0">
                <a:solidFill>
                  <a:srgbClr val="526873"/>
                </a:solidFill>
                <a:latin typeface="DejaVu Sans"/>
                <a:ea typeface="DejaVu Sans"/>
                <a:cs typeface="DejaVu Sans"/>
              </a:defRPr>
            </a:defPPr>
            <a:lvl1pPr algn="l">
              <a:defRPr sz="975" b="0">
                <a:solidFill>
                  <a:srgbClr val="526873"/>
                </a:solidFill>
                <a:latin typeface="DejaVu Sans"/>
                <a:ea typeface="DejaVu Sans"/>
                <a:cs typeface="DejaVu Sans"/>
              </a:defRPr>
            </a:lvl1pPr>
            <a:lvl2pPr algn="l">
              <a:defRPr sz="975" b="0">
                <a:solidFill>
                  <a:srgbClr val="526873"/>
                </a:solidFill>
                <a:latin typeface="DejaVu Sans"/>
                <a:ea typeface="DejaVu Sans"/>
                <a:cs typeface="DejaVu Sans"/>
              </a:defRPr>
            </a:lvl2pPr>
            <a:lvl3pPr algn="l">
              <a:defRPr sz="975" b="0">
                <a:solidFill>
                  <a:srgbClr val="526873"/>
                </a:solidFill>
                <a:latin typeface="DejaVu Sans"/>
                <a:ea typeface="DejaVu Sans"/>
                <a:cs typeface="DejaVu Sans"/>
              </a:defRPr>
            </a:lvl3pPr>
            <a:lvl4pPr algn="l">
              <a:defRPr sz="975" b="0">
                <a:solidFill>
                  <a:srgbClr val="526873"/>
                </a:solidFill>
                <a:latin typeface="DejaVu Sans"/>
                <a:ea typeface="DejaVu Sans"/>
                <a:cs typeface="DejaVu Sans"/>
              </a:defRPr>
            </a:lvl4pPr>
            <a:lvl5pPr algn="l">
              <a:defRPr sz="975" b="0">
                <a:solidFill>
                  <a:srgbClr val="526873"/>
                </a:solidFill>
                <a:latin typeface="DejaVu Sans"/>
                <a:ea typeface="DejaVu Sans"/>
                <a:cs typeface="DejaVu Sans"/>
              </a:defRPr>
            </a:lvl5pPr>
            <a:lvl6pPr algn="l">
              <a:defRPr sz="975" b="0">
                <a:solidFill>
                  <a:srgbClr val="526873"/>
                </a:solidFill>
                <a:latin typeface="DejaVu Sans"/>
                <a:ea typeface="DejaVu Sans"/>
                <a:cs typeface="DejaVu Sans"/>
              </a:defRPr>
            </a:lvl6pPr>
            <a:lvl7pPr algn="l">
              <a:defRPr sz="975" b="0">
                <a:solidFill>
                  <a:srgbClr val="526873"/>
                </a:solidFill>
                <a:latin typeface="DejaVu Sans"/>
                <a:ea typeface="DejaVu Sans"/>
                <a:cs typeface="DejaVu Sans"/>
              </a:defRPr>
            </a:lvl7pPr>
            <a:lvl8pPr algn="l">
              <a:defRPr sz="975" b="0">
                <a:solidFill>
                  <a:srgbClr val="526873"/>
                </a:solidFill>
                <a:latin typeface="DejaVu Sans"/>
                <a:ea typeface="DejaVu Sans"/>
                <a:cs typeface="DejaVu Sans"/>
              </a:defRPr>
            </a:lvl8pPr>
            <a:lvl9pPr algn="l">
              <a:defRPr sz="975" b="0">
                <a:solidFill>
                  <a:srgbClr val="526873"/>
                </a:solidFill>
                <a:latin typeface="DejaVu Sans"/>
                <a:ea typeface="DejaVu Sans"/>
                <a:cs typeface="DejaVu Sans"/>
              </a:defRPr>
            </a:lvl9pPr>
          </a:lstStyle>
          <a:p>
            <a:pPr algn="l">
              <a:defRPr sz="975" b="0">
                <a:solidFill>
                  <a:srgbClr val="526873"/>
                </a:solidFill>
                <a:latin typeface="DejaVu Sans"/>
                <a:ea typeface="DejaVu Sans"/>
                <a:cs typeface="DejaVu Sans"/>
              </a:defRPr>
            </a:pPr>
            <a:r>
              <a:rPr sz="975" b="0">
                <a:solidFill>
                  <a:srgbClr val="526873"/>
                </a:solidFill>
                <a:latin typeface="DejaVu Sans"/>
                <a:ea typeface="DejaVu Sans"/>
                <a:cs typeface="DejaVu Sans"/>
              </a:rPr>
              <a:t>REGIONALIZAÇÃO DE VAZÕES</a:t>
            </a:r>
          </a:p>
        </p:txBody>
      </p:sp>
      <p:sp>
        <p:nvSpPr>
          <p:cNvPr id="6" name="texto">
            <a:extLst>
              <a:ext uri="{FF2B5EF4-FFF2-40B4-BE49-F238E27FC236}">
                <a16:creationId xmlns:a16="http://schemas.microsoft.com/office/drawing/2014/main" id="{90D49B87-30F2-4536-89A3-5C41FA54EA06}"/>
              </a:ext>
            </a:extLst>
          </p:cNvPr>
          <p:cNvSpPr>
            <a:spLocks noGrp="1"/>
          </p:cNvSpPr>
          <p:nvPr/>
        </p:nvSpPr>
        <p:spPr>
          <a:xfrm>
            <a:off x="10620375" y="6534150"/>
            <a:ext cx="962025" cy="209550"/>
          </a:xfrm>
          <a:prstGeom prst="rect">
            <a:avLst/>
          </a:prstGeom>
          <a:noFill/>
          <a:ln w="0">
            <a:noFill/>
            <a:prstDash val="solid"/>
          </a:ln>
        </p:spPr>
        <p:txBody>
          <a:bodyPr wrap="square" lIns="0" tIns="0" rIns="0" bIns="0" anchor="t">
            <a:noAutofit/>
          </a:bodyPr>
          <a:lstStyle>
            <a:defPPr algn="r">
              <a:defRPr sz="1050" b="0">
                <a:solidFill>
                  <a:srgbClr val="526873"/>
                </a:solidFill>
                <a:latin typeface="DejaVu Sans"/>
                <a:ea typeface="DejaVu Sans"/>
                <a:cs typeface="DejaVu Sans"/>
              </a:defRPr>
            </a:defPPr>
            <a:lvl1pPr algn="r">
              <a:defRPr sz="1050" b="0">
                <a:solidFill>
                  <a:srgbClr val="526873"/>
                </a:solidFill>
                <a:latin typeface="DejaVu Sans"/>
                <a:ea typeface="DejaVu Sans"/>
                <a:cs typeface="DejaVu Sans"/>
              </a:defRPr>
            </a:lvl1pPr>
            <a:lvl2pPr algn="r">
              <a:defRPr sz="1050" b="0">
                <a:solidFill>
                  <a:srgbClr val="526873"/>
                </a:solidFill>
                <a:latin typeface="DejaVu Sans"/>
                <a:ea typeface="DejaVu Sans"/>
                <a:cs typeface="DejaVu Sans"/>
              </a:defRPr>
            </a:lvl2pPr>
            <a:lvl3pPr algn="r">
              <a:defRPr sz="1050" b="0">
                <a:solidFill>
                  <a:srgbClr val="526873"/>
                </a:solidFill>
                <a:latin typeface="DejaVu Sans"/>
                <a:ea typeface="DejaVu Sans"/>
                <a:cs typeface="DejaVu Sans"/>
              </a:defRPr>
            </a:lvl3pPr>
            <a:lvl4pPr algn="r">
              <a:defRPr sz="1050" b="0">
                <a:solidFill>
                  <a:srgbClr val="526873"/>
                </a:solidFill>
                <a:latin typeface="DejaVu Sans"/>
                <a:ea typeface="DejaVu Sans"/>
                <a:cs typeface="DejaVu Sans"/>
              </a:defRPr>
            </a:lvl4pPr>
            <a:lvl5pPr algn="r">
              <a:defRPr sz="1050" b="0">
                <a:solidFill>
                  <a:srgbClr val="526873"/>
                </a:solidFill>
                <a:latin typeface="DejaVu Sans"/>
                <a:ea typeface="DejaVu Sans"/>
                <a:cs typeface="DejaVu Sans"/>
              </a:defRPr>
            </a:lvl5pPr>
            <a:lvl6pPr algn="r">
              <a:defRPr sz="1050" b="0">
                <a:solidFill>
                  <a:srgbClr val="526873"/>
                </a:solidFill>
                <a:latin typeface="DejaVu Sans"/>
                <a:ea typeface="DejaVu Sans"/>
                <a:cs typeface="DejaVu Sans"/>
              </a:defRPr>
            </a:lvl6pPr>
            <a:lvl7pPr algn="r">
              <a:defRPr sz="1050" b="0">
                <a:solidFill>
                  <a:srgbClr val="526873"/>
                </a:solidFill>
                <a:latin typeface="DejaVu Sans"/>
                <a:ea typeface="DejaVu Sans"/>
                <a:cs typeface="DejaVu Sans"/>
              </a:defRPr>
            </a:lvl7pPr>
            <a:lvl8pPr algn="r">
              <a:defRPr sz="1050" b="0">
                <a:solidFill>
                  <a:srgbClr val="526873"/>
                </a:solidFill>
                <a:latin typeface="DejaVu Sans"/>
                <a:ea typeface="DejaVu Sans"/>
                <a:cs typeface="DejaVu Sans"/>
              </a:defRPr>
            </a:lvl8pPr>
            <a:lvl9pPr algn="r">
              <a:defRPr sz="1050" b="0">
                <a:solidFill>
                  <a:srgbClr val="526873"/>
                </a:solidFill>
                <a:latin typeface="DejaVu Sans"/>
                <a:ea typeface="DejaVu Sans"/>
                <a:cs typeface="DejaVu Sans"/>
              </a:defRPr>
            </a:lvl9pPr>
          </a:lstStyle>
          <a:p>
            <a:pPr algn="r">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28 / 38</a:t>
            </a:r>
          </a:p>
        </p:txBody>
      </p:sp>
      <p:sp>
        <p:nvSpPr>
          <p:cNvPr id="7" name="texto">
            <a:extLst>
              <a:ext uri="{FF2B5EF4-FFF2-40B4-BE49-F238E27FC236}">
                <a16:creationId xmlns:a16="http://schemas.microsoft.com/office/drawing/2014/main" id="{8BD9D149-4467-46DE-A81E-DC950FAD76D7}"/>
              </a:ext>
            </a:extLst>
          </p:cNvPr>
          <p:cNvSpPr>
            <a:spLocks noGrp="1"/>
          </p:cNvSpPr>
          <p:nvPr/>
        </p:nvSpPr>
        <p:spPr>
          <a:xfrm>
            <a:off x="628650" y="1838325"/>
            <a:ext cx="714375" cy="571500"/>
          </a:xfrm>
          <a:prstGeom prst="rect">
            <a:avLst/>
          </a:prstGeom>
          <a:noFill/>
          <a:ln w="0">
            <a:noFill/>
            <a:prstDash val="solid"/>
          </a:ln>
        </p:spPr>
        <p:txBody>
          <a:bodyPr wrap="square" lIns="0" tIns="0" rIns="0" bIns="0" anchor="t">
            <a:noAutofit/>
          </a:bodyPr>
          <a:lstStyle>
            <a:defPPr algn="l">
              <a:defRPr sz="3225" b="1">
                <a:solidFill>
                  <a:srgbClr val="087F88"/>
                </a:solidFill>
                <a:latin typeface="DejaVu Sans"/>
                <a:ea typeface="DejaVu Sans"/>
                <a:cs typeface="DejaVu Sans"/>
              </a:defRPr>
            </a:defPPr>
            <a:lvl1pPr algn="l">
              <a:defRPr sz="3225" b="1">
                <a:solidFill>
                  <a:srgbClr val="087F88"/>
                </a:solidFill>
                <a:latin typeface="DejaVu Sans"/>
                <a:ea typeface="DejaVu Sans"/>
                <a:cs typeface="DejaVu Sans"/>
              </a:defRPr>
            </a:lvl1pPr>
            <a:lvl2pPr algn="l">
              <a:defRPr sz="3225" b="1">
                <a:solidFill>
                  <a:srgbClr val="087F88"/>
                </a:solidFill>
                <a:latin typeface="DejaVu Sans"/>
                <a:ea typeface="DejaVu Sans"/>
                <a:cs typeface="DejaVu Sans"/>
              </a:defRPr>
            </a:lvl2pPr>
            <a:lvl3pPr algn="l">
              <a:defRPr sz="3225" b="1">
                <a:solidFill>
                  <a:srgbClr val="087F88"/>
                </a:solidFill>
                <a:latin typeface="DejaVu Sans"/>
                <a:ea typeface="DejaVu Sans"/>
                <a:cs typeface="DejaVu Sans"/>
              </a:defRPr>
            </a:lvl3pPr>
            <a:lvl4pPr algn="l">
              <a:defRPr sz="3225" b="1">
                <a:solidFill>
                  <a:srgbClr val="087F88"/>
                </a:solidFill>
                <a:latin typeface="DejaVu Sans"/>
                <a:ea typeface="DejaVu Sans"/>
                <a:cs typeface="DejaVu Sans"/>
              </a:defRPr>
            </a:lvl4pPr>
            <a:lvl5pPr algn="l">
              <a:defRPr sz="3225" b="1">
                <a:solidFill>
                  <a:srgbClr val="087F88"/>
                </a:solidFill>
                <a:latin typeface="DejaVu Sans"/>
                <a:ea typeface="DejaVu Sans"/>
                <a:cs typeface="DejaVu Sans"/>
              </a:defRPr>
            </a:lvl5pPr>
            <a:lvl6pPr algn="l">
              <a:defRPr sz="3225" b="1">
                <a:solidFill>
                  <a:srgbClr val="087F88"/>
                </a:solidFill>
                <a:latin typeface="DejaVu Sans"/>
                <a:ea typeface="DejaVu Sans"/>
                <a:cs typeface="DejaVu Sans"/>
              </a:defRPr>
            </a:lvl6pPr>
            <a:lvl7pPr algn="l">
              <a:defRPr sz="3225" b="1">
                <a:solidFill>
                  <a:srgbClr val="087F88"/>
                </a:solidFill>
                <a:latin typeface="DejaVu Sans"/>
                <a:ea typeface="DejaVu Sans"/>
                <a:cs typeface="DejaVu Sans"/>
              </a:defRPr>
            </a:lvl7pPr>
            <a:lvl8pPr algn="l">
              <a:defRPr sz="3225" b="1">
                <a:solidFill>
                  <a:srgbClr val="087F88"/>
                </a:solidFill>
                <a:latin typeface="DejaVu Sans"/>
                <a:ea typeface="DejaVu Sans"/>
                <a:cs typeface="DejaVu Sans"/>
              </a:defRPr>
            </a:lvl8pPr>
            <a:lvl9pPr algn="l">
              <a:defRPr sz="3225" b="1">
                <a:solidFill>
                  <a:srgbClr val="087F88"/>
                </a:solidFill>
                <a:latin typeface="DejaVu Sans"/>
                <a:ea typeface="DejaVu Sans"/>
                <a:cs typeface="DejaVu Sans"/>
              </a:defRPr>
            </a:lvl9pPr>
          </a:lstStyle>
          <a:p>
            <a:pPr algn="l">
              <a:defRPr sz="3225" b="1">
                <a:solidFill>
                  <a:srgbClr val="087F88"/>
                </a:solidFill>
                <a:latin typeface="DejaVu Sans"/>
                <a:ea typeface="DejaVu Sans"/>
                <a:cs typeface="DejaVu Sans"/>
              </a:defRPr>
            </a:pPr>
            <a:r>
              <a:rPr sz="3225" b="1">
                <a:solidFill>
                  <a:srgbClr val="087F88"/>
                </a:solidFill>
                <a:latin typeface="DejaVu Sans"/>
                <a:ea typeface="DejaVu Sans"/>
                <a:cs typeface="DejaVu Sans"/>
              </a:rPr>
              <a:t>1</a:t>
            </a:r>
          </a:p>
        </p:txBody>
      </p:sp>
      <p:sp>
        <p:nvSpPr>
          <p:cNvPr id="8" name="texto">
            <a:extLst>
              <a:ext uri="{FF2B5EF4-FFF2-40B4-BE49-F238E27FC236}">
                <a16:creationId xmlns:a16="http://schemas.microsoft.com/office/drawing/2014/main" id="{D516E9E3-11A9-43F9-9357-2F70E0D2E7FB}"/>
              </a:ext>
            </a:extLst>
          </p:cNvPr>
          <p:cNvSpPr>
            <a:spLocks noGrp="1"/>
          </p:cNvSpPr>
          <p:nvPr/>
        </p:nvSpPr>
        <p:spPr>
          <a:xfrm>
            <a:off x="1590675" y="1838325"/>
            <a:ext cx="9763125" cy="400050"/>
          </a:xfrm>
          <a:prstGeom prst="rect">
            <a:avLst/>
          </a:prstGeom>
          <a:noFill/>
          <a:ln w="0">
            <a:noFill/>
            <a:prstDash val="solid"/>
          </a:ln>
        </p:spPr>
        <p:txBody>
          <a:bodyPr wrap="square" lIns="0" tIns="0" rIns="0" bIns="0" anchor="t">
            <a:noAutofit/>
          </a:bodyPr>
          <a:lstStyle>
            <a:defPPr algn="l">
              <a:defRPr sz="2175" b="1">
                <a:solidFill>
                  <a:srgbClr val="123247"/>
                </a:solidFill>
                <a:latin typeface="DejaVu Sans"/>
                <a:ea typeface="DejaVu Sans"/>
                <a:cs typeface="DejaVu Sans"/>
              </a:defRPr>
            </a:defPPr>
            <a:lvl1pPr algn="l">
              <a:defRPr sz="2175" b="1">
                <a:solidFill>
                  <a:srgbClr val="123247"/>
                </a:solidFill>
                <a:latin typeface="DejaVu Sans"/>
                <a:ea typeface="DejaVu Sans"/>
                <a:cs typeface="DejaVu Sans"/>
              </a:defRPr>
            </a:lvl1pPr>
            <a:lvl2pPr algn="l">
              <a:defRPr sz="2175" b="1">
                <a:solidFill>
                  <a:srgbClr val="123247"/>
                </a:solidFill>
                <a:latin typeface="DejaVu Sans"/>
                <a:ea typeface="DejaVu Sans"/>
                <a:cs typeface="DejaVu Sans"/>
              </a:defRPr>
            </a:lvl2pPr>
            <a:lvl3pPr algn="l">
              <a:defRPr sz="2175" b="1">
                <a:solidFill>
                  <a:srgbClr val="123247"/>
                </a:solidFill>
                <a:latin typeface="DejaVu Sans"/>
                <a:ea typeface="DejaVu Sans"/>
                <a:cs typeface="DejaVu Sans"/>
              </a:defRPr>
            </a:lvl3pPr>
            <a:lvl4pPr algn="l">
              <a:defRPr sz="2175" b="1">
                <a:solidFill>
                  <a:srgbClr val="123247"/>
                </a:solidFill>
                <a:latin typeface="DejaVu Sans"/>
                <a:ea typeface="DejaVu Sans"/>
                <a:cs typeface="DejaVu Sans"/>
              </a:defRPr>
            </a:lvl4pPr>
            <a:lvl5pPr algn="l">
              <a:defRPr sz="2175" b="1">
                <a:solidFill>
                  <a:srgbClr val="123247"/>
                </a:solidFill>
                <a:latin typeface="DejaVu Sans"/>
                <a:ea typeface="DejaVu Sans"/>
                <a:cs typeface="DejaVu Sans"/>
              </a:defRPr>
            </a:lvl5pPr>
            <a:lvl6pPr algn="l">
              <a:defRPr sz="2175" b="1">
                <a:solidFill>
                  <a:srgbClr val="123247"/>
                </a:solidFill>
                <a:latin typeface="DejaVu Sans"/>
                <a:ea typeface="DejaVu Sans"/>
                <a:cs typeface="DejaVu Sans"/>
              </a:defRPr>
            </a:lvl6pPr>
            <a:lvl7pPr algn="l">
              <a:defRPr sz="2175" b="1">
                <a:solidFill>
                  <a:srgbClr val="123247"/>
                </a:solidFill>
                <a:latin typeface="DejaVu Sans"/>
                <a:ea typeface="DejaVu Sans"/>
                <a:cs typeface="DejaVu Sans"/>
              </a:defRPr>
            </a:lvl7pPr>
            <a:lvl8pPr algn="l">
              <a:defRPr sz="2175" b="1">
                <a:solidFill>
                  <a:srgbClr val="123247"/>
                </a:solidFill>
                <a:latin typeface="DejaVu Sans"/>
                <a:ea typeface="DejaVu Sans"/>
                <a:cs typeface="DejaVu Sans"/>
              </a:defRPr>
            </a:lvl8pPr>
            <a:lvl9pPr algn="l">
              <a:defRPr sz="2175" b="1">
                <a:solidFill>
                  <a:srgbClr val="123247"/>
                </a:solidFill>
                <a:latin typeface="DejaVu Sans"/>
                <a:ea typeface="DejaVu Sans"/>
                <a:cs typeface="DejaVu Sans"/>
              </a:defRPr>
            </a:lvl9pPr>
          </a:lstStyle>
          <a:p>
            <a:pPr algn="l">
              <a:defRPr sz="2175" b="1">
                <a:solidFill>
                  <a:srgbClr val="123247"/>
                </a:solidFill>
                <a:latin typeface="DejaVu Sans"/>
                <a:ea typeface="DejaVu Sans"/>
                <a:cs typeface="DejaVu Sans"/>
              </a:defRPr>
            </a:pPr>
            <a:r>
              <a:rPr sz="2175" b="1">
                <a:solidFill>
                  <a:srgbClr val="123247"/>
                </a:solidFill>
                <a:latin typeface="DejaVu Sans"/>
                <a:ea typeface="DejaVu Sans"/>
                <a:cs typeface="DejaVu Sans"/>
              </a:rPr>
              <a:t>Retirar uma bacia</a:t>
            </a:r>
          </a:p>
        </p:txBody>
      </p:sp>
      <p:sp>
        <p:nvSpPr>
          <p:cNvPr id="9" name="texto">
            <a:extLst>
              <a:ext uri="{FF2B5EF4-FFF2-40B4-BE49-F238E27FC236}">
                <a16:creationId xmlns:a16="http://schemas.microsoft.com/office/drawing/2014/main" id="{5C7FE5B5-975F-4714-9CF5-923D9FDD8AB2}"/>
              </a:ext>
            </a:extLst>
          </p:cNvPr>
          <p:cNvSpPr>
            <a:spLocks noGrp="1"/>
          </p:cNvSpPr>
          <p:nvPr/>
        </p:nvSpPr>
        <p:spPr>
          <a:xfrm>
            <a:off x="1590675" y="2295525"/>
            <a:ext cx="9763125" cy="438150"/>
          </a:xfrm>
          <a:prstGeom prst="rect">
            <a:avLst/>
          </a:prstGeom>
          <a:noFill/>
          <a:ln w="0">
            <a:noFill/>
            <a:prstDash val="solid"/>
          </a:ln>
        </p:spPr>
        <p:txBody>
          <a:bodyPr wrap="square" lIns="0" tIns="0" rIns="0" bIns="0" anchor="t">
            <a:noAutofit/>
          </a:bodyPr>
          <a:lstStyle>
            <a:defPPr algn="l">
              <a:defRPr sz="1875" b="0">
                <a:solidFill>
                  <a:srgbClr val="193647"/>
                </a:solidFill>
                <a:latin typeface="DejaVu Sans"/>
                <a:ea typeface="DejaVu Sans"/>
                <a:cs typeface="DejaVu Sans"/>
              </a:defRPr>
            </a:defPPr>
            <a:lvl1pPr algn="l">
              <a:defRPr sz="1875" b="0">
                <a:solidFill>
                  <a:srgbClr val="193647"/>
                </a:solidFill>
                <a:latin typeface="DejaVu Sans"/>
                <a:ea typeface="DejaVu Sans"/>
                <a:cs typeface="DejaVu Sans"/>
              </a:defRPr>
            </a:lvl1pPr>
            <a:lvl2pPr algn="l">
              <a:defRPr sz="1875" b="0">
                <a:solidFill>
                  <a:srgbClr val="193647"/>
                </a:solidFill>
                <a:latin typeface="DejaVu Sans"/>
                <a:ea typeface="DejaVu Sans"/>
                <a:cs typeface="DejaVu Sans"/>
              </a:defRPr>
            </a:lvl2pPr>
            <a:lvl3pPr algn="l">
              <a:defRPr sz="1875" b="0">
                <a:solidFill>
                  <a:srgbClr val="193647"/>
                </a:solidFill>
                <a:latin typeface="DejaVu Sans"/>
                <a:ea typeface="DejaVu Sans"/>
                <a:cs typeface="DejaVu Sans"/>
              </a:defRPr>
            </a:lvl3pPr>
            <a:lvl4pPr algn="l">
              <a:defRPr sz="1875" b="0">
                <a:solidFill>
                  <a:srgbClr val="193647"/>
                </a:solidFill>
                <a:latin typeface="DejaVu Sans"/>
                <a:ea typeface="DejaVu Sans"/>
                <a:cs typeface="DejaVu Sans"/>
              </a:defRPr>
            </a:lvl4pPr>
            <a:lvl5pPr algn="l">
              <a:defRPr sz="1875" b="0">
                <a:solidFill>
                  <a:srgbClr val="193647"/>
                </a:solidFill>
                <a:latin typeface="DejaVu Sans"/>
                <a:ea typeface="DejaVu Sans"/>
                <a:cs typeface="DejaVu Sans"/>
              </a:defRPr>
            </a:lvl5pPr>
            <a:lvl6pPr algn="l">
              <a:defRPr sz="1875" b="0">
                <a:solidFill>
                  <a:srgbClr val="193647"/>
                </a:solidFill>
                <a:latin typeface="DejaVu Sans"/>
                <a:ea typeface="DejaVu Sans"/>
                <a:cs typeface="DejaVu Sans"/>
              </a:defRPr>
            </a:lvl6pPr>
            <a:lvl7pPr algn="l">
              <a:defRPr sz="1875" b="0">
                <a:solidFill>
                  <a:srgbClr val="193647"/>
                </a:solidFill>
                <a:latin typeface="DejaVu Sans"/>
                <a:ea typeface="DejaVu Sans"/>
                <a:cs typeface="DejaVu Sans"/>
              </a:defRPr>
            </a:lvl7pPr>
            <a:lvl8pPr algn="l">
              <a:defRPr sz="1875" b="0">
                <a:solidFill>
                  <a:srgbClr val="193647"/>
                </a:solidFill>
                <a:latin typeface="DejaVu Sans"/>
                <a:ea typeface="DejaVu Sans"/>
                <a:cs typeface="DejaVu Sans"/>
              </a:defRPr>
            </a:lvl8pPr>
            <a:lvl9pPr algn="l">
              <a:defRPr sz="1875" b="0">
                <a:solidFill>
                  <a:srgbClr val="193647"/>
                </a:solidFill>
                <a:latin typeface="DejaVu Sans"/>
                <a:ea typeface="DejaVu Sans"/>
                <a:cs typeface="DejaVu Sans"/>
              </a:defRPr>
            </a:lvl9pPr>
          </a:lstStyle>
          <a:p>
            <a:pPr algn="l">
              <a:defRPr sz="1875" b="0">
                <a:solidFill>
                  <a:srgbClr val="193647"/>
                </a:solidFill>
                <a:latin typeface="DejaVu Sans"/>
                <a:ea typeface="DejaVu Sans"/>
                <a:cs typeface="DejaVu Sans"/>
              </a:defRPr>
            </a:pPr>
            <a:r>
              <a:rPr sz="1875" b="0">
                <a:solidFill>
                  <a:srgbClr val="193647"/>
                </a:solidFill>
                <a:latin typeface="DejaVu Sans"/>
                <a:ea typeface="DejaVu Sans"/>
                <a:cs typeface="DejaVu Sans"/>
              </a:rPr>
              <a:t>Ocultar toda a informação derivada de suas vazões.</a:t>
            </a:r>
          </a:p>
        </p:txBody>
      </p:sp>
      <p:sp>
        <p:nvSpPr>
          <p:cNvPr id="10" name="texto">
            <a:extLst>
              <a:ext uri="{FF2B5EF4-FFF2-40B4-BE49-F238E27FC236}">
                <a16:creationId xmlns:a16="http://schemas.microsoft.com/office/drawing/2014/main" id="{EA32847B-62C8-4DE5-B990-59B1FEB97FF7}"/>
              </a:ext>
            </a:extLst>
          </p:cNvPr>
          <p:cNvSpPr>
            <a:spLocks noGrp="1"/>
          </p:cNvSpPr>
          <p:nvPr/>
        </p:nvSpPr>
        <p:spPr>
          <a:xfrm>
            <a:off x="628650" y="2819400"/>
            <a:ext cx="714375" cy="571500"/>
          </a:xfrm>
          <a:prstGeom prst="rect">
            <a:avLst/>
          </a:prstGeom>
          <a:noFill/>
          <a:ln w="0">
            <a:noFill/>
            <a:prstDash val="solid"/>
          </a:ln>
        </p:spPr>
        <p:txBody>
          <a:bodyPr wrap="square" lIns="0" tIns="0" rIns="0" bIns="0" anchor="t">
            <a:noAutofit/>
          </a:bodyPr>
          <a:lstStyle>
            <a:defPPr algn="l">
              <a:defRPr sz="3225" b="1">
                <a:solidFill>
                  <a:srgbClr val="C47B23"/>
                </a:solidFill>
                <a:latin typeface="DejaVu Sans"/>
                <a:ea typeface="DejaVu Sans"/>
                <a:cs typeface="DejaVu Sans"/>
              </a:defRPr>
            </a:defPPr>
            <a:lvl1pPr algn="l">
              <a:defRPr sz="3225" b="1">
                <a:solidFill>
                  <a:srgbClr val="C47B23"/>
                </a:solidFill>
                <a:latin typeface="DejaVu Sans"/>
                <a:ea typeface="DejaVu Sans"/>
                <a:cs typeface="DejaVu Sans"/>
              </a:defRPr>
            </a:lvl1pPr>
            <a:lvl2pPr algn="l">
              <a:defRPr sz="3225" b="1">
                <a:solidFill>
                  <a:srgbClr val="C47B23"/>
                </a:solidFill>
                <a:latin typeface="DejaVu Sans"/>
                <a:ea typeface="DejaVu Sans"/>
                <a:cs typeface="DejaVu Sans"/>
              </a:defRPr>
            </a:lvl2pPr>
            <a:lvl3pPr algn="l">
              <a:defRPr sz="3225" b="1">
                <a:solidFill>
                  <a:srgbClr val="C47B23"/>
                </a:solidFill>
                <a:latin typeface="DejaVu Sans"/>
                <a:ea typeface="DejaVu Sans"/>
                <a:cs typeface="DejaVu Sans"/>
              </a:defRPr>
            </a:lvl3pPr>
            <a:lvl4pPr algn="l">
              <a:defRPr sz="3225" b="1">
                <a:solidFill>
                  <a:srgbClr val="C47B23"/>
                </a:solidFill>
                <a:latin typeface="DejaVu Sans"/>
                <a:ea typeface="DejaVu Sans"/>
                <a:cs typeface="DejaVu Sans"/>
              </a:defRPr>
            </a:lvl4pPr>
            <a:lvl5pPr algn="l">
              <a:defRPr sz="3225" b="1">
                <a:solidFill>
                  <a:srgbClr val="C47B23"/>
                </a:solidFill>
                <a:latin typeface="DejaVu Sans"/>
                <a:ea typeface="DejaVu Sans"/>
                <a:cs typeface="DejaVu Sans"/>
              </a:defRPr>
            </a:lvl5pPr>
            <a:lvl6pPr algn="l">
              <a:defRPr sz="3225" b="1">
                <a:solidFill>
                  <a:srgbClr val="C47B23"/>
                </a:solidFill>
                <a:latin typeface="DejaVu Sans"/>
                <a:ea typeface="DejaVu Sans"/>
                <a:cs typeface="DejaVu Sans"/>
              </a:defRPr>
            </a:lvl6pPr>
            <a:lvl7pPr algn="l">
              <a:defRPr sz="3225" b="1">
                <a:solidFill>
                  <a:srgbClr val="C47B23"/>
                </a:solidFill>
                <a:latin typeface="DejaVu Sans"/>
                <a:ea typeface="DejaVu Sans"/>
                <a:cs typeface="DejaVu Sans"/>
              </a:defRPr>
            </a:lvl7pPr>
            <a:lvl8pPr algn="l">
              <a:defRPr sz="3225" b="1">
                <a:solidFill>
                  <a:srgbClr val="C47B23"/>
                </a:solidFill>
                <a:latin typeface="DejaVu Sans"/>
                <a:ea typeface="DejaVu Sans"/>
                <a:cs typeface="DejaVu Sans"/>
              </a:defRPr>
            </a:lvl8pPr>
            <a:lvl9pPr algn="l">
              <a:defRPr sz="3225" b="1">
                <a:solidFill>
                  <a:srgbClr val="C47B23"/>
                </a:solidFill>
                <a:latin typeface="DejaVu Sans"/>
                <a:ea typeface="DejaVu Sans"/>
                <a:cs typeface="DejaVu Sans"/>
              </a:defRPr>
            </a:lvl9pPr>
          </a:lstStyle>
          <a:p>
            <a:pPr algn="l">
              <a:defRPr sz="3225" b="1">
                <a:solidFill>
                  <a:srgbClr val="C47B23"/>
                </a:solidFill>
                <a:latin typeface="DejaVu Sans"/>
                <a:ea typeface="DejaVu Sans"/>
                <a:cs typeface="DejaVu Sans"/>
              </a:defRPr>
            </a:pPr>
            <a:r>
              <a:rPr sz="3225" b="1">
                <a:solidFill>
                  <a:srgbClr val="C47B23"/>
                </a:solidFill>
                <a:latin typeface="DejaVu Sans"/>
                <a:ea typeface="DejaVu Sans"/>
                <a:cs typeface="DejaVu Sans"/>
              </a:rPr>
              <a:t>2</a:t>
            </a:r>
          </a:p>
        </p:txBody>
      </p:sp>
      <p:sp>
        <p:nvSpPr>
          <p:cNvPr id="11" name="texto">
            <a:extLst>
              <a:ext uri="{FF2B5EF4-FFF2-40B4-BE49-F238E27FC236}">
                <a16:creationId xmlns:a16="http://schemas.microsoft.com/office/drawing/2014/main" id="{3BA0AB41-DDDE-448E-863D-DA4908F3F63A}"/>
              </a:ext>
            </a:extLst>
          </p:cNvPr>
          <p:cNvSpPr>
            <a:spLocks noGrp="1"/>
          </p:cNvSpPr>
          <p:nvPr/>
        </p:nvSpPr>
        <p:spPr>
          <a:xfrm>
            <a:off x="1590675" y="2819400"/>
            <a:ext cx="9763125" cy="400050"/>
          </a:xfrm>
          <a:prstGeom prst="rect">
            <a:avLst/>
          </a:prstGeom>
          <a:noFill/>
          <a:ln w="0">
            <a:noFill/>
            <a:prstDash val="solid"/>
          </a:ln>
        </p:spPr>
        <p:txBody>
          <a:bodyPr wrap="square" lIns="0" tIns="0" rIns="0" bIns="0" anchor="t">
            <a:noAutofit/>
          </a:bodyPr>
          <a:lstStyle>
            <a:defPPr algn="l">
              <a:defRPr sz="2175" b="1">
                <a:solidFill>
                  <a:srgbClr val="123247"/>
                </a:solidFill>
                <a:latin typeface="DejaVu Sans"/>
                <a:ea typeface="DejaVu Sans"/>
                <a:cs typeface="DejaVu Sans"/>
              </a:defRPr>
            </a:defPPr>
            <a:lvl1pPr algn="l">
              <a:defRPr sz="2175" b="1">
                <a:solidFill>
                  <a:srgbClr val="123247"/>
                </a:solidFill>
                <a:latin typeface="DejaVu Sans"/>
                <a:ea typeface="DejaVu Sans"/>
                <a:cs typeface="DejaVu Sans"/>
              </a:defRPr>
            </a:lvl1pPr>
            <a:lvl2pPr algn="l">
              <a:defRPr sz="2175" b="1">
                <a:solidFill>
                  <a:srgbClr val="123247"/>
                </a:solidFill>
                <a:latin typeface="DejaVu Sans"/>
                <a:ea typeface="DejaVu Sans"/>
                <a:cs typeface="DejaVu Sans"/>
              </a:defRPr>
            </a:lvl2pPr>
            <a:lvl3pPr algn="l">
              <a:defRPr sz="2175" b="1">
                <a:solidFill>
                  <a:srgbClr val="123247"/>
                </a:solidFill>
                <a:latin typeface="DejaVu Sans"/>
                <a:ea typeface="DejaVu Sans"/>
                <a:cs typeface="DejaVu Sans"/>
              </a:defRPr>
            </a:lvl3pPr>
            <a:lvl4pPr algn="l">
              <a:defRPr sz="2175" b="1">
                <a:solidFill>
                  <a:srgbClr val="123247"/>
                </a:solidFill>
                <a:latin typeface="DejaVu Sans"/>
                <a:ea typeface="DejaVu Sans"/>
                <a:cs typeface="DejaVu Sans"/>
              </a:defRPr>
            </a:lvl4pPr>
            <a:lvl5pPr algn="l">
              <a:defRPr sz="2175" b="1">
                <a:solidFill>
                  <a:srgbClr val="123247"/>
                </a:solidFill>
                <a:latin typeface="DejaVu Sans"/>
                <a:ea typeface="DejaVu Sans"/>
                <a:cs typeface="DejaVu Sans"/>
              </a:defRPr>
            </a:lvl5pPr>
            <a:lvl6pPr algn="l">
              <a:defRPr sz="2175" b="1">
                <a:solidFill>
                  <a:srgbClr val="123247"/>
                </a:solidFill>
                <a:latin typeface="DejaVu Sans"/>
                <a:ea typeface="DejaVu Sans"/>
                <a:cs typeface="DejaVu Sans"/>
              </a:defRPr>
            </a:lvl6pPr>
            <a:lvl7pPr algn="l">
              <a:defRPr sz="2175" b="1">
                <a:solidFill>
                  <a:srgbClr val="123247"/>
                </a:solidFill>
                <a:latin typeface="DejaVu Sans"/>
                <a:ea typeface="DejaVu Sans"/>
                <a:cs typeface="DejaVu Sans"/>
              </a:defRPr>
            </a:lvl7pPr>
            <a:lvl8pPr algn="l">
              <a:defRPr sz="2175" b="1">
                <a:solidFill>
                  <a:srgbClr val="123247"/>
                </a:solidFill>
                <a:latin typeface="DejaVu Sans"/>
                <a:ea typeface="DejaVu Sans"/>
                <a:cs typeface="DejaVu Sans"/>
              </a:defRPr>
            </a:lvl8pPr>
            <a:lvl9pPr algn="l">
              <a:defRPr sz="2175" b="1">
                <a:solidFill>
                  <a:srgbClr val="123247"/>
                </a:solidFill>
                <a:latin typeface="DejaVu Sans"/>
                <a:ea typeface="DejaVu Sans"/>
                <a:cs typeface="DejaVu Sans"/>
              </a:defRPr>
            </a:lvl9pPr>
          </a:lstStyle>
          <a:p>
            <a:pPr algn="l">
              <a:defRPr sz="2175" b="1">
                <a:solidFill>
                  <a:srgbClr val="123247"/>
                </a:solidFill>
                <a:latin typeface="DejaVu Sans"/>
                <a:ea typeface="DejaVu Sans"/>
                <a:cs typeface="DejaVu Sans"/>
              </a:defRPr>
            </a:pPr>
            <a:r>
              <a:rPr sz="2175" b="1">
                <a:solidFill>
                  <a:srgbClr val="123247"/>
                </a:solidFill>
                <a:latin typeface="DejaVu Sans"/>
                <a:ea typeface="DejaVu Sans"/>
                <a:cs typeface="DejaVu Sans"/>
              </a:rPr>
              <a:t>Refazer o treinamento</a:t>
            </a:r>
          </a:p>
        </p:txBody>
      </p:sp>
      <p:sp>
        <p:nvSpPr>
          <p:cNvPr id="12" name="texto">
            <a:extLst>
              <a:ext uri="{FF2B5EF4-FFF2-40B4-BE49-F238E27FC236}">
                <a16:creationId xmlns:a16="http://schemas.microsoft.com/office/drawing/2014/main" id="{36DBF127-DC4B-41AC-ACAE-03D91DA76301}"/>
              </a:ext>
            </a:extLst>
          </p:cNvPr>
          <p:cNvSpPr>
            <a:spLocks noGrp="1"/>
          </p:cNvSpPr>
          <p:nvPr/>
        </p:nvSpPr>
        <p:spPr>
          <a:xfrm>
            <a:off x="1590675" y="3276600"/>
            <a:ext cx="9763125" cy="438150"/>
          </a:xfrm>
          <a:prstGeom prst="rect">
            <a:avLst/>
          </a:prstGeom>
          <a:noFill/>
          <a:ln w="0">
            <a:noFill/>
            <a:prstDash val="solid"/>
          </a:ln>
        </p:spPr>
        <p:txBody>
          <a:bodyPr wrap="square" lIns="0" tIns="0" rIns="0" bIns="0" anchor="t">
            <a:noAutofit/>
          </a:bodyPr>
          <a:lstStyle>
            <a:defPPr algn="l">
              <a:defRPr sz="1875" b="0">
                <a:solidFill>
                  <a:srgbClr val="193647"/>
                </a:solidFill>
                <a:latin typeface="DejaVu Sans"/>
                <a:ea typeface="DejaVu Sans"/>
                <a:cs typeface="DejaVu Sans"/>
              </a:defRPr>
            </a:defPPr>
            <a:lvl1pPr algn="l">
              <a:defRPr sz="1875" b="0">
                <a:solidFill>
                  <a:srgbClr val="193647"/>
                </a:solidFill>
                <a:latin typeface="DejaVu Sans"/>
                <a:ea typeface="DejaVu Sans"/>
                <a:cs typeface="DejaVu Sans"/>
              </a:defRPr>
            </a:lvl1pPr>
            <a:lvl2pPr algn="l">
              <a:defRPr sz="1875" b="0">
                <a:solidFill>
                  <a:srgbClr val="193647"/>
                </a:solidFill>
                <a:latin typeface="DejaVu Sans"/>
                <a:ea typeface="DejaVu Sans"/>
                <a:cs typeface="DejaVu Sans"/>
              </a:defRPr>
            </a:lvl2pPr>
            <a:lvl3pPr algn="l">
              <a:defRPr sz="1875" b="0">
                <a:solidFill>
                  <a:srgbClr val="193647"/>
                </a:solidFill>
                <a:latin typeface="DejaVu Sans"/>
                <a:ea typeface="DejaVu Sans"/>
                <a:cs typeface="DejaVu Sans"/>
              </a:defRPr>
            </a:lvl3pPr>
            <a:lvl4pPr algn="l">
              <a:defRPr sz="1875" b="0">
                <a:solidFill>
                  <a:srgbClr val="193647"/>
                </a:solidFill>
                <a:latin typeface="DejaVu Sans"/>
                <a:ea typeface="DejaVu Sans"/>
                <a:cs typeface="DejaVu Sans"/>
              </a:defRPr>
            </a:lvl4pPr>
            <a:lvl5pPr algn="l">
              <a:defRPr sz="1875" b="0">
                <a:solidFill>
                  <a:srgbClr val="193647"/>
                </a:solidFill>
                <a:latin typeface="DejaVu Sans"/>
                <a:ea typeface="DejaVu Sans"/>
                <a:cs typeface="DejaVu Sans"/>
              </a:defRPr>
            </a:lvl5pPr>
            <a:lvl6pPr algn="l">
              <a:defRPr sz="1875" b="0">
                <a:solidFill>
                  <a:srgbClr val="193647"/>
                </a:solidFill>
                <a:latin typeface="DejaVu Sans"/>
                <a:ea typeface="DejaVu Sans"/>
                <a:cs typeface="DejaVu Sans"/>
              </a:defRPr>
            </a:lvl6pPr>
            <a:lvl7pPr algn="l">
              <a:defRPr sz="1875" b="0">
                <a:solidFill>
                  <a:srgbClr val="193647"/>
                </a:solidFill>
                <a:latin typeface="DejaVu Sans"/>
                <a:ea typeface="DejaVu Sans"/>
                <a:cs typeface="DejaVu Sans"/>
              </a:defRPr>
            </a:lvl7pPr>
            <a:lvl8pPr algn="l">
              <a:defRPr sz="1875" b="0">
                <a:solidFill>
                  <a:srgbClr val="193647"/>
                </a:solidFill>
                <a:latin typeface="DejaVu Sans"/>
                <a:ea typeface="DejaVu Sans"/>
                <a:cs typeface="DejaVu Sans"/>
              </a:defRPr>
            </a:lvl8pPr>
            <a:lvl9pPr algn="l">
              <a:defRPr sz="1875" b="0">
                <a:solidFill>
                  <a:srgbClr val="193647"/>
                </a:solidFill>
                <a:latin typeface="DejaVu Sans"/>
                <a:ea typeface="DejaVu Sans"/>
                <a:cs typeface="DejaVu Sans"/>
              </a:defRPr>
            </a:lvl9pPr>
          </a:lstStyle>
          <a:p>
            <a:pPr algn="l">
              <a:defRPr sz="1875" b="0">
                <a:solidFill>
                  <a:srgbClr val="193647"/>
                </a:solidFill>
                <a:latin typeface="DejaVu Sans"/>
                <a:ea typeface="DejaVu Sans"/>
                <a:cs typeface="DejaVu Sans"/>
              </a:defRPr>
            </a:pPr>
            <a:r>
              <a:rPr sz="1875" b="0">
                <a:solidFill>
                  <a:srgbClr val="193647"/>
                </a:solidFill>
                <a:latin typeface="DejaVu Sans"/>
                <a:ea typeface="DejaVu Sans"/>
                <a:cs typeface="DejaVu Sans"/>
              </a:rPr>
              <a:t>Ajustar pré-processamento, grupos e modelos sem essa bacia.</a:t>
            </a:r>
          </a:p>
        </p:txBody>
      </p:sp>
      <p:sp>
        <p:nvSpPr>
          <p:cNvPr id="13" name="texto">
            <a:extLst>
              <a:ext uri="{FF2B5EF4-FFF2-40B4-BE49-F238E27FC236}">
                <a16:creationId xmlns:a16="http://schemas.microsoft.com/office/drawing/2014/main" id="{2CCE3FF2-FD6B-474B-BDBF-CDBE2F50F4D8}"/>
              </a:ext>
            </a:extLst>
          </p:cNvPr>
          <p:cNvSpPr>
            <a:spLocks noGrp="1"/>
          </p:cNvSpPr>
          <p:nvPr/>
        </p:nvSpPr>
        <p:spPr>
          <a:xfrm>
            <a:off x="628650" y="3800475"/>
            <a:ext cx="714375" cy="571500"/>
          </a:xfrm>
          <a:prstGeom prst="rect">
            <a:avLst/>
          </a:prstGeom>
          <a:noFill/>
          <a:ln w="0">
            <a:noFill/>
            <a:prstDash val="solid"/>
          </a:ln>
        </p:spPr>
        <p:txBody>
          <a:bodyPr wrap="square" lIns="0" tIns="0" rIns="0" bIns="0" anchor="t">
            <a:noAutofit/>
          </a:bodyPr>
          <a:lstStyle>
            <a:defPPr algn="l">
              <a:defRPr sz="3225" b="1">
                <a:solidFill>
                  <a:srgbClr val="995A80"/>
                </a:solidFill>
                <a:latin typeface="DejaVu Sans"/>
                <a:ea typeface="DejaVu Sans"/>
                <a:cs typeface="DejaVu Sans"/>
              </a:defRPr>
            </a:defPPr>
            <a:lvl1pPr algn="l">
              <a:defRPr sz="3225" b="1">
                <a:solidFill>
                  <a:srgbClr val="995A80"/>
                </a:solidFill>
                <a:latin typeface="DejaVu Sans"/>
                <a:ea typeface="DejaVu Sans"/>
                <a:cs typeface="DejaVu Sans"/>
              </a:defRPr>
            </a:lvl1pPr>
            <a:lvl2pPr algn="l">
              <a:defRPr sz="3225" b="1">
                <a:solidFill>
                  <a:srgbClr val="995A80"/>
                </a:solidFill>
                <a:latin typeface="DejaVu Sans"/>
                <a:ea typeface="DejaVu Sans"/>
                <a:cs typeface="DejaVu Sans"/>
              </a:defRPr>
            </a:lvl2pPr>
            <a:lvl3pPr algn="l">
              <a:defRPr sz="3225" b="1">
                <a:solidFill>
                  <a:srgbClr val="995A80"/>
                </a:solidFill>
                <a:latin typeface="DejaVu Sans"/>
                <a:ea typeface="DejaVu Sans"/>
                <a:cs typeface="DejaVu Sans"/>
              </a:defRPr>
            </a:lvl3pPr>
            <a:lvl4pPr algn="l">
              <a:defRPr sz="3225" b="1">
                <a:solidFill>
                  <a:srgbClr val="995A80"/>
                </a:solidFill>
                <a:latin typeface="DejaVu Sans"/>
                <a:ea typeface="DejaVu Sans"/>
                <a:cs typeface="DejaVu Sans"/>
              </a:defRPr>
            </a:lvl4pPr>
            <a:lvl5pPr algn="l">
              <a:defRPr sz="3225" b="1">
                <a:solidFill>
                  <a:srgbClr val="995A80"/>
                </a:solidFill>
                <a:latin typeface="DejaVu Sans"/>
                <a:ea typeface="DejaVu Sans"/>
                <a:cs typeface="DejaVu Sans"/>
              </a:defRPr>
            </a:lvl5pPr>
            <a:lvl6pPr algn="l">
              <a:defRPr sz="3225" b="1">
                <a:solidFill>
                  <a:srgbClr val="995A80"/>
                </a:solidFill>
                <a:latin typeface="DejaVu Sans"/>
                <a:ea typeface="DejaVu Sans"/>
                <a:cs typeface="DejaVu Sans"/>
              </a:defRPr>
            </a:lvl6pPr>
            <a:lvl7pPr algn="l">
              <a:defRPr sz="3225" b="1">
                <a:solidFill>
                  <a:srgbClr val="995A80"/>
                </a:solidFill>
                <a:latin typeface="DejaVu Sans"/>
                <a:ea typeface="DejaVu Sans"/>
                <a:cs typeface="DejaVu Sans"/>
              </a:defRPr>
            </a:lvl7pPr>
            <a:lvl8pPr algn="l">
              <a:defRPr sz="3225" b="1">
                <a:solidFill>
                  <a:srgbClr val="995A80"/>
                </a:solidFill>
                <a:latin typeface="DejaVu Sans"/>
                <a:ea typeface="DejaVu Sans"/>
                <a:cs typeface="DejaVu Sans"/>
              </a:defRPr>
            </a:lvl8pPr>
            <a:lvl9pPr algn="l">
              <a:defRPr sz="3225" b="1">
                <a:solidFill>
                  <a:srgbClr val="995A80"/>
                </a:solidFill>
                <a:latin typeface="DejaVu Sans"/>
                <a:ea typeface="DejaVu Sans"/>
                <a:cs typeface="DejaVu Sans"/>
              </a:defRPr>
            </a:lvl9pPr>
          </a:lstStyle>
          <a:p>
            <a:pPr algn="l">
              <a:defRPr sz="3225" b="1">
                <a:solidFill>
                  <a:srgbClr val="995A80"/>
                </a:solidFill>
                <a:latin typeface="DejaVu Sans"/>
                <a:ea typeface="DejaVu Sans"/>
                <a:cs typeface="DejaVu Sans"/>
              </a:defRPr>
            </a:pPr>
            <a:r>
              <a:rPr sz="3225" b="1">
                <a:solidFill>
                  <a:srgbClr val="995A80"/>
                </a:solidFill>
                <a:latin typeface="DejaVu Sans"/>
                <a:ea typeface="DejaVu Sans"/>
                <a:cs typeface="DejaVu Sans"/>
              </a:rPr>
              <a:t>3</a:t>
            </a:r>
          </a:p>
        </p:txBody>
      </p:sp>
      <p:sp>
        <p:nvSpPr>
          <p:cNvPr id="14" name="texto">
            <a:extLst>
              <a:ext uri="{FF2B5EF4-FFF2-40B4-BE49-F238E27FC236}">
                <a16:creationId xmlns:a16="http://schemas.microsoft.com/office/drawing/2014/main" id="{E54C841C-6F4D-423C-81A0-962E2F50D44D}"/>
              </a:ext>
            </a:extLst>
          </p:cNvPr>
          <p:cNvSpPr>
            <a:spLocks noGrp="1"/>
          </p:cNvSpPr>
          <p:nvPr/>
        </p:nvSpPr>
        <p:spPr>
          <a:xfrm>
            <a:off x="1590675" y="3800475"/>
            <a:ext cx="9763125" cy="400050"/>
          </a:xfrm>
          <a:prstGeom prst="rect">
            <a:avLst/>
          </a:prstGeom>
          <a:noFill/>
          <a:ln w="0">
            <a:noFill/>
            <a:prstDash val="solid"/>
          </a:ln>
        </p:spPr>
        <p:txBody>
          <a:bodyPr wrap="square" lIns="0" tIns="0" rIns="0" bIns="0" anchor="t">
            <a:noAutofit/>
          </a:bodyPr>
          <a:lstStyle>
            <a:defPPr algn="l">
              <a:defRPr sz="2175" b="1">
                <a:solidFill>
                  <a:srgbClr val="123247"/>
                </a:solidFill>
                <a:latin typeface="DejaVu Sans"/>
                <a:ea typeface="DejaVu Sans"/>
                <a:cs typeface="DejaVu Sans"/>
              </a:defRPr>
            </a:defPPr>
            <a:lvl1pPr algn="l">
              <a:defRPr sz="2175" b="1">
                <a:solidFill>
                  <a:srgbClr val="123247"/>
                </a:solidFill>
                <a:latin typeface="DejaVu Sans"/>
                <a:ea typeface="DejaVu Sans"/>
                <a:cs typeface="DejaVu Sans"/>
              </a:defRPr>
            </a:lvl1pPr>
            <a:lvl2pPr algn="l">
              <a:defRPr sz="2175" b="1">
                <a:solidFill>
                  <a:srgbClr val="123247"/>
                </a:solidFill>
                <a:latin typeface="DejaVu Sans"/>
                <a:ea typeface="DejaVu Sans"/>
                <a:cs typeface="DejaVu Sans"/>
              </a:defRPr>
            </a:lvl2pPr>
            <a:lvl3pPr algn="l">
              <a:defRPr sz="2175" b="1">
                <a:solidFill>
                  <a:srgbClr val="123247"/>
                </a:solidFill>
                <a:latin typeface="DejaVu Sans"/>
                <a:ea typeface="DejaVu Sans"/>
                <a:cs typeface="DejaVu Sans"/>
              </a:defRPr>
            </a:lvl3pPr>
            <a:lvl4pPr algn="l">
              <a:defRPr sz="2175" b="1">
                <a:solidFill>
                  <a:srgbClr val="123247"/>
                </a:solidFill>
                <a:latin typeface="DejaVu Sans"/>
                <a:ea typeface="DejaVu Sans"/>
                <a:cs typeface="DejaVu Sans"/>
              </a:defRPr>
            </a:lvl4pPr>
            <a:lvl5pPr algn="l">
              <a:defRPr sz="2175" b="1">
                <a:solidFill>
                  <a:srgbClr val="123247"/>
                </a:solidFill>
                <a:latin typeface="DejaVu Sans"/>
                <a:ea typeface="DejaVu Sans"/>
                <a:cs typeface="DejaVu Sans"/>
              </a:defRPr>
            </a:lvl5pPr>
            <a:lvl6pPr algn="l">
              <a:defRPr sz="2175" b="1">
                <a:solidFill>
                  <a:srgbClr val="123247"/>
                </a:solidFill>
                <a:latin typeface="DejaVu Sans"/>
                <a:ea typeface="DejaVu Sans"/>
                <a:cs typeface="DejaVu Sans"/>
              </a:defRPr>
            </a:lvl6pPr>
            <a:lvl7pPr algn="l">
              <a:defRPr sz="2175" b="1">
                <a:solidFill>
                  <a:srgbClr val="123247"/>
                </a:solidFill>
                <a:latin typeface="DejaVu Sans"/>
                <a:ea typeface="DejaVu Sans"/>
                <a:cs typeface="DejaVu Sans"/>
              </a:defRPr>
            </a:lvl7pPr>
            <a:lvl8pPr algn="l">
              <a:defRPr sz="2175" b="1">
                <a:solidFill>
                  <a:srgbClr val="123247"/>
                </a:solidFill>
                <a:latin typeface="DejaVu Sans"/>
                <a:ea typeface="DejaVu Sans"/>
                <a:cs typeface="DejaVu Sans"/>
              </a:defRPr>
            </a:lvl8pPr>
            <a:lvl9pPr algn="l">
              <a:defRPr sz="2175" b="1">
                <a:solidFill>
                  <a:srgbClr val="123247"/>
                </a:solidFill>
                <a:latin typeface="DejaVu Sans"/>
                <a:ea typeface="DejaVu Sans"/>
                <a:cs typeface="DejaVu Sans"/>
              </a:defRPr>
            </a:lvl9pPr>
          </a:lstStyle>
          <a:p>
            <a:pPr algn="l">
              <a:defRPr sz="2175" b="1">
                <a:solidFill>
                  <a:srgbClr val="123247"/>
                </a:solidFill>
                <a:latin typeface="DejaVu Sans"/>
                <a:ea typeface="DejaVu Sans"/>
                <a:cs typeface="DejaVu Sans"/>
              </a:defRPr>
            </a:pPr>
            <a:r>
              <a:rPr sz="2175" b="1">
                <a:solidFill>
                  <a:srgbClr val="123247"/>
                </a:solidFill>
                <a:latin typeface="DejaVu Sans"/>
                <a:ea typeface="DejaVu Sans"/>
                <a:cs typeface="DejaVu Sans"/>
              </a:rPr>
              <a:t>Atribuir e prever</a:t>
            </a:r>
          </a:p>
        </p:txBody>
      </p:sp>
      <p:sp>
        <p:nvSpPr>
          <p:cNvPr id="15" name="texto">
            <a:extLst>
              <a:ext uri="{FF2B5EF4-FFF2-40B4-BE49-F238E27FC236}">
                <a16:creationId xmlns:a16="http://schemas.microsoft.com/office/drawing/2014/main" id="{12E64EE0-2C48-466A-843E-399D75C51594}"/>
              </a:ext>
            </a:extLst>
          </p:cNvPr>
          <p:cNvSpPr>
            <a:spLocks noGrp="1"/>
          </p:cNvSpPr>
          <p:nvPr/>
        </p:nvSpPr>
        <p:spPr>
          <a:xfrm>
            <a:off x="1590675" y="4257675"/>
            <a:ext cx="9763125" cy="438150"/>
          </a:xfrm>
          <a:prstGeom prst="rect">
            <a:avLst/>
          </a:prstGeom>
          <a:noFill/>
          <a:ln w="0">
            <a:noFill/>
            <a:prstDash val="solid"/>
          </a:ln>
        </p:spPr>
        <p:txBody>
          <a:bodyPr wrap="square" lIns="0" tIns="0" rIns="0" bIns="0" anchor="t">
            <a:noAutofit/>
          </a:bodyPr>
          <a:lstStyle>
            <a:defPPr algn="l">
              <a:defRPr sz="1875" b="0">
                <a:solidFill>
                  <a:srgbClr val="193647"/>
                </a:solidFill>
                <a:latin typeface="DejaVu Sans"/>
                <a:ea typeface="DejaVu Sans"/>
                <a:cs typeface="DejaVu Sans"/>
              </a:defRPr>
            </a:defPPr>
            <a:lvl1pPr algn="l">
              <a:defRPr sz="1875" b="0">
                <a:solidFill>
                  <a:srgbClr val="193647"/>
                </a:solidFill>
                <a:latin typeface="DejaVu Sans"/>
                <a:ea typeface="DejaVu Sans"/>
                <a:cs typeface="DejaVu Sans"/>
              </a:defRPr>
            </a:lvl1pPr>
            <a:lvl2pPr algn="l">
              <a:defRPr sz="1875" b="0">
                <a:solidFill>
                  <a:srgbClr val="193647"/>
                </a:solidFill>
                <a:latin typeface="DejaVu Sans"/>
                <a:ea typeface="DejaVu Sans"/>
                <a:cs typeface="DejaVu Sans"/>
              </a:defRPr>
            </a:lvl2pPr>
            <a:lvl3pPr algn="l">
              <a:defRPr sz="1875" b="0">
                <a:solidFill>
                  <a:srgbClr val="193647"/>
                </a:solidFill>
                <a:latin typeface="DejaVu Sans"/>
                <a:ea typeface="DejaVu Sans"/>
                <a:cs typeface="DejaVu Sans"/>
              </a:defRPr>
            </a:lvl3pPr>
            <a:lvl4pPr algn="l">
              <a:defRPr sz="1875" b="0">
                <a:solidFill>
                  <a:srgbClr val="193647"/>
                </a:solidFill>
                <a:latin typeface="DejaVu Sans"/>
                <a:ea typeface="DejaVu Sans"/>
                <a:cs typeface="DejaVu Sans"/>
              </a:defRPr>
            </a:lvl4pPr>
            <a:lvl5pPr algn="l">
              <a:defRPr sz="1875" b="0">
                <a:solidFill>
                  <a:srgbClr val="193647"/>
                </a:solidFill>
                <a:latin typeface="DejaVu Sans"/>
                <a:ea typeface="DejaVu Sans"/>
                <a:cs typeface="DejaVu Sans"/>
              </a:defRPr>
            </a:lvl5pPr>
            <a:lvl6pPr algn="l">
              <a:defRPr sz="1875" b="0">
                <a:solidFill>
                  <a:srgbClr val="193647"/>
                </a:solidFill>
                <a:latin typeface="DejaVu Sans"/>
                <a:ea typeface="DejaVu Sans"/>
                <a:cs typeface="DejaVu Sans"/>
              </a:defRPr>
            </a:lvl6pPr>
            <a:lvl7pPr algn="l">
              <a:defRPr sz="1875" b="0">
                <a:solidFill>
                  <a:srgbClr val="193647"/>
                </a:solidFill>
                <a:latin typeface="DejaVu Sans"/>
                <a:ea typeface="DejaVu Sans"/>
                <a:cs typeface="DejaVu Sans"/>
              </a:defRPr>
            </a:lvl7pPr>
            <a:lvl8pPr algn="l">
              <a:defRPr sz="1875" b="0">
                <a:solidFill>
                  <a:srgbClr val="193647"/>
                </a:solidFill>
                <a:latin typeface="DejaVu Sans"/>
                <a:ea typeface="DejaVu Sans"/>
                <a:cs typeface="DejaVu Sans"/>
              </a:defRPr>
            </a:lvl8pPr>
            <a:lvl9pPr algn="l">
              <a:defRPr sz="1875" b="0">
                <a:solidFill>
                  <a:srgbClr val="193647"/>
                </a:solidFill>
                <a:latin typeface="DejaVu Sans"/>
                <a:ea typeface="DejaVu Sans"/>
                <a:cs typeface="DejaVu Sans"/>
              </a:defRPr>
            </a:lvl9pPr>
          </a:lstStyle>
          <a:p>
            <a:pPr algn="l">
              <a:defRPr sz="1875" b="0">
                <a:solidFill>
                  <a:srgbClr val="193647"/>
                </a:solidFill>
                <a:latin typeface="DejaVu Sans"/>
                <a:ea typeface="DejaVu Sans"/>
                <a:cs typeface="DejaVu Sans"/>
              </a:defRPr>
            </a:pPr>
            <a:r>
              <a:rPr sz="1875" b="0">
                <a:solidFill>
                  <a:srgbClr val="193647"/>
                </a:solidFill>
                <a:latin typeface="DejaVu Sans"/>
                <a:ea typeface="DejaVu Sans"/>
                <a:cs typeface="DejaVu Sans"/>
              </a:rPr>
              <a:t>Usar apenas seus atributos para obter a região e a vazão.</a:t>
            </a:r>
          </a:p>
        </p:txBody>
      </p:sp>
      <p:sp>
        <p:nvSpPr>
          <p:cNvPr id="16" name="texto">
            <a:extLst>
              <a:ext uri="{FF2B5EF4-FFF2-40B4-BE49-F238E27FC236}">
                <a16:creationId xmlns:a16="http://schemas.microsoft.com/office/drawing/2014/main" id="{E060A22C-AE3A-4167-AB27-C676737B5908}"/>
              </a:ext>
            </a:extLst>
          </p:cNvPr>
          <p:cNvSpPr>
            <a:spLocks noGrp="1"/>
          </p:cNvSpPr>
          <p:nvPr/>
        </p:nvSpPr>
        <p:spPr>
          <a:xfrm>
            <a:off x="628650" y="4781550"/>
            <a:ext cx="714375" cy="571500"/>
          </a:xfrm>
          <a:prstGeom prst="rect">
            <a:avLst/>
          </a:prstGeom>
          <a:noFill/>
          <a:ln w="0">
            <a:noFill/>
            <a:prstDash val="solid"/>
          </a:ln>
        </p:spPr>
        <p:txBody>
          <a:bodyPr wrap="square" lIns="0" tIns="0" rIns="0" bIns="0" anchor="t">
            <a:noAutofit/>
          </a:bodyPr>
          <a:lstStyle>
            <a:defPPr algn="l">
              <a:defRPr sz="3225" b="1">
                <a:solidFill>
                  <a:srgbClr val="087F88"/>
                </a:solidFill>
                <a:latin typeface="DejaVu Sans"/>
                <a:ea typeface="DejaVu Sans"/>
                <a:cs typeface="DejaVu Sans"/>
              </a:defRPr>
            </a:defPPr>
            <a:lvl1pPr algn="l">
              <a:defRPr sz="3225" b="1">
                <a:solidFill>
                  <a:srgbClr val="087F88"/>
                </a:solidFill>
                <a:latin typeface="DejaVu Sans"/>
                <a:ea typeface="DejaVu Sans"/>
                <a:cs typeface="DejaVu Sans"/>
              </a:defRPr>
            </a:lvl1pPr>
            <a:lvl2pPr algn="l">
              <a:defRPr sz="3225" b="1">
                <a:solidFill>
                  <a:srgbClr val="087F88"/>
                </a:solidFill>
                <a:latin typeface="DejaVu Sans"/>
                <a:ea typeface="DejaVu Sans"/>
                <a:cs typeface="DejaVu Sans"/>
              </a:defRPr>
            </a:lvl2pPr>
            <a:lvl3pPr algn="l">
              <a:defRPr sz="3225" b="1">
                <a:solidFill>
                  <a:srgbClr val="087F88"/>
                </a:solidFill>
                <a:latin typeface="DejaVu Sans"/>
                <a:ea typeface="DejaVu Sans"/>
                <a:cs typeface="DejaVu Sans"/>
              </a:defRPr>
            </a:lvl3pPr>
            <a:lvl4pPr algn="l">
              <a:defRPr sz="3225" b="1">
                <a:solidFill>
                  <a:srgbClr val="087F88"/>
                </a:solidFill>
                <a:latin typeface="DejaVu Sans"/>
                <a:ea typeface="DejaVu Sans"/>
                <a:cs typeface="DejaVu Sans"/>
              </a:defRPr>
            </a:lvl4pPr>
            <a:lvl5pPr algn="l">
              <a:defRPr sz="3225" b="1">
                <a:solidFill>
                  <a:srgbClr val="087F88"/>
                </a:solidFill>
                <a:latin typeface="DejaVu Sans"/>
                <a:ea typeface="DejaVu Sans"/>
                <a:cs typeface="DejaVu Sans"/>
              </a:defRPr>
            </a:lvl5pPr>
            <a:lvl6pPr algn="l">
              <a:defRPr sz="3225" b="1">
                <a:solidFill>
                  <a:srgbClr val="087F88"/>
                </a:solidFill>
                <a:latin typeface="DejaVu Sans"/>
                <a:ea typeface="DejaVu Sans"/>
                <a:cs typeface="DejaVu Sans"/>
              </a:defRPr>
            </a:lvl6pPr>
            <a:lvl7pPr algn="l">
              <a:defRPr sz="3225" b="1">
                <a:solidFill>
                  <a:srgbClr val="087F88"/>
                </a:solidFill>
                <a:latin typeface="DejaVu Sans"/>
                <a:ea typeface="DejaVu Sans"/>
                <a:cs typeface="DejaVu Sans"/>
              </a:defRPr>
            </a:lvl7pPr>
            <a:lvl8pPr algn="l">
              <a:defRPr sz="3225" b="1">
                <a:solidFill>
                  <a:srgbClr val="087F88"/>
                </a:solidFill>
                <a:latin typeface="DejaVu Sans"/>
                <a:ea typeface="DejaVu Sans"/>
                <a:cs typeface="DejaVu Sans"/>
              </a:defRPr>
            </a:lvl8pPr>
            <a:lvl9pPr algn="l">
              <a:defRPr sz="3225" b="1">
                <a:solidFill>
                  <a:srgbClr val="087F88"/>
                </a:solidFill>
                <a:latin typeface="DejaVu Sans"/>
                <a:ea typeface="DejaVu Sans"/>
                <a:cs typeface="DejaVu Sans"/>
              </a:defRPr>
            </a:lvl9pPr>
          </a:lstStyle>
          <a:p>
            <a:pPr algn="l">
              <a:defRPr sz="3225" b="1">
                <a:solidFill>
                  <a:srgbClr val="087F88"/>
                </a:solidFill>
                <a:latin typeface="DejaVu Sans"/>
                <a:ea typeface="DejaVu Sans"/>
                <a:cs typeface="DejaVu Sans"/>
              </a:defRPr>
            </a:pPr>
            <a:r>
              <a:rPr sz="3225" b="1">
                <a:solidFill>
                  <a:srgbClr val="087F88"/>
                </a:solidFill>
                <a:latin typeface="DejaVu Sans"/>
                <a:ea typeface="DejaVu Sans"/>
                <a:cs typeface="DejaVu Sans"/>
              </a:rPr>
              <a:t>4</a:t>
            </a:r>
          </a:p>
        </p:txBody>
      </p:sp>
      <p:sp>
        <p:nvSpPr>
          <p:cNvPr id="17" name="texto">
            <a:extLst>
              <a:ext uri="{FF2B5EF4-FFF2-40B4-BE49-F238E27FC236}">
                <a16:creationId xmlns:a16="http://schemas.microsoft.com/office/drawing/2014/main" id="{C67B1329-74E3-41CE-B776-C23EB37080A4}"/>
              </a:ext>
            </a:extLst>
          </p:cNvPr>
          <p:cNvSpPr>
            <a:spLocks noGrp="1"/>
          </p:cNvSpPr>
          <p:nvPr/>
        </p:nvSpPr>
        <p:spPr>
          <a:xfrm>
            <a:off x="1590675" y="4781550"/>
            <a:ext cx="9763125" cy="400050"/>
          </a:xfrm>
          <a:prstGeom prst="rect">
            <a:avLst/>
          </a:prstGeom>
          <a:noFill/>
          <a:ln w="0">
            <a:noFill/>
            <a:prstDash val="solid"/>
          </a:ln>
        </p:spPr>
        <p:txBody>
          <a:bodyPr wrap="square" lIns="0" tIns="0" rIns="0" bIns="0" anchor="t">
            <a:noAutofit/>
          </a:bodyPr>
          <a:lstStyle>
            <a:defPPr algn="l">
              <a:defRPr sz="2175" b="1">
                <a:solidFill>
                  <a:srgbClr val="123247"/>
                </a:solidFill>
                <a:latin typeface="DejaVu Sans"/>
                <a:ea typeface="DejaVu Sans"/>
                <a:cs typeface="DejaVu Sans"/>
              </a:defRPr>
            </a:defPPr>
            <a:lvl1pPr algn="l">
              <a:defRPr sz="2175" b="1">
                <a:solidFill>
                  <a:srgbClr val="123247"/>
                </a:solidFill>
                <a:latin typeface="DejaVu Sans"/>
                <a:ea typeface="DejaVu Sans"/>
                <a:cs typeface="DejaVu Sans"/>
              </a:defRPr>
            </a:lvl1pPr>
            <a:lvl2pPr algn="l">
              <a:defRPr sz="2175" b="1">
                <a:solidFill>
                  <a:srgbClr val="123247"/>
                </a:solidFill>
                <a:latin typeface="DejaVu Sans"/>
                <a:ea typeface="DejaVu Sans"/>
                <a:cs typeface="DejaVu Sans"/>
              </a:defRPr>
            </a:lvl2pPr>
            <a:lvl3pPr algn="l">
              <a:defRPr sz="2175" b="1">
                <a:solidFill>
                  <a:srgbClr val="123247"/>
                </a:solidFill>
                <a:latin typeface="DejaVu Sans"/>
                <a:ea typeface="DejaVu Sans"/>
                <a:cs typeface="DejaVu Sans"/>
              </a:defRPr>
            </a:lvl3pPr>
            <a:lvl4pPr algn="l">
              <a:defRPr sz="2175" b="1">
                <a:solidFill>
                  <a:srgbClr val="123247"/>
                </a:solidFill>
                <a:latin typeface="DejaVu Sans"/>
                <a:ea typeface="DejaVu Sans"/>
                <a:cs typeface="DejaVu Sans"/>
              </a:defRPr>
            </a:lvl4pPr>
            <a:lvl5pPr algn="l">
              <a:defRPr sz="2175" b="1">
                <a:solidFill>
                  <a:srgbClr val="123247"/>
                </a:solidFill>
                <a:latin typeface="DejaVu Sans"/>
                <a:ea typeface="DejaVu Sans"/>
                <a:cs typeface="DejaVu Sans"/>
              </a:defRPr>
            </a:lvl5pPr>
            <a:lvl6pPr algn="l">
              <a:defRPr sz="2175" b="1">
                <a:solidFill>
                  <a:srgbClr val="123247"/>
                </a:solidFill>
                <a:latin typeface="DejaVu Sans"/>
                <a:ea typeface="DejaVu Sans"/>
                <a:cs typeface="DejaVu Sans"/>
              </a:defRPr>
            </a:lvl6pPr>
            <a:lvl7pPr algn="l">
              <a:defRPr sz="2175" b="1">
                <a:solidFill>
                  <a:srgbClr val="123247"/>
                </a:solidFill>
                <a:latin typeface="DejaVu Sans"/>
                <a:ea typeface="DejaVu Sans"/>
                <a:cs typeface="DejaVu Sans"/>
              </a:defRPr>
            </a:lvl7pPr>
            <a:lvl8pPr algn="l">
              <a:defRPr sz="2175" b="1">
                <a:solidFill>
                  <a:srgbClr val="123247"/>
                </a:solidFill>
                <a:latin typeface="DejaVu Sans"/>
                <a:ea typeface="DejaVu Sans"/>
                <a:cs typeface="DejaVu Sans"/>
              </a:defRPr>
            </a:lvl8pPr>
            <a:lvl9pPr algn="l">
              <a:defRPr sz="2175" b="1">
                <a:solidFill>
                  <a:srgbClr val="123247"/>
                </a:solidFill>
                <a:latin typeface="DejaVu Sans"/>
                <a:ea typeface="DejaVu Sans"/>
                <a:cs typeface="DejaVu Sans"/>
              </a:defRPr>
            </a:lvl9pPr>
          </a:lstStyle>
          <a:p>
            <a:pPr algn="l">
              <a:defRPr sz="2175" b="1">
                <a:solidFill>
                  <a:srgbClr val="123247"/>
                </a:solidFill>
                <a:latin typeface="DejaVu Sans"/>
                <a:ea typeface="DejaVu Sans"/>
                <a:cs typeface="DejaVu Sans"/>
              </a:defRPr>
            </a:pPr>
            <a:r>
              <a:rPr sz="2175" b="1">
                <a:solidFill>
                  <a:srgbClr val="123247"/>
                </a:solidFill>
                <a:latin typeface="DejaVu Sans"/>
                <a:ea typeface="DejaVu Sans"/>
                <a:cs typeface="DejaVu Sans"/>
              </a:rPr>
              <a:t>Comparar e repetir</a:t>
            </a:r>
          </a:p>
        </p:txBody>
      </p:sp>
      <p:sp>
        <p:nvSpPr>
          <p:cNvPr id="18" name="texto">
            <a:extLst>
              <a:ext uri="{FF2B5EF4-FFF2-40B4-BE49-F238E27FC236}">
                <a16:creationId xmlns:a16="http://schemas.microsoft.com/office/drawing/2014/main" id="{B8F080D3-DF71-470A-8EEB-C995249EA964}"/>
              </a:ext>
            </a:extLst>
          </p:cNvPr>
          <p:cNvSpPr>
            <a:spLocks noGrp="1"/>
          </p:cNvSpPr>
          <p:nvPr/>
        </p:nvSpPr>
        <p:spPr>
          <a:xfrm>
            <a:off x="1590675" y="5238750"/>
            <a:ext cx="9763125" cy="438150"/>
          </a:xfrm>
          <a:prstGeom prst="rect">
            <a:avLst/>
          </a:prstGeom>
          <a:noFill/>
          <a:ln w="0">
            <a:noFill/>
            <a:prstDash val="solid"/>
          </a:ln>
        </p:spPr>
        <p:txBody>
          <a:bodyPr wrap="square" lIns="0" tIns="0" rIns="0" bIns="0" anchor="t">
            <a:noAutofit/>
          </a:bodyPr>
          <a:lstStyle>
            <a:defPPr algn="l">
              <a:defRPr sz="1875" b="0">
                <a:solidFill>
                  <a:srgbClr val="193647"/>
                </a:solidFill>
                <a:latin typeface="DejaVu Sans"/>
                <a:ea typeface="DejaVu Sans"/>
                <a:cs typeface="DejaVu Sans"/>
              </a:defRPr>
            </a:defPPr>
            <a:lvl1pPr algn="l">
              <a:defRPr sz="1875" b="0">
                <a:solidFill>
                  <a:srgbClr val="193647"/>
                </a:solidFill>
                <a:latin typeface="DejaVu Sans"/>
                <a:ea typeface="DejaVu Sans"/>
                <a:cs typeface="DejaVu Sans"/>
              </a:defRPr>
            </a:lvl1pPr>
            <a:lvl2pPr algn="l">
              <a:defRPr sz="1875" b="0">
                <a:solidFill>
                  <a:srgbClr val="193647"/>
                </a:solidFill>
                <a:latin typeface="DejaVu Sans"/>
                <a:ea typeface="DejaVu Sans"/>
                <a:cs typeface="DejaVu Sans"/>
              </a:defRPr>
            </a:lvl2pPr>
            <a:lvl3pPr algn="l">
              <a:defRPr sz="1875" b="0">
                <a:solidFill>
                  <a:srgbClr val="193647"/>
                </a:solidFill>
                <a:latin typeface="DejaVu Sans"/>
                <a:ea typeface="DejaVu Sans"/>
                <a:cs typeface="DejaVu Sans"/>
              </a:defRPr>
            </a:lvl3pPr>
            <a:lvl4pPr algn="l">
              <a:defRPr sz="1875" b="0">
                <a:solidFill>
                  <a:srgbClr val="193647"/>
                </a:solidFill>
                <a:latin typeface="DejaVu Sans"/>
                <a:ea typeface="DejaVu Sans"/>
                <a:cs typeface="DejaVu Sans"/>
              </a:defRPr>
            </a:lvl4pPr>
            <a:lvl5pPr algn="l">
              <a:defRPr sz="1875" b="0">
                <a:solidFill>
                  <a:srgbClr val="193647"/>
                </a:solidFill>
                <a:latin typeface="DejaVu Sans"/>
                <a:ea typeface="DejaVu Sans"/>
                <a:cs typeface="DejaVu Sans"/>
              </a:defRPr>
            </a:lvl5pPr>
            <a:lvl6pPr algn="l">
              <a:defRPr sz="1875" b="0">
                <a:solidFill>
                  <a:srgbClr val="193647"/>
                </a:solidFill>
                <a:latin typeface="DejaVu Sans"/>
                <a:ea typeface="DejaVu Sans"/>
                <a:cs typeface="DejaVu Sans"/>
              </a:defRPr>
            </a:lvl6pPr>
            <a:lvl7pPr algn="l">
              <a:defRPr sz="1875" b="0">
                <a:solidFill>
                  <a:srgbClr val="193647"/>
                </a:solidFill>
                <a:latin typeface="DejaVu Sans"/>
                <a:ea typeface="DejaVu Sans"/>
                <a:cs typeface="DejaVu Sans"/>
              </a:defRPr>
            </a:lvl7pPr>
            <a:lvl8pPr algn="l">
              <a:defRPr sz="1875" b="0">
                <a:solidFill>
                  <a:srgbClr val="193647"/>
                </a:solidFill>
                <a:latin typeface="DejaVu Sans"/>
                <a:ea typeface="DejaVu Sans"/>
                <a:cs typeface="DejaVu Sans"/>
              </a:defRPr>
            </a:lvl8pPr>
            <a:lvl9pPr algn="l">
              <a:defRPr sz="1875" b="0">
                <a:solidFill>
                  <a:srgbClr val="193647"/>
                </a:solidFill>
                <a:latin typeface="DejaVu Sans"/>
                <a:ea typeface="DejaVu Sans"/>
                <a:cs typeface="DejaVu Sans"/>
              </a:defRPr>
            </a:lvl9pPr>
          </a:lstStyle>
          <a:p>
            <a:pPr algn="l">
              <a:defRPr sz="1875" b="0">
                <a:solidFill>
                  <a:srgbClr val="193647"/>
                </a:solidFill>
                <a:latin typeface="DejaVu Sans"/>
                <a:ea typeface="DejaVu Sans"/>
                <a:cs typeface="DejaVu Sans"/>
              </a:defRPr>
            </a:pPr>
            <a:r>
              <a:rPr sz="1875" b="0">
                <a:solidFill>
                  <a:srgbClr val="193647"/>
                </a:solidFill>
                <a:latin typeface="DejaVu Sans"/>
                <a:ea typeface="DejaVu Sans"/>
                <a:cs typeface="DejaVu Sans"/>
              </a:rPr>
              <a:t>Confrontar a previsão com a referência local e trocar a bacia.</a:t>
            </a:r>
          </a:p>
        </p:txBody>
      </p:sp>
    </p:spTree>
    <p:extLst>
      <p:ext uri="{BB962C8B-B14F-4D97-AF65-F5344CB8AC3E}">
        <p14:creationId xmlns:p14="http://schemas.microsoft.com/office/powerpoint/2010/main" val="14013984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1" name="texto">
            <a:extLst>
              <a:ext uri="{FF2B5EF4-FFF2-40B4-BE49-F238E27FC236}">
                <a16:creationId xmlns:a16="http://schemas.microsoft.com/office/drawing/2014/main" id="{330EE50F-37AC-40DA-B3B1-2E3E701C2E4D}"/>
              </a:ext>
            </a:extLst>
          </p:cNvPr>
          <p:cNvSpPr>
            <a:spLocks noGrp="1"/>
          </p:cNvSpPr>
          <p:nvPr/>
        </p:nvSpPr>
        <p:spPr>
          <a:xfrm>
            <a:off x="609600" y="285750"/>
            <a:ext cx="10668000" cy="247650"/>
          </a:xfrm>
          <a:prstGeom prst="rect">
            <a:avLst/>
          </a:prstGeom>
          <a:noFill/>
          <a:ln w="0">
            <a:noFill/>
            <a:prstDash val="solid"/>
          </a:ln>
        </p:spPr>
        <p:txBody>
          <a:bodyPr wrap="square" lIns="0" tIns="0" rIns="0" bIns="0" anchor="t">
            <a:noAutofit/>
          </a:bodyPr>
          <a:lstStyle>
            <a:defPPr algn="l">
              <a:defRPr sz="1275" b="1">
                <a:solidFill>
                  <a:srgbClr val="087F88"/>
                </a:solidFill>
                <a:latin typeface="DejaVu Sans"/>
                <a:ea typeface="DejaVu Sans"/>
                <a:cs typeface="DejaVu Sans"/>
              </a:defRPr>
            </a:defPPr>
            <a:lvl1pPr algn="l">
              <a:defRPr sz="1275" b="1">
                <a:solidFill>
                  <a:srgbClr val="087F88"/>
                </a:solidFill>
                <a:latin typeface="DejaVu Sans"/>
                <a:ea typeface="DejaVu Sans"/>
                <a:cs typeface="DejaVu Sans"/>
              </a:defRPr>
            </a:lvl1pPr>
            <a:lvl2pPr algn="l">
              <a:defRPr sz="1275" b="1">
                <a:solidFill>
                  <a:srgbClr val="087F88"/>
                </a:solidFill>
                <a:latin typeface="DejaVu Sans"/>
                <a:ea typeface="DejaVu Sans"/>
                <a:cs typeface="DejaVu Sans"/>
              </a:defRPr>
            </a:lvl2pPr>
            <a:lvl3pPr algn="l">
              <a:defRPr sz="1275" b="1">
                <a:solidFill>
                  <a:srgbClr val="087F88"/>
                </a:solidFill>
                <a:latin typeface="DejaVu Sans"/>
                <a:ea typeface="DejaVu Sans"/>
                <a:cs typeface="DejaVu Sans"/>
              </a:defRPr>
            </a:lvl3pPr>
            <a:lvl4pPr algn="l">
              <a:defRPr sz="1275" b="1">
                <a:solidFill>
                  <a:srgbClr val="087F88"/>
                </a:solidFill>
                <a:latin typeface="DejaVu Sans"/>
                <a:ea typeface="DejaVu Sans"/>
                <a:cs typeface="DejaVu Sans"/>
              </a:defRPr>
            </a:lvl4pPr>
            <a:lvl5pPr algn="l">
              <a:defRPr sz="1275" b="1">
                <a:solidFill>
                  <a:srgbClr val="087F88"/>
                </a:solidFill>
                <a:latin typeface="DejaVu Sans"/>
                <a:ea typeface="DejaVu Sans"/>
                <a:cs typeface="DejaVu Sans"/>
              </a:defRPr>
            </a:lvl5pPr>
            <a:lvl6pPr algn="l">
              <a:defRPr sz="1275" b="1">
                <a:solidFill>
                  <a:srgbClr val="087F88"/>
                </a:solidFill>
                <a:latin typeface="DejaVu Sans"/>
                <a:ea typeface="DejaVu Sans"/>
                <a:cs typeface="DejaVu Sans"/>
              </a:defRPr>
            </a:lvl6pPr>
            <a:lvl7pPr algn="l">
              <a:defRPr sz="1275" b="1">
                <a:solidFill>
                  <a:srgbClr val="087F88"/>
                </a:solidFill>
                <a:latin typeface="DejaVu Sans"/>
                <a:ea typeface="DejaVu Sans"/>
                <a:cs typeface="DejaVu Sans"/>
              </a:defRPr>
            </a:lvl7pPr>
            <a:lvl8pPr algn="l">
              <a:defRPr sz="1275" b="1">
                <a:solidFill>
                  <a:srgbClr val="087F88"/>
                </a:solidFill>
                <a:latin typeface="DejaVu Sans"/>
                <a:ea typeface="DejaVu Sans"/>
                <a:cs typeface="DejaVu Sans"/>
              </a:defRPr>
            </a:lvl8pPr>
            <a:lvl9pPr algn="l">
              <a:defRPr sz="1275" b="1">
                <a:solidFill>
                  <a:srgbClr val="087F88"/>
                </a:solidFill>
                <a:latin typeface="DejaVu Sans"/>
                <a:ea typeface="DejaVu Sans"/>
                <a:cs typeface="DejaVu Sans"/>
              </a:defRPr>
            </a:lvl9pPr>
          </a:lstStyle>
          <a:p>
            <a:pPr algn="l">
              <a:defRPr sz="1275" b="1">
                <a:solidFill>
                  <a:srgbClr val="087F88"/>
                </a:solidFill>
                <a:latin typeface="DejaVu Sans"/>
                <a:ea typeface="DejaVu Sans"/>
                <a:cs typeface="DejaVu Sans"/>
              </a:defRPr>
            </a:pPr>
            <a:r>
              <a:rPr sz="1275" b="1">
                <a:solidFill>
                  <a:srgbClr val="087F88"/>
                </a:solidFill>
                <a:latin typeface="DejaVu Sans"/>
                <a:ea typeface="DejaVu Sans"/>
                <a:cs typeface="DejaVu Sans"/>
              </a:rPr>
              <a:t>EVIDÊNCIA DO SEGUNDO ARTIGO</a:t>
            </a:r>
          </a:p>
        </p:txBody>
      </p:sp>
      <p:sp>
        <p:nvSpPr>
          <p:cNvPr id="2" name="texto">
            <a:extLst>
              <a:ext uri="{FF2B5EF4-FFF2-40B4-BE49-F238E27FC236}">
                <a16:creationId xmlns:a16="http://schemas.microsoft.com/office/drawing/2014/main" id="{BC11BD15-F010-4632-8E53-7FA4B06759F7}"/>
              </a:ext>
            </a:extLst>
          </p:cNvPr>
          <p:cNvSpPr>
            <a:spLocks noGrp="1"/>
          </p:cNvSpPr>
          <p:nvPr/>
        </p:nvSpPr>
        <p:spPr>
          <a:xfrm>
            <a:off x="609600" y="685800"/>
            <a:ext cx="10972800" cy="1028700"/>
          </a:xfrm>
          <a:prstGeom prst="rect">
            <a:avLst/>
          </a:prstGeom>
          <a:noFill/>
          <a:ln w="0">
            <a:noFill/>
            <a:prstDash val="solid"/>
          </a:ln>
        </p:spPr>
        <p:txBody>
          <a:bodyPr wrap="square" lIns="0" tIns="0" rIns="0" bIns="0" anchor="t">
            <a:noAutofit/>
          </a:bodyPr>
          <a:lstStyle>
            <a:defPPr algn="l">
              <a:defRPr sz="3225" b="1">
                <a:solidFill>
                  <a:srgbClr val="123247"/>
                </a:solidFill>
                <a:latin typeface="DejaVu Sans"/>
                <a:ea typeface="DejaVu Sans"/>
                <a:cs typeface="DejaVu Sans"/>
              </a:defRPr>
            </a:defPPr>
            <a:lvl1pPr algn="l">
              <a:defRPr sz="3225" b="1">
                <a:solidFill>
                  <a:srgbClr val="123247"/>
                </a:solidFill>
                <a:latin typeface="DejaVu Sans"/>
                <a:ea typeface="DejaVu Sans"/>
                <a:cs typeface="DejaVu Sans"/>
              </a:defRPr>
            </a:lvl1pPr>
            <a:lvl2pPr algn="l">
              <a:defRPr sz="3225" b="1">
                <a:solidFill>
                  <a:srgbClr val="123247"/>
                </a:solidFill>
                <a:latin typeface="DejaVu Sans"/>
                <a:ea typeface="DejaVu Sans"/>
                <a:cs typeface="DejaVu Sans"/>
              </a:defRPr>
            </a:lvl2pPr>
            <a:lvl3pPr algn="l">
              <a:defRPr sz="3225" b="1">
                <a:solidFill>
                  <a:srgbClr val="123247"/>
                </a:solidFill>
                <a:latin typeface="DejaVu Sans"/>
                <a:ea typeface="DejaVu Sans"/>
                <a:cs typeface="DejaVu Sans"/>
              </a:defRPr>
            </a:lvl3pPr>
            <a:lvl4pPr algn="l">
              <a:defRPr sz="3225" b="1">
                <a:solidFill>
                  <a:srgbClr val="123247"/>
                </a:solidFill>
                <a:latin typeface="DejaVu Sans"/>
                <a:ea typeface="DejaVu Sans"/>
                <a:cs typeface="DejaVu Sans"/>
              </a:defRPr>
            </a:lvl4pPr>
            <a:lvl5pPr algn="l">
              <a:defRPr sz="3225" b="1">
                <a:solidFill>
                  <a:srgbClr val="123247"/>
                </a:solidFill>
                <a:latin typeface="DejaVu Sans"/>
                <a:ea typeface="DejaVu Sans"/>
                <a:cs typeface="DejaVu Sans"/>
              </a:defRPr>
            </a:lvl5pPr>
            <a:lvl6pPr algn="l">
              <a:defRPr sz="3225" b="1">
                <a:solidFill>
                  <a:srgbClr val="123247"/>
                </a:solidFill>
                <a:latin typeface="DejaVu Sans"/>
                <a:ea typeface="DejaVu Sans"/>
                <a:cs typeface="DejaVu Sans"/>
              </a:defRPr>
            </a:lvl6pPr>
            <a:lvl7pPr algn="l">
              <a:defRPr sz="3225" b="1">
                <a:solidFill>
                  <a:srgbClr val="123247"/>
                </a:solidFill>
                <a:latin typeface="DejaVu Sans"/>
                <a:ea typeface="DejaVu Sans"/>
                <a:cs typeface="DejaVu Sans"/>
              </a:defRPr>
            </a:lvl7pPr>
            <a:lvl8pPr algn="l">
              <a:defRPr sz="3225" b="1">
                <a:solidFill>
                  <a:srgbClr val="123247"/>
                </a:solidFill>
                <a:latin typeface="DejaVu Sans"/>
                <a:ea typeface="DejaVu Sans"/>
                <a:cs typeface="DejaVu Sans"/>
              </a:defRPr>
            </a:lvl8pPr>
            <a:lvl9pPr algn="l">
              <a:defRPr sz="3225" b="1">
                <a:solidFill>
                  <a:srgbClr val="123247"/>
                </a:solidFill>
                <a:latin typeface="DejaVu Sans"/>
                <a:ea typeface="DejaVu Sans"/>
                <a:cs typeface="DejaVu Sans"/>
              </a:defRPr>
            </a:lvl9pPr>
          </a:lstStyle>
          <a:p>
            <a:pPr algn="l">
              <a:defRPr sz="3225" b="1">
                <a:solidFill>
                  <a:srgbClr val="123247"/>
                </a:solidFill>
                <a:latin typeface="DejaVu Sans"/>
                <a:ea typeface="DejaVu Sans"/>
                <a:cs typeface="DejaVu Sans"/>
              </a:defRPr>
            </a:pPr>
            <a:r>
              <a:rPr sz="3225" b="1">
                <a:solidFill>
                  <a:srgbClr val="123247"/>
                </a:solidFill>
                <a:latin typeface="DejaVu Sans"/>
                <a:ea typeface="DejaVu Sans"/>
                <a:cs typeface="DejaVu Sans"/>
              </a:rPr>
              <a:t>Bom ajuste não garante boa transferência</a:t>
            </a:r>
          </a:p>
        </p:txBody>
      </p:sp>
      <p:sp>
        <p:nvSpPr>
          <p:cNvPr id="3" name="texto">
            <a:extLst>
              <a:ext uri="{FF2B5EF4-FFF2-40B4-BE49-F238E27FC236}">
                <a16:creationId xmlns:a16="http://schemas.microsoft.com/office/drawing/2014/main" id="{104D6A30-5712-4839-A633-6D0F89264766}"/>
              </a:ext>
            </a:extLst>
          </p:cNvPr>
          <p:cNvSpPr>
            <a:spLocks noGrp="1"/>
          </p:cNvSpPr>
          <p:nvPr/>
        </p:nvSpPr>
        <p:spPr>
          <a:xfrm>
            <a:off x="609600" y="6096000"/>
            <a:ext cx="10763250" cy="228600"/>
          </a:xfrm>
          <a:prstGeom prst="rect">
            <a:avLst/>
          </a:prstGeom>
          <a:noFill/>
          <a:ln w="0">
            <a:noFill/>
            <a:prstDash val="solid"/>
          </a:ln>
        </p:spPr>
        <p:txBody>
          <a:bodyPr wrap="square" lIns="0" tIns="0" rIns="0" bIns="0" anchor="t">
            <a:noAutofit/>
          </a:bodyPr>
          <a:lstStyle>
            <a:defPPr algn="l">
              <a:defRPr sz="1050" b="0">
                <a:solidFill>
                  <a:srgbClr val="526873"/>
                </a:solidFill>
                <a:latin typeface="DejaVu Sans"/>
                <a:ea typeface="DejaVu Sans"/>
                <a:cs typeface="DejaVu Sans"/>
              </a:defRPr>
            </a:defPPr>
            <a:lvl1pPr algn="l">
              <a:defRPr sz="1050" b="0">
                <a:solidFill>
                  <a:srgbClr val="526873"/>
                </a:solidFill>
                <a:latin typeface="DejaVu Sans"/>
                <a:ea typeface="DejaVu Sans"/>
                <a:cs typeface="DejaVu Sans"/>
              </a:defRPr>
            </a:lvl1pPr>
            <a:lvl2pPr algn="l">
              <a:defRPr sz="1050" b="0">
                <a:solidFill>
                  <a:srgbClr val="526873"/>
                </a:solidFill>
                <a:latin typeface="DejaVu Sans"/>
                <a:ea typeface="DejaVu Sans"/>
                <a:cs typeface="DejaVu Sans"/>
              </a:defRPr>
            </a:lvl2pPr>
            <a:lvl3pPr algn="l">
              <a:defRPr sz="1050" b="0">
                <a:solidFill>
                  <a:srgbClr val="526873"/>
                </a:solidFill>
                <a:latin typeface="DejaVu Sans"/>
                <a:ea typeface="DejaVu Sans"/>
                <a:cs typeface="DejaVu Sans"/>
              </a:defRPr>
            </a:lvl3pPr>
            <a:lvl4pPr algn="l">
              <a:defRPr sz="1050" b="0">
                <a:solidFill>
                  <a:srgbClr val="526873"/>
                </a:solidFill>
                <a:latin typeface="DejaVu Sans"/>
                <a:ea typeface="DejaVu Sans"/>
                <a:cs typeface="DejaVu Sans"/>
              </a:defRPr>
            </a:lvl4pPr>
            <a:lvl5pPr algn="l">
              <a:defRPr sz="1050" b="0">
                <a:solidFill>
                  <a:srgbClr val="526873"/>
                </a:solidFill>
                <a:latin typeface="DejaVu Sans"/>
                <a:ea typeface="DejaVu Sans"/>
                <a:cs typeface="DejaVu Sans"/>
              </a:defRPr>
            </a:lvl5pPr>
            <a:lvl6pPr algn="l">
              <a:defRPr sz="1050" b="0">
                <a:solidFill>
                  <a:srgbClr val="526873"/>
                </a:solidFill>
                <a:latin typeface="DejaVu Sans"/>
                <a:ea typeface="DejaVu Sans"/>
                <a:cs typeface="DejaVu Sans"/>
              </a:defRPr>
            </a:lvl6pPr>
            <a:lvl7pPr algn="l">
              <a:defRPr sz="1050" b="0">
                <a:solidFill>
                  <a:srgbClr val="526873"/>
                </a:solidFill>
                <a:latin typeface="DejaVu Sans"/>
                <a:ea typeface="DejaVu Sans"/>
                <a:cs typeface="DejaVu Sans"/>
              </a:defRPr>
            </a:lvl7pPr>
            <a:lvl8pPr algn="l">
              <a:defRPr sz="1050" b="0">
                <a:solidFill>
                  <a:srgbClr val="526873"/>
                </a:solidFill>
                <a:latin typeface="DejaVu Sans"/>
                <a:ea typeface="DejaVu Sans"/>
                <a:cs typeface="DejaVu Sans"/>
              </a:defRPr>
            </a:lvl8pPr>
            <a:lvl9pPr algn="l">
              <a:defRPr sz="1050" b="0">
                <a:solidFill>
                  <a:srgbClr val="526873"/>
                </a:solidFill>
                <a:latin typeface="DejaVu Sans"/>
                <a:ea typeface="DejaVu Sans"/>
                <a:cs typeface="DejaVu Sans"/>
              </a:defRPr>
            </a:lvl9pPr>
          </a:lstStyle>
          <a:p>
            <a:pPr algn="l">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Fonte: Cassalho et al. (2019), Hydrological Processes, Tabela 6, p. 1110. Dados publicados.</a:t>
            </a:r>
          </a:p>
        </p:txBody>
      </p:sp>
      <p:sp>
        <p:nvSpPr>
          <p:cNvPr id="4" name="Straight Connector 3">
            <a:extLst>
              <a:ext uri="{FF2B5EF4-FFF2-40B4-BE49-F238E27FC236}">
                <a16:creationId xmlns:a16="http://schemas.microsoft.com/office/drawing/2014/main" id="{617598CA-6509-4B4A-9E08-2C5778484856}"/>
              </a:ext>
            </a:extLst>
          </p:cNvPr>
          <p:cNvSpPr>
            <a:spLocks noGrp="1"/>
          </p:cNvSpPr>
          <p:nvPr/>
        </p:nvSpPr>
        <p:spPr>
          <a:xfrm>
            <a:off x="609600" y="6438900"/>
            <a:ext cx="10972800" cy="0"/>
          </a:xfrm>
          <a:prstGeom prst="line">
            <a:avLst/>
          </a:prstGeom>
          <a:noFill/>
          <a:ln w="9525">
            <a:solidFill>
              <a:srgbClr val="DCE3E3"/>
            </a:solidFill>
            <a:prstDash val="solid"/>
          </a:ln>
        </p:spPr>
        <p:txBody>
          <a:bodyPr/>
          <a:lstStyle/>
          <a:p>
            <a:endParaRPr lang="en-GB"/>
          </a:p>
        </p:txBody>
      </p:sp>
      <p:sp>
        <p:nvSpPr>
          <p:cNvPr id="5" name="texto">
            <a:extLst>
              <a:ext uri="{FF2B5EF4-FFF2-40B4-BE49-F238E27FC236}">
                <a16:creationId xmlns:a16="http://schemas.microsoft.com/office/drawing/2014/main" id="{C32C4EA0-E875-4211-8AEF-30B717288DBC}"/>
              </a:ext>
            </a:extLst>
          </p:cNvPr>
          <p:cNvSpPr>
            <a:spLocks noGrp="1"/>
          </p:cNvSpPr>
          <p:nvPr/>
        </p:nvSpPr>
        <p:spPr>
          <a:xfrm>
            <a:off x="609600" y="6543675"/>
            <a:ext cx="8572500" cy="190500"/>
          </a:xfrm>
          <a:prstGeom prst="rect">
            <a:avLst/>
          </a:prstGeom>
          <a:noFill/>
          <a:ln w="0">
            <a:noFill/>
            <a:prstDash val="solid"/>
          </a:ln>
        </p:spPr>
        <p:txBody>
          <a:bodyPr wrap="square" lIns="0" tIns="0" rIns="0" bIns="0" anchor="t">
            <a:noAutofit/>
          </a:bodyPr>
          <a:lstStyle>
            <a:defPPr algn="l">
              <a:defRPr sz="975" b="0">
                <a:solidFill>
                  <a:srgbClr val="526873"/>
                </a:solidFill>
                <a:latin typeface="DejaVu Sans"/>
                <a:ea typeface="DejaVu Sans"/>
                <a:cs typeface="DejaVu Sans"/>
              </a:defRPr>
            </a:defPPr>
            <a:lvl1pPr algn="l">
              <a:defRPr sz="975" b="0">
                <a:solidFill>
                  <a:srgbClr val="526873"/>
                </a:solidFill>
                <a:latin typeface="DejaVu Sans"/>
                <a:ea typeface="DejaVu Sans"/>
                <a:cs typeface="DejaVu Sans"/>
              </a:defRPr>
            </a:lvl1pPr>
            <a:lvl2pPr algn="l">
              <a:defRPr sz="975" b="0">
                <a:solidFill>
                  <a:srgbClr val="526873"/>
                </a:solidFill>
                <a:latin typeface="DejaVu Sans"/>
                <a:ea typeface="DejaVu Sans"/>
                <a:cs typeface="DejaVu Sans"/>
              </a:defRPr>
            </a:lvl2pPr>
            <a:lvl3pPr algn="l">
              <a:defRPr sz="975" b="0">
                <a:solidFill>
                  <a:srgbClr val="526873"/>
                </a:solidFill>
                <a:latin typeface="DejaVu Sans"/>
                <a:ea typeface="DejaVu Sans"/>
                <a:cs typeface="DejaVu Sans"/>
              </a:defRPr>
            </a:lvl3pPr>
            <a:lvl4pPr algn="l">
              <a:defRPr sz="975" b="0">
                <a:solidFill>
                  <a:srgbClr val="526873"/>
                </a:solidFill>
                <a:latin typeface="DejaVu Sans"/>
                <a:ea typeface="DejaVu Sans"/>
                <a:cs typeface="DejaVu Sans"/>
              </a:defRPr>
            </a:lvl4pPr>
            <a:lvl5pPr algn="l">
              <a:defRPr sz="975" b="0">
                <a:solidFill>
                  <a:srgbClr val="526873"/>
                </a:solidFill>
                <a:latin typeface="DejaVu Sans"/>
                <a:ea typeface="DejaVu Sans"/>
                <a:cs typeface="DejaVu Sans"/>
              </a:defRPr>
            </a:lvl5pPr>
            <a:lvl6pPr algn="l">
              <a:defRPr sz="975" b="0">
                <a:solidFill>
                  <a:srgbClr val="526873"/>
                </a:solidFill>
                <a:latin typeface="DejaVu Sans"/>
                <a:ea typeface="DejaVu Sans"/>
                <a:cs typeface="DejaVu Sans"/>
              </a:defRPr>
            </a:lvl6pPr>
            <a:lvl7pPr algn="l">
              <a:defRPr sz="975" b="0">
                <a:solidFill>
                  <a:srgbClr val="526873"/>
                </a:solidFill>
                <a:latin typeface="DejaVu Sans"/>
                <a:ea typeface="DejaVu Sans"/>
                <a:cs typeface="DejaVu Sans"/>
              </a:defRPr>
            </a:lvl7pPr>
            <a:lvl8pPr algn="l">
              <a:defRPr sz="975" b="0">
                <a:solidFill>
                  <a:srgbClr val="526873"/>
                </a:solidFill>
                <a:latin typeface="DejaVu Sans"/>
                <a:ea typeface="DejaVu Sans"/>
                <a:cs typeface="DejaVu Sans"/>
              </a:defRPr>
            </a:lvl8pPr>
            <a:lvl9pPr algn="l">
              <a:defRPr sz="975" b="0">
                <a:solidFill>
                  <a:srgbClr val="526873"/>
                </a:solidFill>
                <a:latin typeface="DejaVu Sans"/>
                <a:ea typeface="DejaVu Sans"/>
                <a:cs typeface="DejaVu Sans"/>
              </a:defRPr>
            </a:lvl9pPr>
          </a:lstStyle>
          <a:p>
            <a:pPr algn="l">
              <a:defRPr sz="975" b="0">
                <a:solidFill>
                  <a:srgbClr val="526873"/>
                </a:solidFill>
                <a:latin typeface="DejaVu Sans"/>
                <a:ea typeface="DejaVu Sans"/>
                <a:cs typeface="DejaVu Sans"/>
              </a:defRPr>
            </a:pPr>
            <a:r>
              <a:rPr sz="975" b="0">
                <a:solidFill>
                  <a:srgbClr val="526873"/>
                </a:solidFill>
                <a:latin typeface="DejaVu Sans"/>
                <a:ea typeface="DejaVu Sans"/>
                <a:cs typeface="DejaVu Sans"/>
              </a:rPr>
              <a:t>REGIONALIZAÇÃO DE VAZÕES</a:t>
            </a:r>
          </a:p>
        </p:txBody>
      </p:sp>
      <p:sp>
        <p:nvSpPr>
          <p:cNvPr id="6" name="texto">
            <a:extLst>
              <a:ext uri="{FF2B5EF4-FFF2-40B4-BE49-F238E27FC236}">
                <a16:creationId xmlns:a16="http://schemas.microsoft.com/office/drawing/2014/main" id="{BAEDCCEE-3ADB-4E87-8A59-30125045117F}"/>
              </a:ext>
            </a:extLst>
          </p:cNvPr>
          <p:cNvSpPr>
            <a:spLocks noGrp="1"/>
          </p:cNvSpPr>
          <p:nvPr/>
        </p:nvSpPr>
        <p:spPr>
          <a:xfrm>
            <a:off x="10620375" y="6534150"/>
            <a:ext cx="962025" cy="209550"/>
          </a:xfrm>
          <a:prstGeom prst="rect">
            <a:avLst/>
          </a:prstGeom>
          <a:noFill/>
          <a:ln w="0">
            <a:noFill/>
            <a:prstDash val="solid"/>
          </a:ln>
        </p:spPr>
        <p:txBody>
          <a:bodyPr wrap="square" lIns="0" tIns="0" rIns="0" bIns="0" anchor="t">
            <a:noAutofit/>
          </a:bodyPr>
          <a:lstStyle>
            <a:defPPr algn="r">
              <a:defRPr sz="1050" b="0">
                <a:solidFill>
                  <a:srgbClr val="526873"/>
                </a:solidFill>
                <a:latin typeface="DejaVu Sans"/>
                <a:ea typeface="DejaVu Sans"/>
                <a:cs typeface="DejaVu Sans"/>
              </a:defRPr>
            </a:defPPr>
            <a:lvl1pPr algn="r">
              <a:defRPr sz="1050" b="0">
                <a:solidFill>
                  <a:srgbClr val="526873"/>
                </a:solidFill>
                <a:latin typeface="DejaVu Sans"/>
                <a:ea typeface="DejaVu Sans"/>
                <a:cs typeface="DejaVu Sans"/>
              </a:defRPr>
            </a:lvl1pPr>
            <a:lvl2pPr algn="r">
              <a:defRPr sz="1050" b="0">
                <a:solidFill>
                  <a:srgbClr val="526873"/>
                </a:solidFill>
                <a:latin typeface="DejaVu Sans"/>
                <a:ea typeface="DejaVu Sans"/>
                <a:cs typeface="DejaVu Sans"/>
              </a:defRPr>
            </a:lvl2pPr>
            <a:lvl3pPr algn="r">
              <a:defRPr sz="1050" b="0">
                <a:solidFill>
                  <a:srgbClr val="526873"/>
                </a:solidFill>
                <a:latin typeface="DejaVu Sans"/>
                <a:ea typeface="DejaVu Sans"/>
                <a:cs typeface="DejaVu Sans"/>
              </a:defRPr>
            </a:lvl3pPr>
            <a:lvl4pPr algn="r">
              <a:defRPr sz="1050" b="0">
                <a:solidFill>
                  <a:srgbClr val="526873"/>
                </a:solidFill>
                <a:latin typeface="DejaVu Sans"/>
                <a:ea typeface="DejaVu Sans"/>
                <a:cs typeface="DejaVu Sans"/>
              </a:defRPr>
            </a:lvl4pPr>
            <a:lvl5pPr algn="r">
              <a:defRPr sz="1050" b="0">
                <a:solidFill>
                  <a:srgbClr val="526873"/>
                </a:solidFill>
                <a:latin typeface="DejaVu Sans"/>
                <a:ea typeface="DejaVu Sans"/>
                <a:cs typeface="DejaVu Sans"/>
              </a:defRPr>
            </a:lvl5pPr>
            <a:lvl6pPr algn="r">
              <a:defRPr sz="1050" b="0">
                <a:solidFill>
                  <a:srgbClr val="526873"/>
                </a:solidFill>
                <a:latin typeface="DejaVu Sans"/>
                <a:ea typeface="DejaVu Sans"/>
                <a:cs typeface="DejaVu Sans"/>
              </a:defRPr>
            </a:lvl6pPr>
            <a:lvl7pPr algn="r">
              <a:defRPr sz="1050" b="0">
                <a:solidFill>
                  <a:srgbClr val="526873"/>
                </a:solidFill>
                <a:latin typeface="DejaVu Sans"/>
                <a:ea typeface="DejaVu Sans"/>
                <a:cs typeface="DejaVu Sans"/>
              </a:defRPr>
            </a:lvl7pPr>
            <a:lvl8pPr algn="r">
              <a:defRPr sz="1050" b="0">
                <a:solidFill>
                  <a:srgbClr val="526873"/>
                </a:solidFill>
                <a:latin typeface="DejaVu Sans"/>
                <a:ea typeface="DejaVu Sans"/>
                <a:cs typeface="DejaVu Sans"/>
              </a:defRPr>
            </a:lvl8pPr>
            <a:lvl9pPr algn="r">
              <a:defRPr sz="1050" b="0">
                <a:solidFill>
                  <a:srgbClr val="526873"/>
                </a:solidFill>
                <a:latin typeface="DejaVu Sans"/>
                <a:ea typeface="DejaVu Sans"/>
                <a:cs typeface="DejaVu Sans"/>
              </a:defRPr>
            </a:lvl9pPr>
          </a:lstStyle>
          <a:p>
            <a:pPr algn="r">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29 / 38</a:t>
            </a:r>
          </a:p>
        </p:txBody>
      </p:sp>
      <p:sp>
        <p:nvSpPr>
          <p:cNvPr id="7" name="texto">
            <a:extLst>
              <a:ext uri="{FF2B5EF4-FFF2-40B4-BE49-F238E27FC236}">
                <a16:creationId xmlns:a16="http://schemas.microsoft.com/office/drawing/2014/main" id="{EF9014F6-2F90-4CF0-A24F-8C0CC8BFE9C9}"/>
              </a:ext>
            </a:extLst>
          </p:cNvPr>
          <p:cNvSpPr>
            <a:spLocks noGrp="1"/>
          </p:cNvSpPr>
          <p:nvPr/>
        </p:nvSpPr>
        <p:spPr>
          <a:xfrm>
            <a:off x="609600" y="1838325"/>
            <a:ext cx="10972800" cy="590550"/>
          </a:xfrm>
          <a:prstGeom prst="rect">
            <a:avLst/>
          </a:prstGeom>
          <a:noFill/>
          <a:ln w="0">
            <a:noFill/>
            <a:prstDash val="solid"/>
          </a:ln>
        </p:spPr>
        <p:txBody>
          <a:bodyPr wrap="square" lIns="0" tIns="0" rIns="0" bIns="0" anchor="t">
            <a:noAutofit/>
          </a:bodyPr>
          <a:lstStyle>
            <a:defPPr algn="l">
              <a:defRPr sz="2250" b="1">
                <a:solidFill>
                  <a:srgbClr val="123247"/>
                </a:solidFill>
                <a:latin typeface="DejaVu Sans"/>
                <a:ea typeface="DejaVu Sans"/>
                <a:cs typeface="DejaVu Sans"/>
              </a:defRPr>
            </a:defPPr>
            <a:lvl1pPr algn="l">
              <a:defRPr sz="2250" b="1">
                <a:solidFill>
                  <a:srgbClr val="123247"/>
                </a:solidFill>
                <a:latin typeface="DejaVu Sans"/>
                <a:ea typeface="DejaVu Sans"/>
                <a:cs typeface="DejaVu Sans"/>
              </a:defRPr>
            </a:lvl1pPr>
            <a:lvl2pPr algn="l">
              <a:defRPr sz="2250" b="1">
                <a:solidFill>
                  <a:srgbClr val="123247"/>
                </a:solidFill>
                <a:latin typeface="DejaVu Sans"/>
                <a:ea typeface="DejaVu Sans"/>
                <a:cs typeface="DejaVu Sans"/>
              </a:defRPr>
            </a:lvl2pPr>
            <a:lvl3pPr algn="l">
              <a:defRPr sz="2250" b="1">
                <a:solidFill>
                  <a:srgbClr val="123247"/>
                </a:solidFill>
                <a:latin typeface="DejaVu Sans"/>
                <a:ea typeface="DejaVu Sans"/>
                <a:cs typeface="DejaVu Sans"/>
              </a:defRPr>
            </a:lvl3pPr>
            <a:lvl4pPr algn="l">
              <a:defRPr sz="2250" b="1">
                <a:solidFill>
                  <a:srgbClr val="123247"/>
                </a:solidFill>
                <a:latin typeface="DejaVu Sans"/>
                <a:ea typeface="DejaVu Sans"/>
                <a:cs typeface="DejaVu Sans"/>
              </a:defRPr>
            </a:lvl4pPr>
            <a:lvl5pPr algn="l">
              <a:defRPr sz="2250" b="1">
                <a:solidFill>
                  <a:srgbClr val="123247"/>
                </a:solidFill>
                <a:latin typeface="DejaVu Sans"/>
                <a:ea typeface="DejaVu Sans"/>
                <a:cs typeface="DejaVu Sans"/>
              </a:defRPr>
            </a:lvl5pPr>
            <a:lvl6pPr algn="l">
              <a:defRPr sz="2250" b="1">
                <a:solidFill>
                  <a:srgbClr val="123247"/>
                </a:solidFill>
                <a:latin typeface="DejaVu Sans"/>
                <a:ea typeface="DejaVu Sans"/>
                <a:cs typeface="DejaVu Sans"/>
              </a:defRPr>
            </a:lvl6pPr>
            <a:lvl7pPr algn="l">
              <a:defRPr sz="2250" b="1">
                <a:solidFill>
                  <a:srgbClr val="123247"/>
                </a:solidFill>
                <a:latin typeface="DejaVu Sans"/>
                <a:ea typeface="DejaVu Sans"/>
                <a:cs typeface="DejaVu Sans"/>
              </a:defRPr>
            </a:lvl7pPr>
            <a:lvl8pPr algn="l">
              <a:defRPr sz="2250" b="1">
                <a:solidFill>
                  <a:srgbClr val="123247"/>
                </a:solidFill>
                <a:latin typeface="DejaVu Sans"/>
                <a:ea typeface="DejaVu Sans"/>
                <a:cs typeface="DejaVu Sans"/>
              </a:defRPr>
            </a:lvl8pPr>
            <a:lvl9pPr algn="l">
              <a:defRPr sz="2250" b="1">
                <a:solidFill>
                  <a:srgbClr val="123247"/>
                </a:solidFill>
                <a:latin typeface="DejaVu Sans"/>
                <a:ea typeface="DejaVu Sans"/>
                <a:cs typeface="DejaVu Sans"/>
              </a:defRPr>
            </a:lvl9pPr>
          </a:lstStyle>
          <a:p>
            <a:pPr algn="l">
              <a:defRPr sz="2250" b="1">
                <a:solidFill>
                  <a:srgbClr val="123247"/>
                </a:solidFill>
                <a:latin typeface="DejaVu Sans"/>
                <a:ea typeface="DejaVu Sans"/>
                <a:cs typeface="DejaVu Sans"/>
              </a:defRPr>
            </a:pPr>
            <a:r>
              <a:rPr sz="2250" b="1">
                <a:solidFill>
                  <a:srgbClr val="123247"/>
                </a:solidFill>
                <a:latin typeface="DejaVu Sans"/>
                <a:ea typeface="DejaVu Sans"/>
                <a:cs typeface="DejaVu Sans"/>
              </a:rPr>
              <a:t>Equações do índice μ: k-means + distância de Mahalanobis.</a:t>
            </a:r>
          </a:p>
        </p:txBody>
      </p:sp>
      <p:graphicFrame>
        <p:nvGraphicFramePr>
          <p:cNvPr id="8" name="Table 7">
            <a:extLst>
              <a:ext uri="{FF2B5EF4-FFF2-40B4-BE49-F238E27FC236}">
                <a16:creationId xmlns:a16="http://schemas.microsoft.com/office/drawing/2014/main" id="{05F8BA93-2421-416E-A958-F36E5215EB96}"/>
              </a:ext>
            </a:extLst>
          </p:cNvPr>
          <p:cNvGraphicFramePr/>
          <p:nvPr/>
        </p:nvGraphicFramePr>
        <p:xfrm>
          <a:off x="609600" y="2705100"/>
          <a:ext cx="10972800" cy="1981200"/>
        </p:xfrm>
        <a:graphic>
          <a:graphicData uri="http://schemas.openxmlformats.org/drawingml/2006/table">
            <a:tbl>
              <a:tblPr/>
              <a:tblGrid>
                <a:gridCol w="2619375">
                  <a:extLst>
                    <a:ext uri="{9D8B030D-6E8A-4147-A177-3AD203B41FA5}">
                      <a16:colId xmlns:a16="http://schemas.microsoft.com/office/drawing/2014/main" val="20000"/>
                    </a:ext>
                  </a:extLst>
                </a:gridCol>
                <a:gridCol w="4048125">
                  <a:extLst>
                    <a:ext uri="{9D8B030D-6E8A-4147-A177-3AD203B41FA5}">
                      <a16:colId xmlns:a16="http://schemas.microsoft.com/office/drawing/2014/main" val="20001"/>
                    </a:ext>
                  </a:extLst>
                </a:gridCol>
                <a:gridCol w="4305300">
                  <a:extLst>
                    <a:ext uri="{9D8B030D-6E8A-4147-A177-3AD203B41FA5}">
                      <a16:colId xmlns:a16="http://schemas.microsoft.com/office/drawing/2014/main" val="20002"/>
                    </a:ext>
                  </a:extLst>
                </a:gridCol>
              </a:tblGrid>
              <a:tr h="660400">
                <a:tc>
                  <a:txBody>
                    <a:bodyPr/>
                    <a:lstStyle/>
                    <a:p>
                      <a:pPr algn="l"/>
                      <a:r>
                        <a:rPr sz="2325" b="1">
                          <a:solidFill>
                            <a:srgbClr val="FFFFFF"/>
                          </a:solidFill>
                          <a:latin typeface="DejaVu Sans"/>
                          <a:ea typeface="DejaVu Sans"/>
                          <a:cs typeface="DejaVu Sans"/>
                        </a:rPr>
                        <a:t>Região</a:t>
                      </a:r>
                    </a:p>
                  </a:txBody>
                  <a:tcPr anchor="ctr">
                    <a:lnL w="6668">
                      <a:solidFill>
                        <a:srgbClr val="DCE3E3"/>
                      </a:solidFill>
                      <a:prstDash val="solid"/>
                    </a:lnL>
                    <a:lnR w="6668">
                      <a:solidFill>
                        <a:srgbClr val="DCE3E3"/>
                      </a:solidFill>
                      <a:prstDash val="solid"/>
                    </a:lnR>
                    <a:lnT w="6668">
                      <a:solidFill>
                        <a:srgbClr val="DCE3E3"/>
                      </a:solidFill>
                      <a:prstDash val="solid"/>
                    </a:lnT>
                    <a:lnB w="6668">
                      <a:solidFill>
                        <a:srgbClr val="DCE3E3"/>
                      </a:solidFill>
                      <a:prstDash val="solid"/>
                    </a:lnB>
                    <a:solidFill>
                      <a:srgbClr val="123247"/>
                    </a:solidFill>
                  </a:tcPr>
                </a:tc>
                <a:tc>
                  <a:txBody>
                    <a:bodyPr/>
                    <a:lstStyle/>
                    <a:p>
                      <a:pPr algn="l"/>
                      <a:r>
                        <a:rPr sz="2325" b="1">
                          <a:solidFill>
                            <a:srgbClr val="FFFFFF"/>
                          </a:solidFill>
                          <a:latin typeface="DejaVu Sans"/>
                          <a:ea typeface="DejaVu Sans"/>
                          <a:cs typeface="DejaVu Sans"/>
                        </a:rPr>
                        <a:t>NSE no ajuste</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a:solidFill>
                        <a:srgbClr val="DCE3E3"/>
                      </a:solidFill>
                      <a:prstDash val="solid"/>
                    </a:lnT>
                    <a:lnB w="6668">
                      <a:solidFill>
                        <a:srgbClr val="DCE3E3"/>
                      </a:solidFill>
                      <a:prstDash val="solid"/>
                    </a:lnB>
                    <a:solidFill>
                      <a:srgbClr val="123247"/>
                    </a:solidFill>
                  </a:tcPr>
                </a:tc>
                <a:tc>
                  <a:txBody>
                    <a:bodyPr/>
                    <a:lstStyle/>
                    <a:p>
                      <a:pPr algn="l"/>
                      <a:r>
                        <a:rPr sz="2325" b="1">
                          <a:solidFill>
                            <a:srgbClr val="FFFFFF"/>
                          </a:solidFill>
                          <a:latin typeface="DejaVu Sans"/>
                          <a:ea typeface="DejaVu Sans"/>
                          <a:cs typeface="DejaVu Sans"/>
                        </a:rPr>
                        <a:t>NSE na validação</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a:solidFill>
                        <a:srgbClr val="DCE3E3"/>
                      </a:solidFill>
                      <a:prstDash val="solid"/>
                    </a:lnT>
                    <a:lnB w="6668">
                      <a:solidFill>
                        <a:srgbClr val="DCE3E3"/>
                      </a:solidFill>
                      <a:prstDash val="solid"/>
                    </a:lnB>
                    <a:solidFill>
                      <a:srgbClr val="123247"/>
                    </a:solidFill>
                  </a:tcPr>
                </a:tc>
                <a:extLst>
                  <a:ext uri="{0D108BD9-81ED-4DB2-BD59-A6C34878D82A}">
                    <a16:rowId xmlns:a16="http://schemas.microsoft.com/office/drawing/2014/main" val="10000"/>
                  </a:ext>
                </a:extLst>
              </a:tr>
              <a:tr h="660400">
                <a:tc>
                  <a:txBody>
                    <a:bodyPr/>
                    <a:lstStyle/>
                    <a:p>
                      <a:pPr algn="l"/>
                      <a:r>
                        <a:rPr sz="2325" b="0">
                          <a:solidFill>
                            <a:srgbClr val="193647"/>
                          </a:solidFill>
                          <a:latin typeface="DejaVu Sans"/>
                          <a:ea typeface="DejaVu Sans"/>
                          <a:cs typeface="DejaVu Sans"/>
                        </a:rPr>
                        <a:t>R1</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2325" b="0">
                          <a:solidFill>
                            <a:srgbClr val="193647"/>
                          </a:solidFill>
                          <a:latin typeface="DejaVu Sans"/>
                          <a:ea typeface="DejaVu Sans"/>
                          <a:cs typeface="DejaVu Sans"/>
                        </a:rPr>
                        <a:t>0,81</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2325" b="0">
                          <a:solidFill>
                            <a:srgbClr val="193647"/>
                          </a:solidFill>
                          <a:latin typeface="DejaVu Sans"/>
                          <a:ea typeface="DejaVu Sans"/>
                          <a:cs typeface="DejaVu Sans"/>
                        </a:rPr>
                        <a:t>0,15</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extLst>
                  <a:ext uri="{0D108BD9-81ED-4DB2-BD59-A6C34878D82A}">
                    <a16:rowId xmlns:a16="http://schemas.microsoft.com/office/drawing/2014/main" val="10001"/>
                  </a:ext>
                </a:extLst>
              </a:tr>
              <a:tr h="660400">
                <a:tc>
                  <a:txBody>
                    <a:bodyPr/>
                    <a:lstStyle/>
                    <a:p>
                      <a:pPr algn="l"/>
                      <a:r>
                        <a:rPr sz="2325" b="0">
                          <a:solidFill>
                            <a:srgbClr val="193647"/>
                          </a:solidFill>
                          <a:latin typeface="DejaVu Sans"/>
                          <a:ea typeface="DejaVu Sans"/>
                          <a:cs typeface="DejaVu Sans"/>
                        </a:rPr>
                        <a:t>R3</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2325" b="0">
                          <a:solidFill>
                            <a:srgbClr val="193647"/>
                          </a:solidFill>
                          <a:latin typeface="DejaVu Sans"/>
                          <a:ea typeface="DejaVu Sans"/>
                          <a:cs typeface="DejaVu Sans"/>
                        </a:rPr>
                        <a:t>0,92</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2325" b="0">
                          <a:solidFill>
                            <a:srgbClr val="193647"/>
                          </a:solidFill>
                          <a:latin typeface="DejaVu Sans"/>
                          <a:ea typeface="DejaVu Sans"/>
                          <a:cs typeface="DejaVu Sans"/>
                        </a:rPr>
                        <a:t>0,89</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extLst>
                  <a:ext uri="{0D108BD9-81ED-4DB2-BD59-A6C34878D82A}">
                    <a16:rowId xmlns:a16="http://schemas.microsoft.com/office/drawing/2014/main" val="10002"/>
                  </a:ext>
                </a:extLst>
              </a:tr>
            </a:tbl>
          </a:graphicData>
        </a:graphic>
      </p:graphicFrame>
      <p:sp>
        <p:nvSpPr>
          <p:cNvPr id="9" name="texto">
            <a:extLst>
              <a:ext uri="{FF2B5EF4-FFF2-40B4-BE49-F238E27FC236}">
                <a16:creationId xmlns:a16="http://schemas.microsoft.com/office/drawing/2014/main" id="{501020C0-D0B7-4BED-AF3B-498971ABBAE7}"/>
              </a:ext>
            </a:extLst>
          </p:cNvPr>
          <p:cNvSpPr>
            <a:spLocks noGrp="1"/>
          </p:cNvSpPr>
          <p:nvPr/>
        </p:nvSpPr>
        <p:spPr>
          <a:xfrm>
            <a:off x="609600" y="5038725"/>
            <a:ext cx="10972800" cy="457200"/>
          </a:xfrm>
          <a:prstGeom prst="rect">
            <a:avLst/>
          </a:prstGeom>
          <a:noFill/>
          <a:ln w="0">
            <a:noFill/>
            <a:prstDash val="solid"/>
          </a:ln>
        </p:spPr>
        <p:txBody>
          <a:bodyPr wrap="square" lIns="0" tIns="0" rIns="0" bIns="0" anchor="t">
            <a:noAutofit/>
          </a:bodyPr>
          <a:lstStyle>
            <a:defPPr algn="l">
              <a:defRPr sz="2025" b="0">
                <a:solidFill>
                  <a:srgbClr val="193647"/>
                </a:solidFill>
                <a:latin typeface="DejaVu Sans"/>
                <a:ea typeface="DejaVu Sans"/>
                <a:cs typeface="DejaVu Sans"/>
              </a:defRPr>
            </a:defPPr>
            <a:lvl1pPr algn="l">
              <a:defRPr sz="2025" b="0">
                <a:solidFill>
                  <a:srgbClr val="193647"/>
                </a:solidFill>
                <a:latin typeface="DejaVu Sans"/>
                <a:ea typeface="DejaVu Sans"/>
                <a:cs typeface="DejaVu Sans"/>
              </a:defRPr>
            </a:lvl1pPr>
            <a:lvl2pPr algn="l">
              <a:defRPr sz="2025" b="0">
                <a:solidFill>
                  <a:srgbClr val="193647"/>
                </a:solidFill>
                <a:latin typeface="DejaVu Sans"/>
                <a:ea typeface="DejaVu Sans"/>
                <a:cs typeface="DejaVu Sans"/>
              </a:defRPr>
            </a:lvl2pPr>
            <a:lvl3pPr algn="l">
              <a:defRPr sz="2025" b="0">
                <a:solidFill>
                  <a:srgbClr val="193647"/>
                </a:solidFill>
                <a:latin typeface="DejaVu Sans"/>
                <a:ea typeface="DejaVu Sans"/>
                <a:cs typeface="DejaVu Sans"/>
              </a:defRPr>
            </a:lvl3pPr>
            <a:lvl4pPr algn="l">
              <a:defRPr sz="2025" b="0">
                <a:solidFill>
                  <a:srgbClr val="193647"/>
                </a:solidFill>
                <a:latin typeface="DejaVu Sans"/>
                <a:ea typeface="DejaVu Sans"/>
                <a:cs typeface="DejaVu Sans"/>
              </a:defRPr>
            </a:lvl4pPr>
            <a:lvl5pPr algn="l">
              <a:defRPr sz="2025" b="0">
                <a:solidFill>
                  <a:srgbClr val="193647"/>
                </a:solidFill>
                <a:latin typeface="DejaVu Sans"/>
                <a:ea typeface="DejaVu Sans"/>
                <a:cs typeface="DejaVu Sans"/>
              </a:defRPr>
            </a:lvl5pPr>
            <a:lvl6pPr algn="l">
              <a:defRPr sz="2025" b="0">
                <a:solidFill>
                  <a:srgbClr val="193647"/>
                </a:solidFill>
                <a:latin typeface="DejaVu Sans"/>
                <a:ea typeface="DejaVu Sans"/>
                <a:cs typeface="DejaVu Sans"/>
              </a:defRPr>
            </a:lvl6pPr>
            <a:lvl7pPr algn="l">
              <a:defRPr sz="2025" b="0">
                <a:solidFill>
                  <a:srgbClr val="193647"/>
                </a:solidFill>
                <a:latin typeface="DejaVu Sans"/>
                <a:ea typeface="DejaVu Sans"/>
                <a:cs typeface="DejaVu Sans"/>
              </a:defRPr>
            </a:lvl7pPr>
            <a:lvl8pPr algn="l">
              <a:defRPr sz="2025" b="0">
                <a:solidFill>
                  <a:srgbClr val="193647"/>
                </a:solidFill>
                <a:latin typeface="DejaVu Sans"/>
                <a:ea typeface="DejaVu Sans"/>
                <a:cs typeface="DejaVu Sans"/>
              </a:defRPr>
            </a:lvl8pPr>
            <a:lvl9pPr algn="l">
              <a:defRPr sz="2025" b="0">
                <a:solidFill>
                  <a:srgbClr val="193647"/>
                </a:solidFill>
                <a:latin typeface="DejaVu Sans"/>
                <a:ea typeface="DejaVu Sans"/>
                <a:cs typeface="DejaVu Sans"/>
              </a:defRPr>
            </a:lvl9pPr>
          </a:lstStyle>
          <a:p>
            <a:pPr algn="l">
              <a:defRPr sz="2025" b="0">
                <a:solidFill>
                  <a:srgbClr val="193647"/>
                </a:solidFill>
                <a:latin typeface="DejaVu Sans"/>
                <a:ea typeface="DejaVu Sans"/>
                <a:cs typeface="DejaVu Sans"/>
              </a:defRPr>
            </a:pPr>
            <a:r>
              <a:rPr sz="2025" b="0">
                <a:solidFill>
                  <a:srgbClr val="193647"/>
                </a:solidFill>
                <a:latin typeface="DejaVu Sans"/>
                <a:ea typeface="DejaVu Sans"/>
                <a:cs typeface="DejaVu Sans"/>
              </a:rPr>
              <a:t>Validação leave-one-out das regressões, conforme o artigo.</a:t>
            </a:r>
          </a:p>
        </p:txBody>
      </p:sp>
      <p:sp>
        <p:nvSpPr>
          <p:cNvPr id="10" name="texto">
            <a:extLst>
              <a:ext uri="{FF2B5EF4-FFF2-40B4-BE49-F238E27FC236}">
                <a16:creationId xmlns:a16="http://schemas.microsoft.com/office/drawing/2014/main" id="{2EE97F46-4A1D-4C93-BA75-BEBE111EFF0B}"/>
              </a:ext>
            </a:extLst>
          </p:cNvPr>
          <p:cNvSpPr>
            <a:spLocks noGrp="1"/>
          </p:cNvSpPr>
          <p:nvPr/>
        </p:nvSpPr>
        <p:spPr>
          <a:xfrm>
            <a:off x="609600" y="5610225"/>
            <a:ext cx="10972800" cy="438150"/>
          </a:xfrm>
          <a:prstGeom prst="rect">
            <a:avLst/>
          </a:prstGeom>
          <a:noFill/>
          <a:ln w="0">
            <a:noFill/>
            <a:prstDash val="solid"/>
          </a:ln>
        </p:spPr>
        <p:txBody>
          <a:bodyPr wrap="square" lIns="0" tIns="0" rIns="0" bIns="0" anchor="t">
            <a:noAutofit/>
          </a:bodyPr>
          <a:lstStyle>
            <a:defPPr algn="l">
              <a:defRPr sz="2100" b="1">
                <a:solidFill>
                  <a:srgbClr val="087F88"/>
                </a:solidFill>
                <a:latin typeface="DejaVu Sans"/>
                <a:ea typeface="DejaVu Sans"/>
                <a:cs typeface="DejaVu Sans"/>
              </a:defRPr>
            </a:defPPr>
            <a:lvl1pPr algn="l">
              <a:defRPr sz="2100" b="1">
                <a:solidFill>
                  <a:srgbClr val="087F88"/>
                </a:solidFill>
                <a:latin typeface="DejaVu Sans"/>
                <a:ea typeface="DejaVu Sans"/>
                <a:cs typeface="DejaVu Sans"/>
              </a:defRPr>
            </a:lvl1pPr>
            <a:lvl2pPr algn="l">
              <a:defRPr sz="2100" b="1">
                <a:solidFill>
                  <a:srgbClr val="087F88"/>
                </a:solidFill>
                <a:latin typeface="DejaVu Sans"/>
                <a:ea typeface="DejaVu Sans"/>
                <a:cs typeface="DejaVu Sans"/>
              </a:defRPr>
            </a:lvl2pPr>
            <a:lvl3pPr algn="l">
              <a:defRPr sz="2100" b="1">
                <a:solidFill>
                  <a:srgbClr val="087F88"/>
                </a:solidFill>
                <a:latin typeface="DejaVu Sans"/>
                <a:ea typeface="DejaVu Sans"/>
                <a:cs typeface="DejaVu Sans"/>
              </a:defRPr>
            </a:lvl3pPr>
            <a:lvl4pPr algn="l">
              <a:defRPr sz="2100" b="1">
                <a:solidFill>
                  <a:srgbClr val="087F88"/>
                </a:solidFill>
                <a:latin typeface="DejaVu Sans"/>
                <a:ea typeface="DejaVu Sans"/>
                <a:cs typeface="DejaVu Sans"/>
              </a:defRPr>
            </a:lvl4pPr>
            <a:lvl5pPr algn="l">
              <a:defRPr sz="2100" b="1">
                <a:solidFill>
                  <a:srgbClr val="087F88"/>
                </a:solidFill>
                <a:latin typeface="DejaVu Sans"/>
                <a:ea typeface="DejaVu Sans"/>
                <a:cs typeface="DejaVu Sans"/>
              </a:defRPr>
            </a:lvl5pPr>
            <a:lvl6pPr algn="l">
              <a:defRPr sz="2100" b="1">
                <a:solidFill>
                  <a:srgbClr val="087F88"/>
                </a:solidFill>
                <a:latin typeface="DejaVu Sans"/>
                <a:ea typeface="DejaVu Sans"/>
                <a:cs typeface="DejaVu Sans"/>
              </a:defRPr>
            </a:lvl6pPr>
            <a:lvl7pPr algn="l">
              <a:defRPr sz="2100" b="1">
                <a:solidFill>
                  <a:srgbClr val="087F88"/>
                </a:solidFill>
                <a:latin typeface="DejaVu Sans"/>
                <a:ea typeface="DejaVu Sans"/>
                <a:cs typeface="DejaVu Sans"/>
              </a:defRPr>
            </a:lvl7pPr>
            <a:lvl8pPr algn="l">
              <a:defRPr sz="2100" b="1">
                <a:solidFill>
                  <a:srgbClr val="087F88"/>
                </a:solidFill>
                <a:latin typeface="DejaVu Sans"/>
                <a:ea typeface="DejaVu Sans"/>
                <a:cs typeface="DejaVu Sans"/>
              </a:defRPr>
            </a:lvl8pPr>
            <a:lvl9pPr algn="l">
              <a:defRPr sz="2100" b="1">
                <a:solidFill>
                  <a:srgbClr val="087F88"/>
                </a:solidFill>
                <a:latin typeface="DejaVu Sans"/>
                <a:ea typeface="DejaVu Sans"/>
                <a:cs typeface="DejaVu Sans"/>
              </a:defRPr>
            </a:lvl9pPr>
          </a:lstStyle>
          <a:p>
            <a:pPr algn="l">
              <a:defRPr sz="2100" b="1">
                <a:solidFill>
                  <a:srgbClr val="087F88"/>
                </a:solidFill>
                <a:latin typeface="DejaVu Sans"/>
                <a:ea typeface="DejaVu Sans"/>
                <a:cs typeface="DejaVu Sans"/>
              </a:defRPr>
            </a:pPr>
            <a:r>
              <a:rPr sz="2100" b="1">
                <a:solidFill>
                  <a:srgbClr val="087F88"/>
                </a:solidFill>
                <a:latin typeface="DejaVu Sans"/>
                <a:ea typeface="DejaVu Sans"/>
                <a:cs typeface="DejaVu Sans"/>
              </a:rPr>
              <a:t>Comparar previsões em bacias excluídas e comunicar a incerteza.</a:t>
            </a:r>
          </a:p>
        </p:txBody>
      </p:sp>
    </p:spTree>
    <p:extLst>
      <p:ext uri="{BB962C8B-B14F-4D97-AF65-F5344CB8AC3E}">
        <p14:creationId xmlns:p14="http://schemas.microsoft.com/office/powerpoint/2010/main" val="15200632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9" name="texto">
            <a:extLst>
              <a:ext uri="{FF2B5EF4-FFF2-40B4-BE49-F238E27FC236}">
                <a16:creationId xmlns:a16="http://schemas.microsoft.com/office/drawing/2014/main" id="{1615BD48-6377-4962-A030-CE1AE18AE1EE}"/>
              </a:ext>
            </a:extLst>
          </p:cNvPr>
          <p:cNvSpPr>
            <a:spLocks noGrp="1"/>
          </p:cNvSpPr>
          <p:nvPr/>
        </p:nvSpPr>
        <p:spPr>
          <a:xfrm>
            <a:off x="609600" y="285750"/>
            <a:ext cx="10668000" cy="247650"/>
          </a:xfrm>
          <a:prstGeom prst="rect">
            <a:avLst/>
          </a:prstGeom>
          <a:noFill/>
          <a:ln w="0">
            <a:noFill/>
            <a:prstDash val="solid"/>
          </a:ln>
        </p:spPr>
        <p:txBody>
          <a:bodyPr wrap="square" lIns="0" tIns="0" rIns="0" bIns="0" anchor="t">
            <a:noAutofit/>
          </a:bodyPr>
          <a:lstStyle>
            <a:defPPr algn="l">
              <a:defRPr sz="1275" b="1">
                <a:solidFill>
                  <a:srgbClr val="087F88"/>
                </a:solidFill>
                <a:latin typeface="DejaVu Sans"/>
                <a:ea typeface="DejaVu Sans"/>
                <a:cs typeface="DejaVu Sans"/>
              </a:defRPr>
            </a:defPPr>
            <a:lvl1pPr algn="l">
              <a:defRPr sz="1275" b="1">
                <a:solidFill>
                  <a:srgbClr val="087F88"/>
                </a:solidFill>
                <a:latin typeface="DejaVu Sans"/>
                <a:ea typeface="DejaVu Sans"/>
                <a:cs typeface="DejaVu Sans"/>
              </a:defRPr>
            </a:lvl1pPr>
            <a:lvl2pPr algn="l">
              <a:defRPr sz="1275" b="1">
                <a:solidFill>
                  <a:srgbClr val="087F88"/>
                </a:solidFill>
                <a:latin typeface="DejaVu Sans"/>
                <a:ea typeface="DejaVu Sans"/>
                <a:cs typeface="DejaVu Sans"/>
              </a:defRPr>
            </a:lvl2pPr>
            <a:lvl3pPr algn="l">
              <a:defRPr sz="1275" b="1">
                <a:solidFill>
                  <a:srgbClr val="087F88"/>
                </a:solidFill>
                <a:latin typeface="DejaVu Sans"/>
                <a:ea typeface="DejaVu Sans"/>
                <a:cs typeface="DejaVu Sans"/>
              </a:defRPr>
            </a:lvl3pPr>
            <a:lvl4pPr algn="l">
              <a:defRPr sz="1275" b="1">
                <a:solidFill>
                  <a:srgbClr val="087F88"/>
                </a:solidFill>
                <a:latin typeface="DejaVu Sans"/>
                <a:ea typeface="DejaVu Sans"/>
                <a:cs typeface="DejaVu Sans"/>
              </a:defRPr>
            </a:lvl4pPr>
            <a:lvl5pPr algn="l">
              <a:defRPr sz="1275" b="1">
                <a:solidFill>
                  <a:srgbClr val="087F88"/>
                </a:solidFill>
                <a:latin typeface="DejaVu Sans"/>
                <a:ea typeface="DejaVu Sans"/>
                <a:cs typeface="DejaVu Sans"/>
              </a:defRPr>
            </a:lvl5pPr>
            <a:lvl6pPr algn="l">
              <a:defRPr sz="1275" b="1">
                <a:solidFill>
                  <a:srgbClr val="087F88"/>
                </a:solidFill>
                <a:latin typeface="DejaVu Sans"/>
                <a:ea typeface="DejaVu Sans"/>
                <a:cs typeface="DejaVu Sans"/>
              </a:defRPr>
            </a:lvl6pPr>
            <a:lvl7pPr algn="l">
              <a:defRPr sz="1275" b="1">
                <a:solidFill>
                  <a:srgbClr val="087F88"/>
                </a:solidFill>
                <a:latin typeface="DejaVu Sans"/>
                <a:ea typeface="DejaVu Sans"/>
                <a:cs typeface="DejaVu Sans"/>
              </a:defRPr>
            </a:lvl7pPr>
            <a:lvl8pPr algn="l">
              <a:defRPr sz="1275" b="1">
                <a:solidFill>
                  <a:srgbClr val="087F88"/>
                </a:solidFill>
                <a:latin typeface="DejaVu Sans"/>
                <a:ea typeface="DejaVu Sans"/>
                <a:cs typeface="DejaVu Sans"/>
              </a:defRPr>
            </a:lvl8pPr>
            <a:lvl9pPr algn="l">
              <a:defRPr sz="1275" b="1">
                <a:solidFill>
                  <a:srgbClr val="087F88"/>
                </a:solidFill>
                <a:latin typeface="DejaVu Sans"/>
                <a:ea typeface="DejaVu Sans"/>
                <a:cs typeface="DejaVu Sans"/>
              </a:defRPr>
            </a:lvl9pPr>
          </a:lstStyle>
          <a:p>
            <a:pPr algn="l">
              <a:defRPr sz="1275" b="1">
                <a:solidFill>
                  <a:srgbClr val="087F88"/>
                </a:solidFill>
                <a:latin typeface="DejaVu Sans"/>
                <a:ea typeface="DejaVu Sans"/>
                <a:cs typeface="DejaVu Sans"/>
              </a:defRPr>
            </a:pPr>
            <a:r>
              <a:rPr sz="1275" b="1">
                <a:solidFill>
                  <a:srgbClr val="087F88"/>
                </a:solidFill>
                <a:latin typeface="DejaVu Sans"/>
                <a:ea typeface="DejaVu Sans"/>
                <a:cs typeface="DejaVu Sans"/>
              </a:rPr>
              <a:t>ATIVIDADE · 15 A 20 MINUTOS</a:t>
            </a:r>
          </a:p>
        </p:txBody>
      </p:sp>
      <p:sp>
        <p:nvSpPr>
          <p:cNvPr id="2" name="texto">
            <a:extLst>
              <a:ext uri="{FF2B5EF4-FFF2-40B4-BE49-F238E27FC236}">
                <a16:creationId xmlns:a16="http://schemas.microsoft.com/office/drawing/2014/main" id="{E11A4C69-E029-4339-A3BB-0A20CE6415EA}"/>
              </a:ext>
            </a:extLst>
          </p:cNvPr>
          <p:cNvSpPr>
            <a:spLocks noGrp="1"/>
          </p:cNvSpPr>
          <p:nvPr/>
        </p:nvSpPr>
        <p:spPr>
          <a:xfrm>
            <a:off x="609600" y="685800"/>
            <a:ext cx="10972800" cy="1028700"/>
          </a:xfrm>
          <a:prstGeom prst="rect">
            <a:avLst/>
          </a:prstGeom>
          <a:noFill/>
          <a:ln w="0">
            <a:noFill/>
            <a:prstDash val="solid"/>
          </a:ln>
        </p:spPr>
        <p:txBody>
          <a:bodyPr wrap="square" lIns="0" tIns="0" rIns="0" bIns="0" anchor="t">
            <a:noAutofit/>
          </a:bodyPr>
          <a:lstStyle>
            <a:defPPr algn="l">
              <a:defRPr sz="3225" b="1">
                <a:solidFill>
                  <a:srgbClr val="123247"/>
                </a:solidFill>
                <a:latin typeface="DejaVu Sans"/>
                <a:ea typeface="DejaVu Sans"/>
                <a:cs typeface="DejaVu Sans"/>
              </a:defRPr>
            </a:defPPr>
            <a:lvl1pPr algn="l">
              <a:defRPr sz="3225" b="1">
                <a:solidFill>
                  <a:srgbClr val="123247"/>
                </a:solidFill>
                <a:latin typeface="DejaVu Sans"/>
                <a:ea typeface="DejaVu Sans"/>
                <a:cs typeface="DejaVu Sans"/>
              </a:defRPr>
            </a:lvl1pPr>
            <a:lvl2pPr algn="l">
              <a:defRPr sz="3225" b="1">
                <a:solidFill>
                  <a:srgbClr val="123247"/>
                </a:solidFill>
                <a:latin typeface="DejaVu Sans"/>
                <a:ea typeface="DejaVu Sans"/>
                <a:cs typeface="DejaVu Sans"/>
              </a:defRPr>
            </a:lvl2pPr>
            <a:lvl3pPr algn="l">
              <a:defRPr sz="3225" b="1">
                <a:solidFill>
                  <a:srgbClr val="123247"/>
                </a:solidFill>
                <a:latin typeface="DejaVu Sans"/>
                <a:ea typeface="DejaVu Sans"/>
                <a:cs typeface="DejaVu Sans"/>
              </a:defRPr>
            </a:lvl3pPr>
            <a:lvl4pPr algn="l">
              <a:defRPr sz="3225" b="1">
                <a:solidFill>
                  <a:srgbClr val="123247"/>
                </a:solidFill>
                <a:latin typeface="DejaVu Sans"/>
                <a:ea typeface="DejaVu Sans"/>
                <a:cs typeface="DejaVu Sans"/>
              </a:defRPr>
            </a:lvl4pPr>
            <a:lvl5pPr algn="l">
              <a:defRPr sz="3225" b="1">
                <a:solidFill>
                  <a:srgbClr val="123247"/>
                </a:solidFill>
                <a:latin typeface="DejaVu Sans"/>
                <a:ea typeface="DejaVu Sans"/>
                <a:cs typeface="DejaVu Sans"/>
              </a:defRPr>
            </a:lvl5pPr>
            <a:lvl6pPr algn="l">
              <a:defRPr sz="3225" b="1">
                <a:solidFill>
                  <a:srgbClr val="123247"/>
                </a:solidFill>
                <a:latin typeface="DejaVu Sans"/>
                <a:ea typeface="DejaVu Sans"/>
                <a:cs typeface="DejaVu Sans"/>
              </a:defRPr>
            </a:lvl6pPr>
            <a:lvl7pPr algn="l">
              <a:defRPr sz="3225" b="1">
                <a:solidFill>
                  <a:srgbClr val="123247"/>
                </a:solidFill>
                <a:latin typeface="DejaVu Sans"/>
                <a:ea typeface="DejaVu Sans"/>
                <a:cs typeface="DejaVu Sans"/>
              </a:defRPr>
            </a:lvl7pPr>
            <a:lvl8pPr algn="l">
              <a:defRPr sz="3225" b="1">
                <a:solidFill>
                  <a:srgbClr val="123247"/>
                </a:solidFill>
                <a:latin typeface="DejaVu Sans"/>
                <a:ea typeface="DejaVu Sans"/>
                <a:cs typeface="DejaVu Sans"/>
              </a:defRPr>
            </a:lvl8pPr>
            <a:lvl9pPr algn="l">
              <a:defRPr sz="3225" b="1">
                <a:solidFill>
                  <a:srgbClr val="123247"/>
                </a:solidFill>
                <a:latin typeface="DejaVu Sans"/>
                <a:ea typeface="DejaVu Sans"/>
                <a:cs typeface="DejaVu Sans"/>
              </a:defRPr>
            </a:lvl9pPr>
          </a:lstStyle>
          <a:p>
            <a:pPr algn="l">
              <a:defRPr sz="3225" b="1">
                <a:solidFill>
                  <a:srgbClr val="123247"/>
                </a:solidFill>
                <a:latin typeface="DejaVu Sans"/>
                <a:ea typeface="DejaVu Sans"/>
                <a:cs typeface="DejaVu Sans"/>
              </a:defRPr>
            </a:pPr>
            <a:r>
              <a:rPr sz="3225" b="1">
                <a:solidFill>
                  <a:srgbClr val="123247"/>
                </a:solidFill>
                <a:latin typeface="DejaVu Sans"/>
                <a:ea typeface="DejaVu Sans"/>
                <a:cs typeface="DejaVu Sans"/>
              </a:rPr>
              <a:t>Exercício integrado</a:t>
            </a:r>
          </a:p>
        </p:txBody>
      </p:sp>
      <p:sp>
        <p:nvSpPr>
          <p:cNvPr id="3" name="texto">
            <a:extLst>
              <a:ext uri="{FF2B5EF4-FFF2-40B4-BE49-F238E27FC236}">
                <a16:creationId xmlns:a16="http://schemas.microsoft.com/office/drawing/2014/main" id="{8185DC43-6071-4838-A4E6-E71015C47D01}"/>
              </a:ext>
            </a:extLst>
          </p:cNvPr>
          <p:cNvSpPr>
            <a:spLocks noGrp="1"/>
          </p:cNvSpPr>
          <p:nvPr/>
        </p:nvSpPr>
        <p:spPr>
          <a:xfrm>
            <a:off x="609600" y="6096000"/>
            <a:ext cx="10763250" cy="228600"/>
          </a:xfrm>
          <a:prstGeom prst="rect">
            <a:avLst/>
          </a:prstGeom>
          <a:noFill/>
          <a:ln w="0">
            <a:noFill/>
            <a:prstDash val="solid"/>
          </a:ln>
        </p:spPr>
        <p:txBody>
          <a:bodyPr wrap="square" lIns="0" tIns="0" rIns="0" bIns="0" anchor="t">
            <a:noAutofit/>
          </a:bodyPr>
          <a:lstStyle>
            <a:defPPr algn="l">
              <a:defRPr sz="1050" b="0">
                <a:solidFill>
                  <a:srgbClr val="526873"/>
                </a:solidFill>
                <a:latin typeface="DejaVu Sans"/>
                <a:ea typeface="DejaVu Sans"/>
                <a:cs typeface="DejaVu Sans"/>
              </a:defRPr>
            </a:defPPr>
            <a:lvl1pPr algn="l">
              <a:defRPr sz="1050" b="0">
                <a:solidFill>
                  <a:srgbClr val="526873"/>
                </a:solidFill>
                <a:latin typeface="DejaVu Sans"/>
                <a:ea typeface="DejaVu Sans"/>
                <a:cs typeface="DejaVu Sans"/>
              </a:defRPr>
            </a:lvl1pPr>
            <a:lvl2pPr algn="l">
              <a:defRPr sz="1050" b="0">
                <a:solidFill>
                  <a:srgbClr val="526873"/>
                </a:solidFill>
                <a:latin typeface="DejaVu Sans"/>
                <a:ea typeface="DejaVu Sans"/>
                <a:cs typeface="DejaVu Sans"/>
              </a:defRPr>
            </a:lvl2pPr>
            <a:lvl3pPr algn="l">
              <a:defRPr sz="1050" b="0">
                <a:solidFill>
                  <a:srgbClr val="526873"/>
                </a:solidFill>
                <a:latin typeface="DejaVu Sans"/>
                <a:ea typeface="DejaVu Sans"/>
                <a:cs typeface="DejaVu Sans"/>
              </a:defRPr>
            </a:lvl3pPr>
            <a:lvl4pPr algn="l">
              <a:defRPr sz="1050" b="0">
                <a:solidFill>
                  <a:srgbClr val="526873"/>
                </a:solidFill>
                <a:latin typeface="DejaVu Sans"/>
                <a:ea typeface="DejaVu Sans"/>
                <a:cs typeface="DejaVu Sans"/>
              </a:defRPr>
            </a:lvl4pPr>
            <a:lvl5pPr algn="l">
              <a:defRPr sz="1050" b="0">
                <a:solidFill>
                  <a:srgbClr val="526873"/>
                </a:solidFill>
                <a:latin typeface="DejaVu Sans"/>
                <a:ea typeface="DejaVu Sans"/>
                <a:cs typeface="DejaVu Sans"/>
              </a:defRPr>
            </a:lvl5pPr>
            <a:lvl6pPr algn="l">
              <a:defRPr sz="1050" b="0">
                <a:solidFill>
                  <a:srgbClr val="526873"/>
                </a:solidFill>
                <a:latin typeface="DejaVu Sans"/>
                <a:ea typeface="DejaVu Sans"/>
                <a:cs typeface="DejaVu Sans"/>
              </a:defRPr>
            </a:lvl6pPr>
            <a:lvl7pPr algn="l">
              <a:defRPr sz="1050" b="0">
                <a:solidFill>
                  <a:srgbClr val="526873"/>
                </a:solidFill>
                <a:latin typeface="DejaVu Sans"/>
                <a:ea typeface="DejaVu Sans"/>
                <a:cs typeface="DejaVu Sans"/>
              </a:defRPr>
            </a:lvl7pPr>
            <a:lvl8pPr algn="l">
              <a:defRPr sz="1050" b="0">
                <a:solidFill>
                  <a:srgbClr val="526873"/>
                </a:solidFill>
                <a:latin typeface="DejaVu Sans"/>
                <a:ea typeface="DejaVu Sans"/>
                <a:cs typeface="DejaVu Sans"/>
              </a:defRPr>
            </a:lvl8pPr>
            <a:lvl9pPr algn="l">
              <a:defRPr sz="1050" b="0">
                <a:solidFill>
                  <a:srgbClr val="526873"/>
                </a:solidFill>
                <a:latin typeface="DejaVu Sans"/>
                <a:ea typeface="DejaVu Sans"/>
                <a:cs typeface="DejaVu Sans"/>
              </a:defRPr>
            </a:lvl9pPr>
          </a:lstStyle>
          <a:p>
            <a:pPr algn="l">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Miniatividades com exemplos independentes. Usar calculadora e justificar as decisões.</a:t>
            </a:r>
          </a:p>
        </p:txBody>
      </p:sp>
      <p:sp>
        <p:nvSpPr>
          <p:cNvPr id="4" name="Straight Connector 3">
            <a:extLst>
              <a:ext uri="{FF2B5EF4-FFF2-40B4-BE49-F238E27FC236}">
                <a16:creationId xmlns:a16="http://schemas.microsoft.com/office/drawing/2014/main" id="{9F86814C-9FD0-475D-B264-26D20100FF3C}"/>
              </a:ext>
            </a:extLst>
          </p:cNvPr>
          <p:cNvSpPr>
            <a:spLocks noGrp="1"/>
          </p:cNvSpPr>
          <p:nvPr/>
        </p:nvSpPr>
        <p:spPr>
          <a:xfrm>
            <a:off x="609600" y="6438900"/>
            <a:ext cx="10972800" cy="0"/>
          </a:xfrm>
          <a:prstGeom prst="line">
            <a:avLst/>
          </a:prstGeom>
          <a:noFill/>
          <a:ln w="9525">
            <a:solidFill>
              <a:srgbClr val="DCE3E3"/>
            </a:solidFill>
            <a:prstDash val="solid"/>
          </a:ln>
        </p:spPr>
        <p:txBody>
          <a:bodyPr/>
          <a:lstStyle/>
          <a:p>
            <a:endParaRPr lang="en-GB"/>
          </a:p>
        </p:txBody>
      </p:sp>
      <p:sp>
        <p:nvSpPr>
          <p:cNvPr id="5" name="texto">
            <a:extLst>
              <a:ext uri="{FF2B5EF4-FFF2-40B4-BE49-F238E27FC236}">
                <a16:creationId xmlns:a16="http://schemas.microsoft.com/office/drawing/2014/main" id="{4BC673CF-44C8-400E-9DB5-474C0E80634E}"/>
              </a:ext>
            </a:extLst>
          </p:cNvPr>
          <p:cNvSpPr>
            <a:spLocks noGrp="1"/>
          </p:cNvSpPr>
          <p:nvPr/>
        </p:nvSpPr>
        <p:spPr>
          <a:xfrm>
            <a:off x="609600" y="6543675"/>
            <a:ext cx="8572500" cy="190500"/>
          </a:xfrm>
          <a:prstGeom prst="rect">
            <a:avLst/>
          </a:prstGeom>
          <a:noFill/>
          <a:ln w="0">
            <a:noFill/>
            <a:prstDash val="solid"/>
          </a:ln>
        </p:spPr>
        <p:txBody>
          <a:bodyPr wrap="square" lIns="0" tIns="0" rIns="0" bIns="0" anchor="t">
            <a:noAutofit/>
          </a:bodyPr>
          <a:lstStyle>
            <a:defPPr algn="l">
              <a:defRPr sz="975" b="0">
                <a:solidFill>
                  <a:srgbClr val="526873"/>
                </a:solidFill>
                <a:latin typeface="DejaVu Sans"/>
                <a:ea typeface="DejaVu Sans"/>
                <a:cs typeface="DejaVu Sans"/>
              </a:defRPr>
            </a:defPPr>
            <a:lvl1pPr algn="l">
              <a:defRPr sz="975" b="0">
                <a:solidFill>
                  <a:srgbClr val="526873"/>
                </a:solidFill>
                <a:latin typeface="DejaVu Sans"/>
                <a:ea typeface="DejaVu Sans"/>
                <a:cs typeface="DejaVu Sans"/>
              </a:defRPr>
            </a:lvl1pPr>
            <a:lvl2pPr algn="l">
              <a:defRPr sz="975" b="0">
                <a:solidFill>
                  <a:srgbClr val="526873"/>
                </a:solidFill>
                <a:latin typeface="DejaVu Sans"/>
                <a:ea typeface="DejaVu Sans"/>
                <a:cs typeface="DejaVu Sans"/>
              </a:defRPr>
            </a:lvl2pPr>
            <a:lvl3pPr algn="l">
              <a:defRPr sz="975" b="0">
                <a:solidFill>
                  <a:srgbClr val="526873"/>
                </a:solidFill>
                <a:latin typeface="DejaVu Sans"/>
                <a:ea typeface="DejaVu Sans"/>
                <a:cs typeface="DejaVu Sans"/>
              </a:defRPr>
            </a:lvl3pPr>
            <a:lvl4pPr algn="l">
              <a:defRPr sz="975" b="0">
                <a:solidFill>
                  <a:srgbClr val="526873"/>
                </a:solidFill>
                <a:latin typeface="DejaVu Sans"/>
                <a:ea typeface="DejaVu Sans"/>
                <a:cs typeface="DejaVu Sans"/>
              </a:defRPr>
            </a:lvl4pPr>
            <a:lvl5pPr algn="l">
              <a:defRPr sz="975" b="0">
                <a:solidFill>
                  <a:srgbClr val="526873"/>
                </a:solidFill>
                <a:latin typeface="DejaVu Sans"/>
                <a:ea typeface="DejaVu Sans"/>
                <a:cs typeface="DejaVu Sans"/>
              </a:defRPr>
            </a:lvl5pPr>
            <a:lvl6pPr algn="l">
              <a:defRPr sz="975" b="0">
                <a:solidFill>
                  <a:srgbClr val="526873"/>
                </a:solidFill>
                <a:latin typeface="DejaVu Sans"/>
                <a:ea typeface="DejaVu Sans"/>
                <a:cs typeface="DejaVu Sans"/>
              </a:defRPr>
            </a:lvl6pPr>
            <a:lvl7pPr algn="l">
              <a:defRPr sz="975" b="0">
                <a:solidFill>
                  <a:srgbClr val="526873"/>
                </a:solidFill>
                <a:latin typeface="DejaVu Sans"/>
                <a:ea typeface="DejaVu Sans"/>
                <a:cs typeface="DejaVu Sans"/>
              </a:defRPr>
            </a:lvl7pPr>
            <a:lvl8pPr algn="l">
              <a:defRPr sz="975" b="0">
                <a:solidFill>
                  <a:srgbClr val="526873"/>
                </a:solidFill>
                <a:latin typeface="DejaVu Sans"/>
                <a:ea typeface="DejaVu Sans"/>
                <a:cs typeface="DejaVu Sans"/>
              </a:defRPr>
            </a:lvl8pPr>
            <a:lvl9pPr algn="l">
              <a:defRPr sz="975" b="0">
                <a:solidFill>
                  <a:srgbClr val="526873"/>
                </a:solidFill>
                <a:latin typeface="DejaVu Sans"/>
                <a:ea typeface="DejaVu Sans"/>
                <a:cs typeface="DejaVu Sans"/>
              </a:defRPr>
            </a:lvl9pPr>
          </a:lstStyle>
          <a:p>
            <a:pPr algn="l">
              <a:defRPr sz="975" b="0">
                <a:solidFill>
                  <a:srgbClr val="526873"/>
                </a:solidFill>
                <a:latin typeface="DejaVu Sans"/>
                <a:ea typeface="DejaVu Sans"/>
                <a:cs typeface="DejaVu Sans"/>
              </a:defRPr>
            </a:pPr>
            <a:r>
              <a:rPr sz="975" b="0">
                <a:solidFill>
                  <a:srgbClr val="526873"/>
                </a:solidFill>
                <a:latin typeface="DejaVu Sans"/>
                <a:ea typeface="DejaVu Sans"/>
                <a:cs typeface="DejaVu Sans"/>
              </a:rPr>
              <a:t>REGIONALIZAÇÃO DE VAZÕES</a:t>
            </a:r>
          </a:p>
        </p:txBody>
      </p:sp>
      <p:sp>
        <p:nvSpPr>
          <p:cNvPr id="6" name="texto">
            <a:extLst>
              <a:ext uri="{FF2B5EF4-FFF2-40B4-BE49-F238E27FC236}">
                <a16:creationId xmlns:a16="http://schemas.microsoft.com/office/drawing/2014/main" id="{F662D1FC-7267-42B6-B101-C5CF036EDD87}"/>
              </a:ext>
            </a:extLst>
          </p:cNvPr>
          <p:cNvSpPr>
            <a:spLocks noGrp="1"/>
          </p:cNvSpPr>
          <p:nvPr/>
        </p:nvSpPr>
        <p:spPr>
          <a:xfrm>
            <a:off x="10620375" y="6534150"/>
            <a:ext cx="962025" cy="209550"/>
          </a:xfrm>
          <a:prstGeom prst="rect">
            <a:avLst/>
          </a:prstGeom>
          <a:noFill/>
          <a:ln w="0">
            <a:noFill/>
            <a:prstDash val="solid"/>
          </a:ln>
        </p:spPr>
        <p:txBody>
          <a:bodyPr wrap="square" lIns="0" tIns="0" rIns="0" bIns="0" anchor="t">
            <a:noAutofit/>
          </a:bodyPr>
          <a:lstStyle>
            <a:defPPr algn="r">
              <a:defRPr sz="1050" b="0">
                <a:solidFill>
                  <a:srgbClr val="526873"/>
                </a:solidFill>
                <a:latin typeface="DejaVu Sans"/>
                <a:ea typeface="DejaVu Sans"/>
                <a:cs typeface="DejaVu Sans"/>
              </a:defRPr>
            </a:defPPr>
            <a:lvl1pPr algn="r">
              <a:defRPr sz="1050" b="0">
                <a:solidFill>
                  <a:srgbClr val="526873"/>
                </a:solidFill>
                <a:latin typeface="DejaVu Sans"/>
                <a:ea typeface="DejaVu Sans"/>
                <a:cs typeface="DejaVu Sans"/>
              </a:defRPr>
            </a:lvl1pPr>
            <a:lvl2pPr algn="r">
              <a:defRPr sz="1050" b="0">
                <a:solidFill>
                  <a:srgbClr val="526873"/>
                </a:solidFill>
                <a:latin typeface="DejaVu Sans"/>
                <a:ea typeface="DejaVu Sans"/>
                <a:cs typeface="DejaVu Sans"/>
              </a:defRPr>
            </a:lvl2pPr>
            <a:lvl3pPr algn="r">
              <a:defRPr sz="1050" b="0">
                <a:solidFill>
                  <a:srgbClr val="526873"/>
                </a:solidFill>
                <a:latin typeface="DejaVu Sans"/>
                <a:ea typeface="DejaVu Sans"/>
                <a:cs typeface="DejaVu Sans"/>
              </a:defRPr>
            </a:lvl3pPr>
            <a:lvl4pPr algn="r">
              <a:defRPr sz="1050" b="0">
                <a:solidFill>
                  <a:srgbClr val="526873"/>
                </a:solidFill>
                <a:latin typeface="DejaVu Sans"/>
                <a:ea typeface="DejaVu Sans"/>
                <a:cs typeface="DejaVu Sans"/>
              </a:defRPr>
            </a:lvl4pPr>
            <a:lvl5pPr algn="r">
              <a:defRPr sz="1050" b="0">
                <a:solidFill>
                  <a:srgbClr val="526873"/>
                </a:solidFill>
                <a:latin typeface="DejaVu Sans"/>
                <a:ea typeface="DejaVu Sans"/>
                <a:cs typeface="DejaVu Sans"/>
              </a:defRPr>
            </a:lvl5pPr>
            <a:lvl6pPr algn="r">
              <a:defRPr sz="1050" b="0">
                <a:solidFill>
                  <a:srgbClr val="526873"/>
                </a:solidFill>
                <a:latin typeface="DejaVu Sans"/>
                <a:ea typeface="DejaVu Sans"/>
                <a:cs typeface="DejaVu Sans"/>
              </a:defRPr>
            </a:lvl6pPr>
            <a:lvl7pPr algn="r">
              <a:defRPr sz="1050" b="0">
                <a:solidFill>
                  <a:srgbClr val="526873"/>
                </a:solidFill>
                <a:latin typeface="DejaVu Sans"/>
                <a:ea typeface="DejaVu Sans"/>
                <a:cs typeface="DejaVu Sans"/>
              </a:defRPr>
            </a:lvl7pPr>
            <a:lvl8pPr algn="r">
              <a:defRPr sz="1050" b="0">
                <a:solidFill>
                  <a:srgbClr val="526873"/>
                </a:solidFill>
                <a:latin typeface="DejaVu Sans"/>
                <a:ea typeface="DejaVu Sans"/>
                <a:cs typeface="DejaVu Sans"/>
              </a:defRPr>
            </a:lvl8pPr>
            <a:lvl9pPr algn="r">
              <a:defRPr sz="1050" b="0">
                <a:solidFill>
                  <a:srgbClr val="526873"/>
                </a:solidFill>
                <a:latin typeface="DejaVu Sans"/>
                <a:ea typeface="DejaVu Sans"/>
                <a:cs typeface="DejaVu Sans"/>
              </a:defRPr>
            </a:lvl9pPr>
          </a:lstStyle>
          <a:p>
            <a:pPr algn="r">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30 / 38</a:t>
            </a:r>
          </a:p>
        </p:txBody>
      </p:sp>
      <p:graphicFrame>
        <p:nvGraphicFramePr>
          <p:cNvPr id="7" name="Table 6">
            <a:extLst>
              <a:ext uri="{FF2B5EF4-FFF2-40B4-BE49-F238E27FC236}">
                <a16:creationId xmlns:a16="http://schemas.microsoft.com/office/drawing/2014/main" id="{27AA9BF8-3B2F-460D-BF6A-F4644B53A5B7}"/>
              </a:ext>
            </a:extLst>
          </p:cNvPr>
          <p:cNvGraphicFramePr/>
          <p:nvPr/>
        </p:nvGraphicFramePr>
        <p:xfrm>
          <a:off x="609600" y="1809750"/>
          <a:ext cx="10972800" cy="3381375"/>
        </p:xfrm>
        <a:graphic>
          <a:graphicData uri="http://schemas.openxmlformats.org/drawingml/2006/table">
            <a:tbl>
              <a:tblPr/>
              <a:tblGrid>
                <a:gridCol w="2228850">
                  <a:extLst>
                    <a:ext uri="{9D8B030D-6E8A-4147-A177-3AD203B41FA5}">
                      <a16:colId xmlns:a16="http://schemas.microsoft.com/office/drawing/2014/main" val="20000"/>
                    </a:ext>
                  </a:extLst>
                </a:gridCol>
                <a:gridCol w="5143500">
                  <a:extLst>
                    <a:ext uri="{9D8B030D-6E8A-4147-A177-3AD203B41FA5}">
                      <a16:colId xmlns:a16="http://schemas.microsoft.com/office/drawing/2014/main" val="20001"/>
                    </a:ext>
                  </a:extLst>
                </a:gridCol>
                <a:gridCol w="3600450">
                  <a:extLst>
                    <a:ext uri="{9D8B030D-6E8A-4147-A177-3AD203B41FA5}">
                      <a16:colId xmlns:a16="http://schemas.microsoft.com/office/drawing/2014/main" val="20002"/>
                    </a:ext>
                  </a:extLst>
                </a:gridCol>
              </a:tblGrid>
              <a:tr h="676275">
                <a:tc>
                  <a:txBody>
                    <a:bodyPr/>
                    <a:lstStyle/>
                    <a:p>
                      <a:pPr algn="l"/>
                      <a:r>
                        <a:rPr sz="1800" b="1">
                          <a:solidFill>
                            <a:srgbClr val="FFFFFF"/>
                          </a:solidFill>
                          <a:latin typeface="DejaVu Sans"/>
                          <a:ea typeface="DejaVu Sans"/>
                          <a:cs typeface="DejaVu Sans"/>
                        </a:rPr>
                        <a:t>Bloco</a:t>
                      </a:r>
                    </a:p>
                  </a:txBody>
                  <a:tcPr anchor="ctr">
                    <a:lnL w="6668">
                      <a:solidFill>
                        <a:srgbClr val="DCE3E3"/>
                      </a:solidFill>
                      <a:prstDash val="solid"/>
                    </a:lnL>
                    <a:lnR w="6668">
                      <a:solidFill>
                        <a:srgbClr val="DCE3E3"/>
                      </a:solidFill>
                      <a:prstDash val="solid"/>
                    </a:lnR>
                    <a:lnT w="6668">
                      <a:solidFill>
                        <a:srgbClr val="DCE3E3"/>
                      </a:solidFill>
                      <a:prstDash val="solid"/>
                    </a:lnT>
                    <a:lnB w="6668">
                      <a:solidFill>
                        <a:srgbClr val="DCE3E3"/>
                      </a:solidFill>
                      <a:prstDash val="solid"/>
                    </a:lnB>
                    <a:solidFill>
                      <a:srgbClr val="123247"/>
                    </a:solidFill>
                  </a:tcPr>
                </a:tc>
                <a:tc>
                  <a:txBody>
                    <a:bodyPr/>
                    <a:lstStyle/>
                    <a:p>
                      <a:pPr algn="l"/>
                      <a:r>
                        <a:rPr sz="1800" b="1">
                          <a:solidFill>
                            <a:srgbClr val="FFFFFF"/>
                          </a:solidFill>
                          <a:latin typeface="DejaVu Sans"/>
                          <a:ea typeface="DejaVu Sans"/>
                          <a:cs typeface="DejaVu Sans"/>
                        </a:rPr>
                        <a:t>Informação</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a:solidFill>
                        <a:srgbClr val="DCE3E3"/>
                      </a:solidFill>
                      <a:prstDash val="solid"/>
                    </a:lnT>
                    <a:lnB w="6668">
                      <a:solidFill>
                        <a:srgbClr val="DCE3E3"/>
                      </a:solidFill>
                      <a:prstDash val="solid"/>
                    </a:lnB>
                    <a:solidFill>
                      <a:srgbClr val="123247"/>
                    </a:solidFill>
                  </a:tcPr>
                </a:tc>
                <a:tc>
                  <a:txBody>
                    <a:bodyPr/>
                    <a:lstStyle/>
                    <a:p>
                      <a:pPr algn="l"/>
                      <a:r>
                        <a:rPr sz="1800" b="1">
                          <a:solidFill>
                            <a:srgbClr val="FFFFFF"/>
                          </a:solidFill>
                          <a:latin typeface="DejaVu Sans"/>
                          <a:ea typeface="DejaVu Sans"/>
                          <a:cs typeface="DejaVu Sans"/>
                        </a:rPr>
                        <a:t>Pergunta</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a:solidFill>
                        <a:srgbClr val="DCE3E3"/>
                      </a:solidFill>
                      <a:prstDash val="solid"/>
                    </a:lnT>
                    <a:lnB w="6668">
                      <a:solidFill>
                        <a:srgbClr val="DCE3E3"/>
                      </a:solidFill>
                      <a:prstDash val="solid"/>
                    </a:lnB>
                    <a:solidFill>
                      <a:srgbClr val="123247"/>
                    </a:solidFill>
                  </a:tcPr>
                </a:tc>
                <a:extLst>
                  <a:ext uri="{0D108BD9-81ED-4DB2-BD59-A6C34878D82A}">
                    <a16:rowId xmlns:a16="http://schemas.microsoft.com/office/drawing/2014/main" val="10000"/>
                  </a:ext>
                </a:extLst>
              </a:tr>
              <a:tr h="676275">
                <a:tc>
                  <a:txBody>
                    <a:bodyPr/>
                    <a:lstStyle/>
                    <a:p>
                      <a:pPr algn="l"/>
                      <a:r>
                        <a:rPr sz="1800" b="0">
                          <a:solidFill>
                            <a:srgbClr val="193647"/>
                          </a:solidFill>
                          <a:latin typeface="DejaVu Sans"/>
                          <a:ea typeface="DejaVu Sans"/>
                          <a:cs typeface="DejaVu Sans"/>
                        </a:rPr>
                        <a:t>Agrupamento</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1800" b="0">
                          <a:solidFill>
                            <a:srgbClr val="193647"/>
                          </a:solidFill>
                          <a:latin typeface="DejaVu Sans"/>
                          <a:ea typeface="DejaVu Sans"/>
                          <a:cs typeface="DejaVu Sans"/>
                        </a:rPr>
                        <a:t>K-means e Ward; K = 3</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1800" b="0">
                          <a:solidFill>
                            <a:srgbClr val="193647"/>
                          </a:solidFill>
                          <a:latin typeface="DejaVu Sans"/>
                          <a:ea typeface="DejaVu Sans"/>
                          <a:cs typeface="DejaVu Sans"/>
                        </a:rPr>
                        <a:t>São quantas técnicas</a:t>
                      </a:r>
                    </a:p>
                    <a:p>
                      <a:pPr algn="l"/>
                      <a:r>
                        <a:rPr sz="1800" b="0">
                          <a:solidFill>
                            <a:srgbClr val="193647"/>
                          </a:solidFill>
                          <a:latin typeface="DejaVu Sans"/>
                          <a:ea typeface="DejaVu Sans"/>
                          <a:cs typeface="DejaVu Sans"/>
                        </a:rPr>
                        <a:t>e quantas regiões?</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extLst>
                  <a:ext uri="{0D108BD9-81ED-4DB2-BD59-A6C34878D82A}">
                    <a16:rowId xmlns:a16="http://schemas.microsoft.com/office/drawing/2014/main" val="10001"/>
                  </a:ext>
                </a:extLst>
              </a:tr>
              <a:tr h="676275">
                <a:tc>
                  <a:txBody>
                    <a:bodyPr/>
                    <a:lstStyle/>
                    <a:p>
                      <a:pPr algn="l"/>
                      <a:r>
                        <a:rPr sz="1800" b="0">
                          <a:solidFill>
                            <a:srgbClr val="193647"/>
                          </a:solidFill>
                          <a:latin typeface="DejaVu Sans"/>
                          <a:ea typeface="DejaVu Sans"/>
                          <a:cs typeface="DejaVu Sans"/>
                        </a:rPr>
                        <a:t>Homogeneidade</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1800" b="0">
                          <a:solidFill>
                            <a:srgbClr val="193647"/>
                          </a:solidFill>
                          <a:latin typeface="DejaVu Sans"/>
                          <a:ea typeface="DejaVu Sans"/>
                          <a:cs typeface="DejaVu Sans"/>
                        </a:rPr>
                        <a:t>Vobs = 0,04189; μV = 0,02324;</a:t>
                      </a:r>
                    </a:p>
                    <a:p>
                      <a:pPr algn="l"/>
                      <a:r>
                        <a:rPr sz="1800" b="0">
                          <a:solidFill>
                            <a:srgbClr val="193647"/>
                          </a:solidFill>
                          <a:latin typeface="DejaVu Sans"/>
                          <a:ea typeface="DejaVu Sans"/>
                          <a:cs typeface="DejaVu Sans"/>
                        </a:rPr>
                        <a:t>σV = 0,00533</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1800" b="0">
                          <a:solidFill>
                            <a:srgbClr val="193647"/>
                          </a:solidFill>
                          <a:latin typeface="DejaVu Sans"/>
                          <a:ea typeface="DejaVu Sans"/>
                          <a:cs typeface="DejaVu Sans"/>
                        </a:rPr>
                        <a:t>Calcular H₁ e interpretar.</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extLst>
                  <a:ext uri="{0D108BD9-81ED-4DB2-BD59-A6C34878D82A}">
                    <a16:rowId xmlns:a16="http://schemas.microsoft.com/office/drawing/2014/main" val="10002"/>
                  </a:ext>
                </a:extLst>
              </a:tr>
              <a:tr h="676275">
                <a:tc>
                  <a:txBody>
                    <a:bodyPr/>
                    <a:lstStyle/>
                    <a:p>
                      <a:pPr algn="l"/>
                      <a:r>
                        <a:rPr sz="1800" b="0">
                          <a:solidFill>
                            <a:srgbClr val="193647"/>
                          </a:solidFill>
                          <a:latin typeface="DejaVu Sans"/>
                          <a:ea typeface="DejaVu Sans"/>
                          <a:cs typeface="DejaVu Sans"/>
                        </a:rPr>
                        <a:t>Máximas</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1800" b="0">
                          <a:solidFill>
                            <a:srgbClr val="193647"/>
                          </a:solidFill>
                          <a:latin typeface="DejaVu Sans"/>
                          <a:ea typeface="DejaVu Sans"/>
                          <a:cs typeface="DejaVu Sans"/>
                        </a:rPr>
                        <a:t>μ̂ = 79,78 m³/s; gᴿ(50) = 1,7937</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tc>
                  <a:txBody>
                    <a:bodyPr/>
                    <a:lstStyle/>
                    <a:p>
                      <a:pPr algn="l"/>
                      <a:r>
                        <a:rPr sz="1800" b="0">
                          <a:solidFill>
                            <a:srgbClr val="193647"/>
                          </a:solidFill>
                          <a:latin typeface="DejaVu Sans"/>
                          <a:ea typeface="DejaVu Sans"/>
                          <a:cs typeface="DejaVu Sans"/>
                        </a:rPr>
                        <a:t>Estimar Q̂(50).</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FFFFFF"/>
                    </a:solidFill>
                  </a:tcPr>
                </a:tc>
                <a:extLst>
                  <a:ext uri="{0D108BD9-81ED-4DB2-BD59-A6C34878D82A}">
                    <a16:rowId xmlns:a16="http://schemas.microsoft.com/office/drawing/2014/main" val="10003"/>
                  </a:ext>
                </a:extLst>
              </a:tr>
              <a:tr h="676275">
                <a:tc>
                  <a:txBody>
                    <a:bodyPr/>
                    <a:lstStyle/>
                    <a:p>
                      <a:pPr algn="l"/>
                      <a:r>
                        <a:rPr sz="1800" b="0">
                          <a:solidFill>
                            <a:srgbClr val="193647"/>
                          </a:solidFill>
                          <a:latin typeface="DejaVu Sans"/>
                          <a:ea typeface="DejaVu Sans"/>
                          <a:cs typeface="DejaVu Sans"/>
                        </a:rPr>
                        <a:t>Referência</a:t>
                      </a:r>
                    </a:p>
                  </a:txBody>
                  <a:tcPr anchor="ctr">
                    <a:lnL w="6668">
                      <a:solidFill>
                        <a:srgbClr val="DCE3E3"/>
                      </a:solidFill>
                      <a:prstDash val="soli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1800" b="0">
                          <a:solidFill>
                            <a:srgbClr val="193647"/>
                          </a:solidFill>
                          <a:latin typeface="DejaVu Sans"/>
                          <a:ea typeface="DejaVu Sans"/>
                          <a:cs typeface="DejaVu Sans"/>
                        </a:rPr>
                        <a:t>Q90 = 8,62 m³/s</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tc>
                  <a:txBody>
                    <a:bodyPr/>
                    <a:lstStyle/>
                    <a:p>
                      <a:pPr algn="l"/>
                      <a:r>
                        <a:rPr sz="1800" b="0">
                          <a:solidFill>
                            <a:srgbClr val="193647"/>
                          </a:solidFill>
                          <a:latin typeface="DejaVu Sans"/>
                          <a:ea typeface="DejaVu Sans"/>
                          <a:cs typeface="DejaVu Sans"/>
                        </a:rPr>
                        <a:t>Interpretar 90 e indicar</a:t>
                      </a:r>
                    </a:p>
                    <a:p>
                      <a:pPr algn="l"/>
                      <a:r>
                        <a:rPr sz="1800" b="0">
                          <a:solidFill>
                            <a:srgbClr val="193647"/>
                          </a:solidFill>
                          <a:latin typeface="DejaVu Sans"/>
                          <a:ea typeface="DejaVu Sans"/>
                          <a:cs typeface="DejaVu Sans"/>
                        </a:rPr>
                        <a:t>a resposta da regressão.</a:t>
                      </a:r>
                    </a:p>
                  </a:txBody>
                  <a:tcPr anchor="ctr">
                    <a:lnL w="6668" cap="flat" cmpd="sng" algn="ctr">
                      <a:solidFill>
                        <a:srgbClr val="DCE3E3"/>
                      </a:solidFill>
                      <a:prstDash val="solid"/>
                      <a:round/>
                      <a:headEnd type="none" w="med" len="med"/>
                      <a:tailEnd type="none" w="med" len="med"/>
                    </a:lnL>
                    <a:lnR w="6668">
                      <a:solidFill>
                        <a:srgbClr val="DCE3E3"/>
                      </a:solidFill>
                      <a:prstDash val="solid"/>
                    </a:lnR>
                    <a:lnT w="6668" cap="flat" cmpd="sng" algn="ctr">
                      <a:solidFill>
                        <a:srgbClr val="DCE3E3"/>
                      </a:solidFill>
                      <a:prstDash val="solid"/>
                      <a:round/>
                      <a:headEnd type="none" w="med" len="med"/>
                      <a:tailEnd type="none" w="med" len="med"/>
                    </a:lnT>
                    <a:lnB w="6668">
                      <a:solidFill>
                        <a:srgbClr val="DCE3E3"/>
                      </a:solidFill>
                      <a:prstDash val="solid"/>
                    </a:lnB>
                    <a:solidFill>
                      <a:srgbClr val="EAF2F1"/>
                    </a:solidFill>
                  </a:tcPr>
                </a:tc>
                <a:extLst>
                  <a:ext uri="{0D108BD9-81ED-4DB2-BD59-A6C34878D82A}">
                    <a16:rowId xmlns:a16="http://schemas.microsoft.com/office/drawing/2014/main" val="10004"/>
                  </a:ext>
                </a:extLst>
              </a:tr>
            </a:tbl>
          </a:graphicData>
        </a:graphic>
      </p:graphicFrame>
      <p:sp>
        <p:nvSpPr>
          <p:cNvPr id="8" name="texto">
            <a:extLst>
              <a:ext uri="{FF2B5EF4-FFF2-40B4-BE49-F238E27FC236}">
                <a16:creationId xmlns:a16="http://schemas.microsoft.com/office/drawing/2014/main" id="{528D0706-2B3F-4E18-AD5A-A75ACFA568B2}"/>
              </a:ext>
            </a:extLst>
          </p:cNvPr>
          <p:cNvSpPr>
            <a:spLocks noGrp="1"/>
          </p:cNvSpPr>
          <p:nvPr/>
        </p:nvSpPr>
        <p:spPr>
          <a:xfrm>
            <a:off x="609600" y="5591175"/>
            <a:ext cx="10972800" cy="457200"/>
          </a:xfrm>
          <a:prstGeom prst="rect">
            <a:avLst/>
          </a:prstGeom>
          <a:noFill/>
          <a:ln w="0">
            <a:noFill/>
            <a:prstDash val="solid"/>
          </a:ln>
        </p:spPr>
        <p:txBody>
          <a:bodyPr wrap="square" lIns="0" tIns="0" rIns="0" bIns="0" anchor="t">
            <a:noAutofit/>
          </a:bodyPr>
          <a:lstStyle>
            <a:defPPr algn="l">
              <a:defRPr sz="2100" b="1">
                <a:solidFill>
                  <a:srgbClr val="087F88"/>
                </a:solidFill>
                <a:latin typeface="DejaVu Sans"/>
                <a:ea typeface="DejaVu Sans"/>
                <a:cs typeface="DejaVu Sans"/>
              </a:defRPr>
            </a:defPPr>
            <a:lvl1pPr algn="l">
              <a:defRPr sz="2100" b="1">
                <a:solidFill>
                  <a:srgbClr val="087F88"/>
                </a:solidFill>
                <a:latin typeface="DejaVu Sans"/>
                <a:ea typeface="DejaVu Sans"/>
                <a:cs typeface="DejaVu Sans"/>
              </a:defRPr>
            </a:lvl1pPr>
            <a:lvl2pPr algn="l">
              <a:defRPr sz="2100" b="1">
                <a:solidFill>
                  <a:srgbClr val="087F88"/>
                </a:solidFill>
                <a:latin typeface="DejaVu Sans"/>
                <a:ea typeface="DejaVu Sans"/>
                <a:cs typeface="DejaVu Sans"/>
              </a:defRPr>
            </a:lvl2pPr>
            <a:lvl3pPr algn="l">
              <a:defRPr sz="2100" b="1">
                <a:solidFill>
                  <a:srgbClr val="087F88"/>
                </a:solidFill>
                <a:latin typeface="DejaVu Sans"/>
                <a:ea typeface="DejaVu Sans"/>
                <a:cs typeface="DejaVu Sans"/>
              </a:defRPr>
            </a:lvl3pPr>
            <a:lvl4pPr algn="l">
              <a:defRPr sz="2100" b="1">
                <a:solidFill>
                  <a:srgbClr val="087F88"/>
                </a:solidFill>
                <a:latin typeface="DejaVu Sans"/>
                <a:ea typeface="DejaVu Sans"/>
                <a:cs typeface="DejaVu Sans"/>
              </a:defRPr>
            </a:lvl4pPr>
            <a:lvl5pPr algn="l">
              <a:defRPr sz="2100" b="1">
                <a:solidFill>
                  <a:srgbClr val="087F88"/>
                </a:solidFill>
                <a:latin typeface="DejaVu Sans"/>
                <a:ea typeface="DejaVu Sans"/>
                <a:cs typeface="DejaVu Sans"/>
              </a:defRPr>
            </a:lvl5pPr>
            <a:lvl6pPr algn="l">
              <a:defRPr sz="2100" b="1">
                <a:solidFill>
                  <a:srgbClr val="087F88"/>
                </a:solidFill>
                <a:latin typeface="DejaVu Sans"/>
                <a:ea typeface="DejaVu Sans"/>
                <a:cs typeface="DejaVu Sans"/>
              </a:defRPr>
            </a:lvl6pPr>
            <a:lvl7pPr algn="l">
              <a:defRPr sz="2100" b="1">
                <a:solidFill>
                  <a:srgbClr val="087F88"/>
                </a:solidFill>
                <a:latin typeface="DejaVu Sans"/>
                <a:ea typeface="DejaVu Sans"/>
                <a:cs typeface="DejaVu Sans"/>
              </a:defRPr>
            </a:lvl7pPr>
            <a:lvl8pPr algn="l">
              <a:defRPr sz="2100" b="1">
                <a:solidFill>
                  <a:srgbClr val="087F88"/>
                </a:solidFill>
                <a:latin typeface="DejaVu Sans"/>
                <a:ea typeface="DejaVu Sans"/>
                <a:cs typeface="DejaVu Sans"/>
              </a:defRPr>
            </a:lvl8pPr>
            <a:lvl9pPr algn="l">
              <a:defRPr sz="2100" b="1">
                <a:solidFill>
                  <a:srgbClr val="087F88"/>
                </a:solidFill>
                <a:latin typeface="DejaVu Sans"/>
                <a:ea typeface="DejaVu Sans"/>
                <a:cs typeface="DejaVu Sans"/>
              </a:defRPr>
            </a:lvl9pPr>
          </a:lstStyle>
          <a:p>
            <a:pPr algn="l">
              <a:defRPr sz="2100" b="1">
                <a:solidFill>
                  <a:srgbClr val="087F88"/>
                </a:solidFill>
                <a:latin typeface="DejaVu Sans"/>
                <a:ea typeface="DejaVu Sans"/>
                <a:cs typeface="DejaVu Sans"/>
              </a:defRPr>
            </a:pPr>
            <a:r>
              <a:rPr sz="2100" b="1">
                <a:solidFill>
                  <a:srgbClr val="087F88"/>
                </a:solidFill>
                <a:latin typeface="DejaVu Sans"/>
                <a:ea typeface="DejaVu Sans"/>
                <a:cs typeface="DejaVu Sans"/>
              </a:rPr>
              <a:t>O que precisaria ser refeito para validar em uma bacia sem posto?</a:t>
            </a:r>
          </a:p>
        </p:txBody>
      </p:sp>
    </p:spTree>
    <p:extLst>
      <p:ext uri="{BB962C8B-B14F-4D97-AF65-F5344CB8AC3E}">
        <p14:creationId xmlns:p14="http://schemas.microsoft.com/office/powerpoint/2010/main" val="9926193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4" name="texto">
            <a:extLst>
              <a:ext uri="{FF2B5EF4-FFF2-40B4-BE49-F238E27FC236}">
                <a16:creationId xmlns:a16="http://schemas.microsoft.com/office/drawing/2014/main" id="{C6108B1D-4C7E-4D4F-B55A-0AA32E13FD80}"/>
              </a:ext>
            </a:extLst>
          </p:cNvPr>
          <p:cNvSpPr>
            <a:spLocks noGrp="1"/>
          </p:cNvSpPr>
          <p:nvPr/>
        </p:nvSpPr>
        <p:spPr>
          <a:xfrm>
            <a:off x="609600" y="285750"/>
            <a:ext cx="10668000" cy="247650"/>
          </a:xfrm>
          <a:prstGeom prst="rect">
            <a:avLst/>
          </a:prstGeom>
          <a:noFill/>
          <a:ln w="0">
            <a:noFill/>
            <a:prstDash val="solid"/>
          </a:ln>
        </p:spPr>
        <p:txBody>
          <a:bodyPr wrap="square" lIns="0" tIns="0" rIns="0" bIns="0" anchor="t">
            <a:noAutofit/>
          </a:bodyPr>
          <a:lstStyle>
            <a:defPPr algn="l">
              <a:defRPr sz="1275" b="1">
                <a:solidFill>
                  <a:srgbClr val="087F88"/>
                </a:solidFill>
                <a:latin typeface="DejaVu Sans"/>
                <a:ea typeface="DejaVu Sans"/>
                <a:cs typeface="DejaVu Sans"/>
              </a:defRPr>
            </a:defPPr>
            <a:lvl1pPr algn="l">
              <a:defRPr sz="1275" b="1">
                <a:solidFill>
                  <a:srgbClr val="087F88"/>
                </a:solidFill>
                <a:latin typeface="DejaVu Sans"/>
                <a:ea typeface="DejaVu Sans"/>
                <a:cs typeface="DejaVu Sans"/>
              </a:defRPr>
            </a:lvl1pPr>
            <a:lvl2pPr algn="l">
              <a:defRPr sz="1275" b="1">
                <a:solidFill>
                  <a:srgbClr val="087F88"/>
                </a:solidFill>
                <a:latin typeface="DejaVu Sans"/>
                <a:ea typeface="DejaVu Sans"/>
                <a:cs typeface="DejaVu Sans"/>
              </a:defRPr>
            </a:lvl2pPr>
            <a:lvl3pPr algn="l">
              <a:defRPr sz="1275" b="1">
                <a:solidFill>
                  <a:srgbClr val="087F88"/>
                </a:solidFill>
                <a:latin typeface="DejaVu Sans"/>
                <a:ea typeface="DejaVu Sans"/>
                <a:cs typeface="DejaVu Sans"/>
              </a:defRPr>
            </a:lvl3pPr>
            <a:lvl4pPr algn="l">
              <a:defRPr sz="1275" b="1">
                <a:solidFill>
                  <a:srgbClr val="087F88"/>
                </a:solidFill>
                <a:latin typeface="DejaVu Sans"/>
                <a:ea typeface="DejaVu Sans"/>
                <a:cs typeface="DejaVu Sans"/>
              </a:defRPr>
            </a:lvl4pPr>
            <a:lvl5pPr algn="l">
              <a:defRPr sz="1275" b="1">
                <a:solidFill>
                  <a:srgbClr val="087F88"/>
                </a:solidFill>
                <a:latin typeface="DejaVu Sans"/>
                <a:ea typeface="DejaVu Sans"/>
                <a:cs typeface="DejaVu Sans"/>
              </a:defRPr>
            </a:lvl5pPr>
            <a:lvl6pPr algn="l">
              <a:defRPr sz="1275" b="1">
                <a:solidFill>
                  <a:srgbClr val="087F88"/>
                </a:solidFill>
                <a:latin typeface="DejaVu Sans"/>
                <a:ea typeface="DejaVu Sans"/>
                <a:cs typeface="DejaVu Sans"/>
              </a:defRPr>
            </a:lvl6pPr>
            <a:lvl7pPr algn="l">
              <a:defRPr sz="1275" b="1">
                <a:solidFill>
                  <a:srgbClr val="087F88"/>
                </a:solidFill>
                <a:latin typeface="DejaVu Sans"/>
                <a:ea typeface="DejaVu Sans"/>
                <a:cs typeface="DejaVu Sans"/>
              </a:defRPr>
            </a:lvl7pPr>
            <a:lvl8pPr algn="l">
              <a:defRPr sz="1275" b="1">
                <a:solidFill>
                  <a:srgbClr val="087F88"/>
                </a:solidFill>
                <a:latin typeface="DejaVu Sans"/>
                <a:ea typeface="DejaVu Sans"/>
                <a:cs typeface="DejaVu Sans"/>
              </a:defRPr>
            </a:lvl8pPr>
            <a:lvl9pPr algn="l">
              <a:defRPr sz="1275" b="1">
                <a:solidFill>
                  <a:srgbClr val="087F88"/>
                </a:solidFill>
                <a:latin typeface="DejaVu Sans"/>
                <a:ea typeface="DejaVu Sans"/>
                <a:cs typeface="DejaVu Sans"/>
              </a:defRPr>
            </a:lvl9pPr>
          </a:lstStyle>
          <a:p>
            <a:pPr algn="l">
              <a:defRPr sz="1275" b="1">
                <a:solidFill>
                  <a:srgbClr val="087F88"/>
                </a:solidFill>
                <a:latin typeface="DejaVu Sans"/>
                <a:ea typeface="DejaVu Sans"/>
                <a:cs typeface="DejaVu Sans"/>
              </a:defRPr>
            </a:pPr>
            <a:r>
              <a:rPr sz="1275" b="1">
                <a:solidFill>
                  <a:srgbClr val="087F88"/>
                </a:solidFill>
                <a:latin typeface="DejaVu Sans"/>
                <a:ea typeface="DejaVu Sans"/>
                <a:cs typeface="DejaVu Sans"/>
              </a:rPr>
              <a:t>EXERCÍCIO · GABARITO COMENTADO</a:t>
            </a:r>
          </a:p>
        </p:txBody>
      </p:sp>
      <p:sp>
        <p:nvSpPr>
          <p:cNvPr id="2" name="texto">
            <a:extLst>
              <a:ext uri="{FF2B5EF4-FFF2-40B4-BE49-F238E27FC236}">
                <a16:creationId xmlns:a16="http://schemas.microsoft.com/office/drawing/2014/main" id="{06341BA7-7573-456D-A5CF-758147C366AC}"/>
              </a:ext>
            </a:extLst>
          </p:cNvPr>
          <p:cNvSpPr>
            <a:spLocks noGrp="1"/>
          </p:cNvSpPr>
          <p:nvPr/>
        </p:nvSpPr>
        <p:spPr>
          <a:xfrm>
            <a:off x="609600" y="685800"/>
            <a:ext cx="10972800" cy="1028700"/>
          </a:xfrm>
          <a:prstGeom prst="rect">
            <a:avLst/>
          </a:prstGeom>
          <a:noFill/>
          <a:ln w="0">
            <a:noFill/>
            <a:prstDash val="solid"/>
          </a:ln>
        </p:spPr>
        <p:txBody>
          <a:bodyPr wrap="square" lIns="0" tIns="0" rIns="0" bIns="0" anchor="t">
            <a:noAutofit/>
          </a:bodyPr>
          <a:lstStyle>
            <a:defPPr algn="l">
              <a:defRPr sz="3225" b="1">
                <a:solidFill>
                  <a:srgbClr val="123247"/>
                </a:solidFill>
                <a:latin typeface="DejaVu Sans"/>
                <a:ea typeface="DejaVu Sans"/>
                <a:cs typeface="DejaVu Sans"/>
              </a:defRPr>
            </a:defPPr>
            <a:lvl1pPr algn="l">
              <a:defRPr sz="3225" b="1">
                <a:solidFill>
                  <a:srgbClr val="123247"/>
                </a:solidFill>
                <a:latin typeface="DejaVu Sans"/>
                <a:ea typeface="DejaVu Sans"/>
                <a:cs typeface="DejaVu Sans"/>
              </a:defRPr>
            </a:lvl1pPr>
            <a:lvl2pPr algn="l">
              <a:defRPr sz="3225" b="1">
                <a:solidFill>
                  <a:srgbClr val="123247"/>
                </a:solidFill>
                <a:latin typeface="DejaVu Sans"/>
                <a:ea typeface="DejaVu Sans"/>
                <a:cs typeface="DejaVu Sans"/>
              </a:defRPr>
            </a:lvl2pPr>
            <a:lvl3pPr algn="l">
              <a:defRPr sz="3225" b="1">
                <a:solidFill>
                  <a:srgbClr val="123247"/>
                </a:solidFill>
                <a:latin typeface="DejaVu Sans"/>
                <a:ea typeface="DejaVu Sans"/>
                <a:cs typeface="DejaVu Sans"/>
              </a:defRPr>
            </a:lvl3pPr>
            <a:lvl4pPr algn="l">
              <a:defRPr sz="3225" b="1">
                <a:solidFill>
                  <a:srgbClr val="123247"/>
                </a:solidFill>
                <a:latin typeface="DejaVu Sans"/>
                <a:ea typeface="DejaVu Sans"/>
                <a:cs typeface="DejaVu Sans"/>
              </a:defRPr>
            </a:lvl4pPr>
            <a:lvl5pPr algn="l">
              <a:defRPr sz="3225" b="1">
                <a:solidFill>
                  <a:srgbClr val="123247"/>
                </a:solidFill>
                <a:latin typeface="DejaVu Sans"/>
                <a:ea typeface="DejaVu Sans"/>
                <a:cs typeface="DejaVu Sans"/>
              </a:defRPr>
            </a:lvl5pPr>
            <a:lvl6pPr algn="l">
              <a:defRPr sz="3225" b="1">
                <a:solidFill>
                  <a:srgbClr val="123247"/>
                </a:solidFill>
                <a:latin typeface="DejaVu Sans"/>
                <a:ea typeface="DejaVu Sans"/>
                <a:cs typeface="DejaVu Sans"/>
              </a:defRPr>
            </a:lvl6pPr>
            <a:lvl7pPr algn="l">
              <a:defRPr sz="3225" b="1">
                <a:solidFill>
                  <a:srgbClr val="123247"/>
                </a:solidFill>
                <a:latin typeface="DejaVu Sans"/>
                <a:ea typeface="DejaVu Sans"/>
                <a:cs typeface="DejaVu Sans"/>
              </a:defRPr>
            </a:lvl7pPr>
            <a:lvl8pPr algn="l">
              <a:defRPr sz="3225" b="1">
                <a:solidFill>
                  <a:srgbClr val="123247"/>
                </a:solidFill>
                <a:latin typeface="DejaVu Sans"/>
                <a:ea typeface="DejaVu Sans"/>
                <a:cs typeface="DejaVu Sans"/>
              </a:defRPr>
            </a:lvl8pPr>
            <a:lvl9pPr algn="l">
              <a:defRPr sz="3225" b="1">
                <a:solidFill>
                  <a:srgbClr val="123247"/>
                </a:solidFill>
                <a:latin typeface="DejaVu Sans"/>
                <a:ea typeface="DejaVu Sans"/>
                <a:cs typeface="DejaVu Sans"/>
              </a:defRPr>
            </a:lvl9pPr>
          </a:lstStyle>
          <a:p>
            <a:pPr algn="l">
              <a:defRPr sz="3225" b="1">
                <a:solidFill>
                  <a:srgbClr val="123247"/>
                </a:solidFill>
                <a:latin typeface="DejaVu Sans"/>
                <a:ea typeface="DejaVu Sans"/>
                <a:cs typeface="DejaVu Sans"/>
              </a:defRPr>
            </a:pPr>
            <a:r>
              <a:rPr sz="3225" b="1">
                <a:solidFill>
                  <a:srgbClr val="123247"/>
                </a:solidFill>
                <a:latin typeface="DejaVu Sans"/>
                <a:ea typeface="DejaVu Sans"/>
                <a:cs typeface="DejaVu Sans"/>
              </a:rPr>
              <a:t>Discussão das respostas</a:t>
            </a:r>
          </a:p>
        </p:txBody>
      </p:sp>
      <p:sp>
        <p:nvSpPr>
          <p:cNvPr id="3" name="Straight Connector 2">
            <a:extLst>
              <a:ext uri="{FF2B5EF4-FFF2-40B4-BE49-F238E27FC236}">
                <a16:creationId xmlns:a16="http://schemas.microsoft.com/office/drawing/2014/main" id="{07D461E2-F681-4F2D-AEE8-A60101F63A60}"/>
              </a:ext>
            </a:extLst>
          </p:cNvPr>
          <p:cNvSpPr>
            <a:spLocks noGrp="1"/>
          </p:cNvSpPr>
          <p:nvPr/>
        </p:nvSpPr>
        <p:spPr>
          <a:xfrm>
            <a:off x="609600" y="6438900"/>
            <a:ext cx="10972800" cy="0"/>
          </a:xfrm>
          <a:prstGeom prst="line">
            <a:avLst/>
          </a:prstGeom>
          <a:noFill/>
          <a:ln w="9525">
            <a:solidFill>
              <a:srgbClr val="DCE3E3"/>
            </a:solidFill>
            <a:prstDash val="solid"/>
          </a:ln>
        </p:spPr>
        <p:txBody>
          <a:bodyPr/>
          <a:lstStyle/>
          <a:p>
            <a:endParaRPr lang="en-GB"/>
          </a:p>
        </p:txBody>
      </p:sp>
      <p:sp>
        <p:nvSpPr>
          <p:cNvPr id="4" name="texto">
            <a:extLst>
              <a:ext uri="{FF2B5EF4-FFF2-40B4-BE49-F238E27FC236}">
                <a16:creationId xmlns:a16="http://schemas.microsoft.com/office/drawing/2014/main" id="{386AF769-CA9D-42CB-997C-1E9E246F377E}"/>
              </a:ext>
            </a:extLst>
          </p:cNvPr>
          <p:cNvSpPr>
            <a:spLocks noGrp="1"/>
          </p:cNvSpPr>
          <p:nvPr/>
        </p:nvSpPr>
        <p:spPr>
          <a:xfrm>
            <a:off x="609600" y="6543675"/>
            <a:ext cx="8572500" cy="190500"/>
          </a:xfrm>
          <a:prstGeom prst="rect">
            <a:avLst/>
          </a:prstGeom>
          <a:noFill/>
          <a:ln w="0">
            <a:noFill/>
            <a:prstDash val="solid"/>
          </a:ln>
        </p:spPr>
        <p:txBody>
          <a:bodyPr wrap="square" lIns="0" tIns="0" rIns="0" bIns="0" anchor="t">
            <a:noAutofit/>
          </a:bodyPr>
          <a:lstStyle>
            <a:defPPr algn="l">
              <a:defRPr sz="975" b="0">
                <a:solidFill>
                  <a:srgbClr val="526873"/>
                </a:solidFill>
                <a:latin typeface="DejaVu Sans"/>
                <a:ea typeface="DejaVu Sans"/>
                <a:cs typeface="DejaVu Sans"/>
              </a:defRPr>
            </a:defPPr>
            <a:lvl1pPr algn="l">
              <a:defRPr sz="975" b="0">
                <a:solidFill>
                  <a:srgbClr val="526873"/>
                </a:solidFill>
                <a:latin typeface="DejaVu Sans"/>
                <a:ea typeface="DejaVu Sans"/>
                <a:cs typeface="DejaVu Sans"/>
              </a:defRPr>
            </a:lvl1pPr>
            <a:lvl2pPr algn="l">
              <a:defRPr sz="975" b="0">
                <a:solidFill>
                  <a:srgbClr val="526873"/>
                </a:solidFill>
                <a:latin typeface="DejaVu Sans"/>
                <a:ea typeface="DejaVu Sans"/>
                <a:cs typeface="DejaVu Sans"/>
              </a:defRPr>
            </a:lvl2pPr>
            <a:lvl3pPr algn="l">
              <a:defRPr sz="975" b="0">
                <a:solidFill>
                  <a:srgbClr val="526873"/>
                </a:solidFill>
                <a:latin typeface="DejaVu Sans"/>
                <a:ea typeface="DejaVu Sans"/>
                <a:cs typeface="DejaVu Sans"/>
              </a:defRPr>
            </a:lvl3pPr>
            <a:lvl4pPr algn="l">
              <a:defRPr sz="975" b="0">
                <a:solidFill>
                  <a:srgbClr val="526873"/>
                </a:solidFill>
                <a:latin typeface="DejaVu Sans"/>
                <a:ea typeface="DejaVu Sans"/>
                <a:cs typeface="DejaVu Sans"/>
              </a:defRPr>
            </a:lvl4pPr>
            <a:lvl5pPr algn="l">
              <a:defRPr sz="975" b="0">
                <a:solidFill>
                  <a:srgbClr val="526873"/>
                </a:solidFill>
                <a:latin typeface="DejaVu Sans"/>
                <a:ea typeface="DejaVu Sans"/>
                <a:cs typeface="DejaVu Sans"/>
              </a:defRPr>
            </a:lvl5pPr>
            <a:lvl6pPr algn="l">
              <a:defRPr sz="975" b="0">
                <a:solidFill>
                  <a:srgbClr val="526873"/>
                </a:solidFill>
                <a:latin typeface="DejaVu Sans"/>
                <a:ea typeface="DejaVu Sans"/>
                <a:cs typeface="DejaVu Sans"/>
              </a:defRPr>
            </a:lvl6pPr>
            <a:lvl7pPr algn="l">
              <a:defRPr sz="975" b="0">
                <a:solidFill>
                  <a:srgbClr val="526873"/>
                </a:solidFill>
                <a:latin typeface="DejaVu Sans"/>
                <a:ea typeface="DejaVu Sans"/>
                <a:cs typeface="DejaVu Sans"/>
              </a:defRPr>
            </a:lvl7pPr>
            <a:lvl8pPr algn="l">
              <a:defRPr sz="975" b="0">
                <a:solidFill>
                  <a:srgbClr val="526873"/>
                </a:solidFill>
                <a:latin typeface="DejaVu Sans"/>
                <a:ea typeface="DejaVu Sans"/>
                <a:cs typeface="DejaVu Sans"/>
              </a:defRPr>
            </a:lvl8pPr>
            <a:lvl9pPr algn="l">
              <a:defRPr sz="975" b="0">
                <a:solidFill>
                  <a:srgbClr val="526873"/>
                </a:solidFill>
                <a:latin typeface="DejaVu Sans"/>
                <a:ea typeface="DejaVu Sans"/>
                <a:cs typeface="DejaVu Sans"/>
              </a:defRPr>
            </a:lvl9pPr>
          </a:lstStyle>
          <a:p>
            <a:pPr algn="l">
              <a:defRPr sz="975" b="0">
                <a:solidFill>
                  <a:srgbClr val="526873"/>
                </a:solidFill>
                <a:latin typeface="DejaVu Sans"/>
                <a:ea typeface="DejaVu Sans"/>
                <a:cs typeface="DejaVu Sans"/>
              </a:defRPr>
            </a:pPr>
            <a:r>
              <a:rPr sz="975" b="0">
                <a:solidFill>
                  <a:srgbClr val="526873"/>
                </a:solidFill>
                <a:latin typeface="DejaVu Sans"/>
                <a:ea typeface="DejaVu Sans"/>
                <a:cs typeface="DejaVu Sans"/>
              </a:rPr>
              <a:t>REGIONALIZAÇÃO DE VAZÕES</a:t>
            </a:r>
          </a:p>
        </p:txBody>
      </p:sp>
      <p:sp>
        <p:nvSpPr>
          <p:cNvPr id="5" name="texto">
            <a:extLst>
              <a:ext uri="{FF2B5EF4-FFF2-40B4-BE49-F238E27FC236}">
                <a16:creationId xmlns:a16="http://schemas.microsoft.com/office/drawing/2014/main" id="{BDEB0C47-88DE-4DCE-B686-E6CD95FFA331}"/>
              </a:ext>
            </a:extLst>
          </p:cNvPr>
          <p:cNvSpPr>
            <a:spLocks noGrp="1"/>
          </p:cNvSpPr>
          <p:nvPr/>
        </p:nvSpPr>
        <p:spPr>
          <a:xfrm>
            <a:off x="10620375" y="6534150"/>
            <a:ext cx="962025" cy="209550"/>
          </a:xfrm>
          <a:prstGeom prst="rect">
            <a:avLst/>
          </a:prstGeom>
          <a:noFill/>
          <a:ln w="0">
            <a:noFill/>
            <a:prstDash val="solid"/>
          </a:ln>
        </p:spPr>
        <p:txBody>
          <a:bodyPr wrap="square" lIns="0" tIns="0" rIns="0" bIns="0" anchor="t">
            <a:noAutofit/>
          </a:bodyPr>
          <a:lstStyle>
            <a:defPPr algn="r">
              <a:defRPr sz="1050" b="0">
                <a:solidFill>
                  <a:srgbClr val="526873"/>
                </a:solidFill>
                <a:latin typeface="DejaVu Sans"/>
                <a:ea typeface="DejaVu Sans"/>
                <a:cs typeface="DejaVu Sans"/>
              </a:defRPr>
            </a:defPPr>
            <a:lvl1pPr algn="r">
              <a:defRPr sz="1050" b="0">
                <a:solidFill>
                  <a:srgbClr val="526873"/>
                </a:solidFill>
                <a:latin typeface="DejaVu Sans"/>
                <a:ea typeface="DejaVu Sans"/>
                <a:cs typeface="DejaVu Sans"/>
              </a:defRPr>
            </a:lvl1pPr>
            <a:lvl2pPr algn="r">
              <a:defRPr sz="1050" b="0">
                <a:solidFill>
                  <a:srgbClr val="526873"/>
                </a:solidFill>
                <a:latin typeface="DejaVu Sans"/>
                <a:ea typeface="DejaVu Sans"/>
                <a:cs typeface="DejaVu Sans"/>
              </a:defRPr>
            </a:lvl2pPr>
            <a:lvl3pPr algn="r">
              <a:defRPr sz="1050" b="0">
                <a:solidFill>
                  <a:srgbClr val="526873"/>
                </a:solidFill>
                <a:latin typeface="DejaVu Sans"/>
                <a:ea typeface="DejaVu Sans"/>
                <a:cs typeface="DejaVu Sans"/>
              </a:defRPr>
            </a:lvl3pPr>
            <a:lvl4pPr algn="r">
              <a:defRPr sz="1050" b="0">
                <a:solidFill>
                  <a:srgbClr val="526873"/>
                </a:solidFill>
                <a:latin typeface="DejaVu Sans"/>
                <a:ea typeface="DejaVu Sans"/>
                <a:cs typeface="DejaVu Sans"/>
              </a:defRPr>
            </a:lvl4pPr>
            <a:lvl5pPr algn="r">
              <a:defRPr sz="1050" b="0">
                <a:solidFill>
                  <a:srgbClr val="526873"/>
                </a:solidFill>
                <a:latin typeface="DejaVu Sans"/>
                <a:ea typeface="DejaVu Sans"/>
                <a:cs typeface="DejaVu Sans"/>
              </a:defRPr>
            </a:lvl5pPr>
            <a:lvl6pPr algn="r">
              <a:defRPr sz="1050" b="0">
                <a:solidFill>
                  <a:srgbClr val="526873"/>
                </a:solidFill>
                <a:latin typeface="DejaVu Sans"/>
                <a:ea typeface="DejaVu Sans"/>
                <a:cs typeface="DejaVu Sans"/>
              </a:defRPr>
            </a:lvl6pPr>
            <a:lvl7pPr algn="r">
              <a:defRPr sz="1050" b="0">
                <a:solidFill>
                  <a:srgbClr val="526873"/>
                </a:solidFill>
                <a:latin typeface="DejaVu Sans"/>
                <a:ea typeface="DejaVu Sans"/>
                <a:cs typeface="DejaVu Sans"/>
              </a:defRPr>
            </a:lvl7pPr>
            <a:lvl8pPr algn="r">
              <a:defRPr sz="1050" b="0">
                <a:solidFill>
                  <a:srgbClr val="526873"/>
                </a:solidFill>
                <a:latin typeface="DejaVu Sans"/>
                <a:ea typeface="DejaVu Sans"/>
                <a:cs typeface="DejaVu Sans"/>
              </a:defRPr>
            </a:lvl8pPr>
            <a:lvl9pPr algn="r">
              <a:defRPr sz="1050" b="0">
                <a:solidFill>
                  <a:srgbClr val="526873"/>
                </a:solidFill>
                <a:latin typeface="DejaVu Sans"/>
                <a:ea typeface="DejaVu Sans"/>
                <a:cs typeface="DejaVu Sans"/>
              </a:defRPr>
            </a:lvl9pPr>
          </a:lstStyle>
          <a:p>
            <a:pPr algn="r">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31 / 38</a:t>
            </a:r>
          </a:p>
        </p:txBody>
      </p:sp>
      <p:sp>
        <p:nvSpPr>
          <p:cNvPr id="6" name="texto">
            <a:extLst>
              <a:ext uri="{FF2B5EF4-FFF2-40B4-BE49-F238E27FC236}">
                <a16:creationId xmlns:a16="http://schemas.microsoft.com/office/drawing/2014/main" id="{878F0F34-6694-4F15-BF50-8F7DD5859BB7}"/>
              </a:ext>
            </a:extLst>
          </p:cNvPr>
          <p:cNvSpPr>
            <a:spLocks noGrp="1"/>
          </p:cNvSpPr>
          <p:nvPr/>
        </p:nvSpPr>
        <p:spPr>
          <a:xfrm>
            <a:off x="609600" y="1838325"/>
            <a:ext cx="2571750" cy="447675"/>
          </a:xfrm>
          <a:prstGeom prst="rect">
            <a:avLst/>
          </a:prstGeom>
          <a:noFill/>
          <a:ln w="0">
            <a:noFill/>
            <a:prstDash val="solid"/>
          </a:ln>
        </p:spPr>
        <p:txBody>
          <a:bodyPr wrap="square" lIns="0" tIns="0" rIns="0" bIns="0" anchor="t">
            <a:noAutofit/>
          </a:bodyPr>
          <a:lstStyle>
            <a:defPPr algn="l">
              <a:defRPr sz="2025" b="1">
                <a:solidFill>
                  <a:srgbClr val="087F88"/>
                </a:solidFill>
                <a:latin typeface="DejaVu Sans"/>
                <a:ea typeface="DejaVu Sans"/>
                <a:cs typeface="DejaVu Sans"/>
              </a:defRPr>
            </a:defPPr>
            <a:lvl1pPr algn="l">
              <a:defRPr sz="2025" b="1">
                <a:solidFill>
                  <a:srgbClr val="087F88"/>
                </a:solidFill>
                <a:latin typeface="DejaVu Sans"/>
                <a:ea typeface="DejaVu Sans"/>
                <a:cs typeface="DejaVu Sans"/>
              </a:defRPr>
            </a:lvl1pPr>
            <a:lvl2pPr algn="l">
              <a:defRPr sz="2025" b="1">
                <a:solidFill>
                  <a:srgbClr val="087F88"/>
                </a:solidFill>
                <a:latin typeface="DejaVu Sans"/>
                <a:ea typeface="DejaVu Sans"/>
                <a:cs typeface="DejaVu Sans"/>
              </a:defRPr>
            </a:lvl2pPr>
            <a:lvl3pPr algn="l">
              <a:defRPr sz="2025" b="1">
                <a:solidFill>
                  <a:srgbClr val="087F88"/>
                </a:solidFill>
                <a:latin typeface="DejaVu Sans"/>
                <a:ea typeface="DejaVu Sans"/>
                <a:cs typeface="DejaVu Sans"/>
              </a:defRPr>
            </a:lvl3pPr>
            <a:lvl4pPr algn="l">
              <a:defRPr sz="2025" b="1">
                <a:solidFill>
                  <a:srgbClr val="087F88"/>
                </a:solidFill>
                <a:latin typeface="DejaVu Sans"/>
                <a:ea typeface="DejaVu Sans"/>
                <a:cs typeface="DejaVu Sans"/>
              </a:defRPr>
            </a:lvl4pPr>
            <a:lvl5pPr algn="l">
              <a:defRPr sz="2025" b="1">
                <a:solidFill>
                  <a:srgbClr val="087F88"/>
                </a:solidFill>
                <a:latin typeface="DejaVu Sans"/>
                <a:ea typeface="DejaVu Sans"/>
                <a:cs typeface="DejaVu Sans"/>
              </a:defRPr>
            </a:lvl5pPr>
            <a:lvl6pPr algn="l">
              <a:defRPr sz="2025" b="1">
                <a:solidFill>
                  <a:srgbClr val="087F88"/>
                </a:solidFill>
                <a:latin typeface="DejaVu Sans"/>
                <a:ea typeface="DejaVu Sans"/>
                <a:cs typeface="DejaVu Sans"/>
              </a:defRPr>
            </a:lvl6pPr>
            <a:lvl7pPr algn="l">
              <a:defRPr sz="2025" b="1">
                <a:solidFill>
                  <a:srgbClr val="087F88"/>
                </a:solidFill>
                <a:latin typeface="DejaVu Sans"/>
                <a:ea typeface="DejaVu Sans"/>
                <a:cs typeface="DejaVu Sans"/>
              </a:defRPr>
            </a:lvl7pPr>
            <a:lvl8pPr algn="l">
              <a:defRPr sz="2025" b="1">
                <a:solidFill>
                  <a:srgbClr val="087F88"/>
                </a:solidFill>
                <a:latin typeface="DejaVu Sans"/>
                <a:ea typeface="DejaVu Sans"/>
                <a:cs typeface="DejaVu Sans"/>
              </a:defRPr>
            </a:lvl8pPr>
            <a:lvl9pPr algn="l">
              <a:defRPr sz="2025" b="1">
                <a:solidFill>
                  <a:srgbClr val="087F88"/>
                </a:solidFill>
                <a:latin typeface="DejaVu Sans"/>
                <a:ea typeface="DejaVu Sans"/>
                <a:cs typeface="DejaVu Sans"/>
              </a:defRPr>
            </a:lvl9pPr>
          </a:lstStyle>
          <a:p>
            <a:pPr algn="l">
              <a:defRPr sz="2025" b="1">
                <a:solidFill>
                  <a:srgbClr val="087F88"/>
                </a:solidFill>
                <a:latin typeface="DejaVu Sans"/>
                <a:ea typeface="DejaVu Sans"/>
                <a:cs typeface="DejaVu Sans"/>
              </a:defRPr>
            </a:pPr>
            <a:r>
              <a:rPr sz="2025" b="1">
                <a:solidFill>
                  <a:srgbClr val="087F88"/>
                </a:solidFill>
                <a:latin typeface="DejaVu Sans"/>
                <a:ea typeface="DejaVu Sans"/>
                <a:cs typeface="DejaVu Sans"/>
              </a:rPr>
              <a:t>Agrupamento</a:t>
            </a:r>
          </a:p>
        </p:txBody>
      </p:sp>
      <p:sp>
        <p:nvSpPr>
          <p:cNvPr id="7" name="texto">
            <a:extLst>
              <a:ext uri="{FF2B5EF4-FFF2-40B4-BE49-F238E27FC236}">
                <a16:creationId xmlns:a16="http://schemas.microsoft.com/office/drawing/2014/main" id="{DA5CA335-65A3-4320-B5E0-058C43CFF936}"/>
              </a:ext>
            </a:extLst>
          </p:cNvPr>
          <p:cNvSpPr>
            <a:spLocks noGrp="1"/>
          </p:cNvSpPr>
          <p:nvPr/>
        </p:nvSpPr>
        <p:spPr>
          <a:xfrm>
            <a:off x="3333750" y="1838325"/>
            <a:ext cx="8248650" cy="857250"/>
          </a:xfrm>
          <a:prstGeom prst="rect">
            <a:avLst/>
          </a:prstGeom>
          <a:noFill/>
          <a:ln w="0">
            <a:noFill/>
            <a:prstDash val="solid"/>
          </a:ln>
        </p:spPr>
        <p:txBody>
          <a:bodyPr wrap="square" lIns="0" tIns="0" rIns="0" bIns="0" anchor="t">
            <a:noAutofit/>
          </a:bodyPr>
          <a:lstStyle>
            <a:defPPr algn="l">
              <a:defRPr sz="2100" b="0">
                <a:solidFill>
                  <a:srgbClr val="123247"/>
                </a:solidFill>
                <a:latin typeface="DejaVu Sans"/>
                <a:ea typeface="DejaVu Sans"/>
                <a:cs typeface="DejaVu Sans"/>
              </a:defRPr>
            </a:defPPr>
            <a:lvl1pPr algn="l">
              <a:defRPr sz="2100" b="0">
                <a:solidFill>
                  <a:srgbClr val="123247"/>
                </a:solidFill>
                <a:latin typeface="DejaVu Sans"/>
                <a:ea typeface="DejaVu Sans"/>
                <a:cs typeface="DejaVu Sans"/>
              </a:defRPr>
            </a:lvl1pPr>
            <a:lvl2pPr algn="l">
              <a:defRPr sz="2100" b="0">
                <a:solidFill>
                  <a:srgbClr val="123247"/>
                </a:solidFill>
                <a:latin typeface="DejaVu Sans"/>
                <a:ea typeface="DejaVu Sans"/>
                <a:cs typeface="DejaVu Sans"/>
              </a:defRPr>
            </a:lvl2pPr>
            <a:lvl3pPr algn="l">
              <a:defRPr sz="2100" b="0">
                <a:solidFill>
                  <a:srgbClr val="123247"/>
                </a:solidFill>
                <a:latin typeface="DejaVu Sans"/>
                <a:ea typeface="DejaVu Sans"/>
                <a:cs typeface="DejaVu Sans"/>
              </a:defRPr>
            </a:lvl3pPr>
            <a:lvl4pPr algn="l">
              <a:defRPr sz="2100" b="0">
                <a:solidFill>
                  <a:srgbClr val="123247"/>
                </a:solidFill>
                <a:latin typeface="DejaVu Sans"/>
                <a:ea typeface="DejaVu Sans"/>
                <a:cs typeface="DejaVu Sans"/>
              </a:defRPr>
            </a:lvl4pPr>
            <a:lvl5pPr algn="l">
              <a:defRPr sz="2100" b="0">
                <a:solidFill>
                  <a:srgbClr val="123247"/>
                </a:solidFill>
                <a:latin typeface="DejaVu Sans"/>
                <a:ea typeface="DejaVu Sans"/>
                <a:cs typeface="DejaVu Sans"/>
              </a:defRPr>
            </a:lvl5pPr>
            <a:lvl6pPr algn="l">
              <a:defRPr sz="2100" b="0">
                <a:solidFill>
                  <a:srgbClr val="123247"/>
                </a:solidFill>
                <a:latin typeface="DejaVu Sans"/>
                <a:ea typeface="DejaVu Sans"/>
                <a:cs typeface="DejaVu Sans"/>
              </a:defRPr>
            </a:lvl6pPr>
            <a:lvl7pPr algn="l">
              <a:defRPr sz="2100" b="0">
                <a:solidFill>
                  <a:srgbClr val="123247"/>
                </a:solidFill>
                <a:latin typeface="DejaVu Sans"/>
                <a:ea typeface="DejaVu Sans"/>
                <a:cs typeface="DejaVu Sans"/>
              </a:defRPr>
            </a:lvl7pPr>
            <a:lvl8pPr algn="l">
              <a:defRPr sz="2100" b="0">
                <a:solidFill>
                  <a:srgbClr val="123247"/>
                </a:solidFill>
                <a:latin typeface="DejaVu Sans"/>
                <a:ea typeface="DejaVu Sans"/>
                <a:cs typeface="DejaVu Sans"/>
              </a:defRPr>
            </a:lvl8pPr>
            <a:lvl9pPr algn="l">
              <a:defRPr sz="2100" b="0">
                <a:solidFill>
                  <a:srgbClr val="123247"/>
                </a:solidFill>
                <a:latin typeface="DejaVu Sans"/>
                <a:ea typeface="DejaVu Sans"/>
                <a:cs typeface="DejaVu Sans"/>
              </a:defRPr>
            </a:lvl9pPr>
          </a:lstStyle>
          <a:p>
            <a:pPr algn="l">
              <a:defRPr sz="2100" b="0">
                <a:solidFill>
                  <a:srgbClr val="123247"/>
                </a:solidFill>
                <a:latin typeface="DejaVu Sans"/>
                <a:ea typeface="DejaVu Sans"/>
                <a:cs typeface="DejaVu Sans"/>
              </a:defRPr>
            </a:pPr>
            <a:r>
              <a:rPr sz="2100" b="0">
                <a:solidFill>
                  <a:srgbClr val="123247"/>
                </a:solidFill>
                <a:latin typeface="DejaVu Sans"/>
                <a:ea typeface="DejaVu Sans"/>
                <a:cs typeface="DejaVu Sans"/>
              </a:rPr>
              <a:t>Duas técnicas; três regiões em cada solução ilustrada.</a:t>
            </a:r>
          </a:p>
        </p:txBody>
      </p:sp>
      <p:sp>
        <p:nvSpPr>
          <p:cNvPr id="8" name="texto">
            <a:extLst>
              <a:ext uri="{FF2B5EF4-FFF2-40B4-BE49-F238E27FC236}">
                <a16:creationId xmlns:a16="http://schemas.microsoft.com/office/drawing/2014/main" id="{A18AFC7D-E534-4AA4-9BD0-45ED78F6080E}"/>
              </a:ext>
            </a:extLst>
          </p:cNvPr>
          <p:cNvSpPr>
            <a:spLocks noGrp="1"/>
          </p:cNvSpPr>
          <p:nvPr/>
        </p:nvSpPr>
        <p:spPr>
          <a:xfrm>
            <a:off x="609600" y="2838450"/>
            <a:ext cx="2571750" cy="447675"/>
          </a:xfrm>
          <a:prstGeom prst="rect">
            <a:avLst/>
          </a:prstGeom>
          <a:noFill/>
          <a:ln w="0">
            <a:noFill/>
            <a:prstDash val="solid"/>
          </a:ln>
        </p:spPr>
        <p:txBody>
          <a:bodyPr wrap="square" lIns="0" tIns="0" rIns="0" bIns="0" anchor="t">
            <a:noAutofit/>
          </a:bodyPr>
          <a:lstStyle>
            <a:defPPr algn="l">
              <a:defRPr sz="2025" b="1">
                <a:solidFill>
                  <a:srgbClr val="C47B23"/>
                </a:solidFill>
                <a:latin typeface="DejaVu Sans"/>
                <a:ea typeface="DejaVu Sans"/>
                <a:cs typeface="DejaVu Sans"/>
              </a:defRPr>
            </a:defPPr>
            <a:lvl1pPr algn="l">
              <a:defRPr sz="2025" b="1">
                <a:solidFill>
                  <a:srgbClr val="C47B23"/>
                </a:solidFill>
                <a:latin typeface="DejaVu Sans"/>
                <a:ea typeface="DejaVu Sans"/>
                <a:cs typeface="DejaVu Sans"/>
              </a:defRPr>
            </a:lvl1pPr>
            <a:lvl2pPr algn="l">
              <a:defRPr sz="2025" b="1">
                <a:solidFill>
                  <a:srgbClr val="C47B23"/>
                </a:solidFill>
                <a:latin typeface="DejaVu Sans"/>
                <a:ea typeface="DejaVu Sans"/>
                <a:cs typeface="DejaVu Sans"/>
              </a:defRPr>
            </a:lvl2pPr>
            <a:lvl3pPr algn="l">
              <a:defRPr sz="2025" b="1">
                <a:solidFill>
                  <a:srgbClr val="C47B23"/>
                </a:solidFill>
                <a:latin typeface="DejaVu Sans"/>
                <a:ea typeface="DejaVu Sans"/>
                <a:cs typeface="DejaVu Sans"/>
              </a:defRPr>
            </a:lvl3pPr>
            <a:lvl4pPr algn="l">
              <a:defRPr sz="2025" b="1">
                <a:solidFill>
                  <a:srgbClr val="C47B23"/>
                </a:solidFill>
                <a:latin typeface="DejaVu Sans"/>
                <a:ea typeface="DejaVu Sans"/>
                <a:cs typeface="DejaVu Sans"/>
              </a:defRPr>
            </a:lvl4pPr>
            <a:lvl5pPr algn="l">
              <a:defRPr sz="2025" b="1">
                <a:solidFill>
                  <a:srgbClr val="C47B23"/>
                </a:solidFill>
                <a:latin typeface="DejaVu Sans"/>
                <a:ea typeface="DejaVu Sans"/>
                <a:cs typeface="DejaVu Sans"/>
              </a:defRPr>
            </a:lvl5pPr>
            <a:lvl6pPr algn="l">
              <a:defRPr sz="2025" b="1">
                <a:solidFill>
                  <a:srgbClr val="C47B23"/>
                </a:solidFill>
                <a:latin typeface="DejaVu Sans"/>
                <a:ea typeface="DejaVu Sans"/>
                <a:cs typeface="DejaVu Sans"/>
              </a:defRPr>
            </a:lvl6pPr>
            <a:lvl7pPr algn="l">
              <a:defRPr sz="2025" b="1">
                <a:solidFill>
                  <a:srgbClr val="C47B23"/>
                </a:solidFill>
                <a:latin typeface="DejaVu Sans"/>
                <a:ea typeface="DejaVu Sans"/>
                <a:cs typeface="DejaVu Sans"/>
              </a:defRPr>
            </a:lvl7pPr>
            <a:lvl8pPr algn="l">
              <a:defRPr sz="2025" b="1">
                <a:solidFill>
                  <a:srgbClr val="C47B23"/>
                </a:solidFill>
                <a:latin typeface="DejaVu Sans"/>
                <a:ea typeface="DejaVu Sans"/>
                <a:cs typeface="DejaVu Sans"/>
              </a:defRPr>
            </a:lvl8pPr>
            <a:lvl9pPr algn="l">
              <a:defRPr sz="2025" b="1">
                <a:solidFill>
                  <a:srgbClr val="C47B23"/>
                </a:solidFill>
                <a:latin typeface="DejaVu Sans"/>
                <a:ea typeface="DejaVu Sans"/>
                <a:cs typeface="DejaVu Sans"/>
              </a:defRPr>
            </a:lvl9pPr>
          </a:lstStyle>
          <a:p>
            <a:pPr algn="l">
              <a:defRPr sz="2025" b="1">
                <a:solidFill>
                  <a:srgbClr val="C47B23"/>
                </a:solidFill>
                <a:latin typeface="DejaVu Sans"/>
                <a:ea typeface="DejaVu Sans"/>
                <a:cs typeface="DejaVu Sans"/>
              </a:defRPr>
            </a:pPr>
            <a:r>
              <a:rPr sz="2025" b="1">
                <a:solidFill>
                  <a:srgbClr val="C47B23"/>
                </a:solidFill>
                <a:latin typeface="DejaVu Sans"/>
                <a:ea typeface="DejaVu Sans"/>
                <a:cs typeface="DejaVu Sans"/>
              </a:rPr>
              <a:t>Homogeneidade</a:t>
            </a:r>
          </a:p>
        </p:txBody>
      </p:sp>
      <p:sp>
        <p:nvSpPr>
          <p:cNvPr id="9" name="texto">
            <a:extLst>
              <a:ext uri="{FF2B5EF4-FFF2-40B4-BE49-F238E27FC236}">
                <a16:creationId xmlns:a16="http://schemas.microsoft.com/office/drawing/2014/main" id="{10C1E37C-2ECD-44DD-994B-E833DE15FFC5}"/>
              </a:ext>
            </a:extLst>
          </p:cNvPr>
          <p:cNvSpPr>
            <a:spLocks noGrp="1"/>
          </p:cNvSpPr>
          <p:nvPr/>
        </p:nvSpPr>
        <p:spPr>
          <a:xfrm>
            <a:off x="3333750" y="2838450"/>
            <a:ext cx="8248650" cy="857250"/>
          </a:xfrm>
          <a:prstGeom prst="rect">
            <a:avLst/>
          </a:prstGeom>
          <a:noFill/>
          <a:ln w="0">
            <a:noFill/>
            <a:prstDash val="solid"/>
          </a:ln>
        </p:spPr>
        <p:txBody>
          <a:bodyPr wrap="square" lIns="0" tIns="0" rIns="0" bIns="0" anchor="t">
            <a:noAutofit/>
          </a:bodyPr>
          <a:lstStyle>
            <a:defPPr algn="l">
              <a:defRPr sz="2100" b="0">
                <a:solidFill>
                  <a:srgbClr val="123247"/>
                </a:solidFill>
                <a:latin typeface="DejaVu Sans"/>
                <a:ea typeface="DejaVu Sans"/>
                <a:cs typeface="DejaVu Sans"/>
              </a:defRPr>
            </a:defPPr>
            <a:lvl1pPr algn="l">
              <a:defRPr sz="2100" b="0">
                <a:solidFill>
                  <a:srgbClr val="123247"/>
                </a:solidFill>
                <a:latin typeface="DejaVu Sans"/>
                <a:ea typeface="DejaVu Sans"/>
                <a:cs typeface="DejaVu Sans"/>
              </a:defRPr>
            </a:lvl1pPr>
            <a:lvl2pPr algn="l">
              <a:defRPr sz="2100" b="0">
                <a:solidFill>
                  <a:srgbClr val="123247"/>
                </a:solidFill>
                <a:latin typeface="DejaVu Sans"/>
                <a:ea typeface="DejaVu Sans"/>
                <a:cs typeface="DejaVu Sans"/>
              </a:defRPr>
            </a:lvl2pPr>
            <a:lvl3pPr algn="l">
              <a:defRPr sz="2100" b="0">
                <a:solidFill>
                  <a:srgbClr val="123247"/>
                </a:solidFill>
                <a:latin typeface="DejaVu Sans"/>
                <a:ea typeface="DejaVu Sans"/>
                <a:cs typeface="DejaVu Sans"/>
              </a:defRPr>
            </a:lvl3pPr>
            <a:lvl4pPr algn="l">
              <a:defRPr sz="2100" b="0">
                <a:solidFill>
                  <a:srgbClr val="123247"/>
                </a:solidFill>
                <a:latin typeface="DejaVu Sans"/>
                <a:ea typeface="DejaVu Sans"/>
                <a:cs typeface="DejaVu Sans"/>
              </a:defRPr>
            </a:lvl4pPr>
            <a:lvl5pPr algn="l">
              <a:defRPr sz="2100" b="0">
                <a:solidFill>
                  <a:srgbClr val="123247"/>
                </a:solidFill>
                <a:latin typeface="DejaVu Sans"/>
                <a:ea typeface="DejaVu Sans"/>
                <a:cs typeface="DejaVu Sans"/>
              </a:defRPr>
            </a:lvl5pPr>
            <a:lvl6pPr algn="l">
              <a:defRPr sz="2100" b="0">
                <a:solidFill>
                  <a:srgbClr val="123247"/>
                </a:solidFill>
                <a:latin typeface="DejaVu Sans"/>
                <a:ea typeface="DejaVu Sans"/>
                <a:cs typeface="DejaVu Sans"/>
              </a:defRPr>
            </a:lvl6pPr>
            <a:lvl7pPr algn="l">
              <a:defRPr sz="2100" b="0">
                <a:solidFill>
                  <a:srgbClr val="123247"/>
                </a:solidFill>
                <a:latin typeface="DejaVu Sans"/>
                <a:ea typeface="DejaVu Sans"/>
                <a:cs typeface="DejaVu Sans"/>
              </a:defRPr>
            </a:lvl7pPr>
            <a:lvl8pPr algn="l">
              <a:defRPr sz="2100" b="0">
                <a:solidFill>
                  <a:srgbClr val="123247"/>
                </a:solidFill>
                <a:latin typeface="DejaVu Sans"/>
                <a:ea typeface="DejaVu Sans"/>
                <a:cs typeface="DejaVu Sans"/>
              </a:defRPr>
            </a:lvl8pPr>
            <a:lvl9pPr algn="l">
              <a:defRPr sz="2100" b="0">
                <a:solidFill>
                  <a:srgbClr val="123247"/>
                </a:solidFill>
                <a:latin typeface="DejaVu Sans"/>
                <a:ea typeface="DejaVu Sans"/>
                <a:cs typeface="DejaVu Sans"/>
              </a:defRPr>
            </a:lvl9pPr>
          </a:lstStyle>
          <a:p>
            <a:pPr algn="l">
              <a:defRPr sz="2100" b="0">
                <a:solidFill>
                  <a:srgbClr val="123247"/>
                </a:solidFill>
                <a:latin typeface="DejaVu Sans"/>
                <a:ea typeface="DejaVu Sans"/>
                <a:cs typeface="DejaVu Sans"/>
              </a:defRPr>
            </a:pPr>
            <a:r>
              <a:rPr sz="2100" b="0">
                <a:solidFill>
                  <a:srgbClr val="123247"/>
                </a:solidFill>
                <a:latin typeface="DejaVu Sans"/>
                <a:ea typeface="DejaVu Sans"/>
                <a:cs typeface="DejaVu Sans"/>
              </a:rPr>
              <a:t>H₁ ≈ 3,50: região heterogênea; investigar dados e grupos.</a:t>
            </a:r>
          </a:p>
        </p:txBody>
      </p:sp>
      <p:sp>
        <p:nvSpPr>
          <p:cNvPr id="10" name="texto">
            <a:extLst>
              <a:ext uri="{FF2B5EF4-FFF2-40B4-BE49-F238E27FC236}">
                <a16:creationId xmlns:a16="http://schemas.microsoft.com/office/drawing/2014/main" id="{A21E223C-E892-4629-9CD0-D77CBB3F46AC}"/>
              </a:ext>
            </a:extLst>
          </p:cNvPr>
          <p:cNvSpPr>
            <a:spLocks noGrp="1"/>
          </p:cNvSpPr>
          <p:nvPr/>
        </p:nvSpPr>
        <p:spPr>
          <a:xfrm>
            <a:off x="609600" y="3838575"/>
            <a:ext cx="2571750" cy="447675"/>
          </a:xfrm>
          <a:prstGeom prst="rect">
            <a:avLst/>
          </a:prstGeom>
          <a:noFill/>
          <a:ln w="0">
            <a:noFill/>
            <a:prstDash val="solid"/>
          </a:ln>
        </p:spPr>
        <p:txBody>
          <a:bodyPr wrap="square" lIns="0" tIns="0" rIns="0" bIns="0" anchor="t">
            <a:noAutofit/>
          </a:bodyPr>
          <a:lstStyle>
            <a:defPPr algn="l">
              <a:defRPr sz="2025" b="1">
                <a:solidFill>
                  <a:srgbClr val="995A80"/>
                </a:solidFill>
                <a:latin typeface="DejaVu Sans"/>
                <a:ea typeface="DejaVu Sans"/>
                <a:cs typeface="DejaVu Sans"/>
              </a:defRPr>
            </a:defPPr>
            <a:lvl1pPr algn="l">
              <a:defRPr sz="2025" b="1">
                <a:solidFill>
                  <a:srgbClr val="995A80"/>
                </a:solidFill>
                <a:latin typeface="DejaVu Sans"/>
                <a:ea typeface="DejaVu Sans"/>
                <a:cs typeface="DejaVu Sans"/>
              </a:defRPr>
            </a:lvl1pPr>
            <a:lvl2pPr algn="l">
              <a:defRPr sz="2025" b="1">
                <a:solidFill>
                  <a:srgbClr val="995A80"/>
                </a:solidFill>
                <a:latin typeface="DejaVu Sans"/>
                <a:ea typeface="DejaVu Sans"/>
                <a:cs typeface="DejaVu Sans"/>
              </a:defRPr>
            </a:lvl2pPr>
            <a:lvl3pPr algn="l">
              <a:defRPr sz="2025" b="1">
                <a:solidFill>
                  <a:srgbClr val="995A80"/>
                </a:solidFill>
                <a:latin typeface="DejaVu Sans"/>
                <a:ea typeface="DejaVu Sans"/>
                <a:cs typeface="DejaVu Sans"/>
              </a:defRPr>
            </a:lvl3pPr>
            <a:lvl4pPr algn="l">
              <a:defRPr sz="2025" b="1">
                <a:solidFill>
                  <a:srgbClr val="995A80"/>
                </a:solidFill>
                <a:latin typeface="DejaVu Sans"/>
                <a:ea typeface="DejaVu Sans"/>
                <a:cs typeface="DejaVu Sans"/>
              </a:defRPr>
            </a:lvl4pPr>
            <a:lvl5pPr algn="l">
              <a:defRPr sz="2025" b="1">
                <a:solidFill>
                  <a:srgbClr val="995A80"/>
                </a:solidFill>
                <a:latin typeface="DejaVu Sans"/>
                <a:ea typeface="DejaVu Sans"/>
                <a:cs typeface="DejaVu Sans"/>
              </a:defRPr>
            </a:lvl5pPr>
            <a:lvl6pPr algn="l">
              <a:defRPr sz="2025" b="1">
                <a:solidFill>
                  <a:srgbClr val="995A80"/>
                </a:solidFill>
                <a:latin typeface="DejaVu Sans"/>
                <a:ea typeface="DejaVu Sans"/>
                <a:cs typeface="DejaVu Sans"/>
              </a:defRPr>
            </a:lvl6pPr>
            <a:lvl7pPr algn="l">
              <a:defRPr sz="2025" b="1">
                <a:solidFill>
                  <a:srgbClr val="995A80"/>
                </a:solidFill>
                <a:latin typeface="DejaVu Sans"/>
                <a:ea typeface="DejaVu Sans"/>
                <a:cs typeface="DejaVu Sans"/>
              </a:defRPr>
            </a:lvl7pPr>
            <a:lvl8pPr algn="l">
              <a:defRPr sz="2025" b="1">
                <a:solidFill>
                  <a:srgbClr val="995A80"/>
                </a:solidFill>
                <a:latin typeface="DejaVu Sans"/>
                <a:ea typeface="DejaVu Sans"/>
                <a:cs typeface="DejaVu Sans"/>
              </a:defRPr>
            </a:lvl8pPr>
            <a:lvl9pPr algn="l">
              <a:defRPr sz="2025" b="1">
                <a:solidFill>
                  <a:srgbClr val="995A80"/>
                </a:solidFill>
                <a:latin typeface="DejaVu Sans"/>
                <a:ea typeface="DejaVu Sans"/>
                <a:cs typeface="DejaVu Sans"/>
              </a:defRPr>
            </a:lvl9pPr>
          </a:lstStyle>
          <a:p>
            <a:pPr algn="l">
              <a:defRPr sz="2025" b="1">
                <a:solidFill>
                  <a:srgbClr val="995A80"/>
                </a:solidFill>
                <a:latin typeface="DejaVu Sans"/>
                <a:ea typeface="DejaVu Sans"/>
                <a:cs typeface="DejaVu Sans"/>
              </a:defRPr>
            </a:pPr>
            <a:r>
              <a:rPr sz="2025" b="1">
                <a:solidFill>
                  <a:srgbClr val="995A80"/>
                </a:solidFill>
                <a:latin typeface="DejaVu Sans"/>
                <a:ea typeface="DejaVu Sans"/>
                <a:cs typeface="DejaVu Sans"/>
              </a:rPr>
              <a:t>Máximas</a:t>
            </a:r>
          </a:p>
        </p:txBody>
      </p:sp>
      <p:sp>
        <p:nvSpPr>
          <p:cNvPr id="11" name="texto">
            <a:extLst>
              <a:ext uri="{FF2B5EF4-FFF2-40B4-BE49-F238E27FC236}">
                <a16:creationId xmlns:a16="http://schemas.microsoft.com/office/drawing/2014/main" id="{93510B61-6758-4B86-8BA8-0CD9A05877DA}"/>
              </a:ext>
            </a:extLst>
          </p:cNvPr>
          <p:cNvSpPr>
            <a:spLocks noGrp="1"/>
          </p:cNvSpPr>
          <p:nvPr/>
        </p:nvSpPr>
        <p:spPr>
          <a:xfrm>
            <a:off x="3333750" y="3838575"/>
            <a:ext cx="8248650" cy="857250"/>
          </a:xfrm>
          <a:prstGeom prst="rect">
            <a:avLst/>
          </a:prstGeom>
          <a:noFill/>
          <a:ln w="0">
            <a:noFill/>
            <a:prstDash val="solid"/>
          </a:ln>
        </p:spPr>
        <p:txBody>
          <a:bodyPr wrap="square" lIns="0" tIns="0" rIns="0" bIns="0" anchor="t">
            <a:noAutofit/>
          </a:bodyPr>
          <a:lstStyle>
            <a:defPPr algn="l">
              <a:defRPr sz="2100" b="0">
                <a:solidFill>
                  <a:srgbClr val="123247"/>
                </a:solidFill>
                <a:latin typeface="DejaVu Sans"/>
                <a:ea typeface="DejaVu Sans"/>
                <a:cs typeface="DejaVu Sans"/>
              </a:defRPr>
            </a:defPPr>
            <a:lvl1pPr algn="l">
              <a:defRPr sz="2100" b="0">
                <a:solidFill>
                  <a:srgbClr val="123247"/>
                </a:solidFill>
                <a:latin typeface="DejaVu Sans"/>
                <a:ea typeface="DejaVu Sans"/>
                <a:cs typeface="DejaVu Sans"/>
              </a:defRPr>
            </a:lvl1pPr>
            <a:lvl2pPr algn="l">
              <a:defRPr sz="2100" b="0">
                <a:solidFill>
                  <a:srgbClr val="123247"/>
                </a:solidFill>
                <a:latin typeface="DejaVu Sans"/>
                <a:ea typeface="DejaVu Sans"/>
                <a:cs typeface="DejaVu Sans"/>
              </a:defRPr>
            </a:lvl2pPr>
            <a:lvl3pPr algn="l">
              <a:defRPr sz="2100" b="0">
                <a:solidFill>
                  <a:srgbClr val="123247"/>
                </a:solidFill>
                <a:latin typeface="DejaVu Sans"/>
                <a:ea typeface="DejaVu Sans"/>
                <a:cs typeface="DejaVu Sans"/>
              </a:defRPr>
            </a:lvl3pPr>
            <a:lvl4pPr algn="l">
              <a:defRPr sz="2100" b="0">
                <a:solidFill>
                  <a:srgbClr val="123247"/>
                </a:solidFill>
                <a:latin typeface="DejaVu Sans"/>
                <a:ea typeface="DejaVu Sans"/>
                <a:cs typeface="DejaVu Sans"/>
              </a:defRPr>
            </a:lvl4pPr>
            <a:lvl5pPr algn="l">
              <a:defRPr sz="2100" b="0">
                <a:solidFill>
                  <a:srgbClr val="123247"/>
                </a:solidFill>
                <a:latin typeface="DejaVu Sans"/>
                <a:ea typeface="DejaVu Sans"/>
                <a:cs typeface="DejaVu Sans"/>
              </a:defRPr>
            </a:lvl5pPr>
            <a:lvl6pPr algn="l">
              <a:defRPr sz="2100" b="0">
                <a:solidFill>
                  <a:srgbClr val="123247"/>
                </a:solidFill>
                <a:latin typeface="DejaVu Sans"/>
                <a:ea typeface="DejaVu Sans"/>
                <a:cs typeface="DejaVu Sans"/>
              </a:defRPr>
            </a:lvl6pPr>
            <a:lvl7pPr algn="l">
              <a:defRPr sz="2100" b="0">
                <a:solidFill>
                  <a:srgbClr val="123247"/>
                </a:solidFill>
                <a:latin typeface="DejaVu Sans"/>
                <a:ea typeface="DejaVu Sans"/>
                <a:cs typeface="DejaVu Sans"/>
              </a:defRPr>
            </a:lvl7pPr>
            <a:lvl8pPr algn="l">
              <a:defRPr sz="2100" b="0">
                <a:solidFill>
                  <a:srgbClr val="123247"/>
                </a:solidFill>
                <a:latin typeface="DejaVu Sans"/>
                <a:ea typeface="DejaVu Sans"/>
                <a:cs typeface="DejaVu Sans"/>
              </a:defRPr>
            </a:lvl8pPr>
            <a:lvl9pPr algn="l">
              <a:defRPr sz="2100" b="0">
                <a:solidFill>
                  <a:srgbClr val="123247"/>
                </a:solidFill>
                <a:latin typeface="DejaVu Sans"/>
                <a:ea typeface="DejaVu Sans"/>
                <a:cs typeface="DejaVu Sans"/>
              </a:defRPr>
            </a:lvl9pPr>
          </a:lstStyle>
          <a:p>
            <a:pPr algn="l">
              <a:defRPr sz="2100" b="0">
                <a:solidFill>
                  <a:srgbClr val="123247"/>
                </a:solidFill>
                <a:latin typeface="DejaVu Sans"/>
                <a:ea typeface="DejaVu Sans"/>
                <a:cs typeface="DejaVu Sans"/>
              </a:defRPr>
            </a:pPr>
            <a:r>
              <a:rPr sz="2100" b="0">
                <a:solidFill>
                  <a:srgbClr val="123247"/>
                </a:solidFill>
                <a:latin typeface="DejaVu Sans"/>
                <a:ea typeface="DejaVu Sans"/>
                <a:cs typeface="DejaVu Sans"/>
              </a:rPr>
              <a:t>Q̂(50) ≈ 143,1 m³/s: máxima diária anual de referência.</a:t>
            </a:r>
          </a:p>
        </p:txBody>
      </p:sp>
      <p:sp>
        <p:nvSpPr>
          <p:cNvPr id="12" name="texto">
            <a:extLst>
              <a:ext uri="{FF2B5EF4-FFF2-40B4-BE49-F238E27FC236}">
                <a16:creationId xmlns:a16="http://schemas.microsoft.com/office/drawing/2014/main" id="{EC7F605B-6AF9-4161-A047-85E16D99251A}"/>
              </a:ext>
            </a:extLst>
          </p:cNvPr>
          <p:cNvSpPr>
            <a:spLocks noGrp="1"/>
          </p:cNvSpPr>
          <p:nvPr/>
        </p:nvSpPr>
        <p:spPr>
          <a:xfrm>
            <a:off x="609600" y="4838700"/>
            <a:ext cx="2571750" cy="447675"/>
          </a:xfrm>
          <a:prstGeom prst="rect">
            <a:avLst/>
          </a:prstGeom>
          <a:noFill/>
          <a:ln w="0">
            <a:noFill/>
            <a:prstDash val="solid"/>
          </a:ln>
        </p:spPr>
        <p:txBody>
          <a:bodyPr wrap="square" lIns="0" tIns="0" rIns="0" bIns="0" anchor="t">
            <a:noAutofit/>
          </a:bodyPr>
          <a:lstStyle>
            <a:defPPr algn="l">
              <a:defRPr sz="2025" b="1">
                <a:solidFill>
                  <a:srgbClr val="087F88"/>
                </a:solidFill>
                <a:latin typeface="DejaVu Sans"/>
                <a:ea typeface="DejaVu Sans"/>
                <a:cs typeface="DejaVu Sans"/>
              </a:defRPr>
            </a:defPPr>
            <a:lvl1pPr algn="l">
              <a:defRPr sz="2025" b="1">
                <a:solidFill>
                  <a:srgbClr val="087F88"/>
                </a:solidFill>
                <a:latin typeface="DejaVu Sans"/>
                <a:ea typeface="DejaVu Sans"/>
                <a:cs typeface="DejaVu Sans"/>
              </a:defRPr>
            </a:lvl1pPr>
            <a:lvl2pPr algn="l">
              <a:defRPr sz="2025" b="1">
                <a:solidFill>
                  <a:srgbClr val="087F88"/>
                </a:solidFill>
                <a:latin typeface="DejaVu Sans"/>
                <a:ea typeface="DejaVu Sans"/>
                <a:cs typeface="DejaVu Sans"/>
              </a:defRPr>
            </a:lvl2pPr>
            <a:lvl3pPr algn="l">
              <a:defRPr sz="2025" b="1">
                <a:solidFill>
                  <a:srgbClr val="087F88"/>
                </a:solidFill>
                <a:latin typeface="DejaVu Sans"/>
                <a:ea typeface="DejaVu Sans"/>
                <a:cs typeface="DejaVu Sans"/>
              </a:defRPr>
            </a:lvl3pPr>
            <a:lvl4pPr algn="l">
              <a:defRPr sz="2025" b="1">
                <a:solidFill>
                  <a:srgbClr val="087F88"/>
                </a:solidFill>
                <a:latin typeface="DejaVu Sans"/>
                <a:ea typeface="DejaVu Sans"/>
                <a:cs typeface="DejaVu Sans"/>
              </a:defRPr>
            </a:lvl4pPr>
            <a:lvl5pPr algn="l">
              <a:defRPr sz="2025" b="1">
                <a:solidFill>
                  <a:srgbClr val="087F88"/>
                </a:solidFill>
                <a:latin typeface="DejaVu Sans"/>
                <a:ea typeface="DejaVu Sans"/>
                <a:cs typeface="DejaVu Sans"/>
              </a:defRPr>
            </a:lvl5pPr>
            <a:lvl6pPr algn="l">
              <a:defRPr sz="2025" b="1">
                <a:solidFill>
                  <a:srgbClr val="087F88"/>
                </a:solidFill>
                <a:latin typeface="DejaVu Sans"/>
                <a:ea typeface="DejaVu Sans"/>
                <a:cs typeface="DejaVu Sans"/>
              </a:defRPr>
            </a:lvl6pPr>
            <a:lvl7pPr algn="l">
              <a:defRPr sz="2025" b="1">
                <a:solidFill>
                  <a:srgbClr val="087F88"/>
                </a:solidFill>
                <a:latin typeface="DejaVu Sans"/>
                <a:ea typeface="DejaVu Sans"/>
                <a:cs typeface="DejaVu Sans"/>
              </a:defRPr>
            </a:lvl7pPr>
            <a:lvl8pPr algn="l">
              <a:defRPr sz="2025" b="1">
                <a:solidFill>
                  <a:srgbClr val="087F88"/>
                </a:solidFill>
                <a:latin typeface="DejaVu Sans"/>
                <a:ea typeface="DejaVu Sans"/>
                <a:cs typeface="DejaVu Sans"/>
              </a:defRPr>
            </a:lvl8pPr>
            <a:lvl9pPr algn="l">
              <a:defRPr sz="2025" b="1">
                <a:solidFill>
                  <a:srgbClr val="087F88"/>
                </a:solidFill>
                <a:latin typeface="DejaVu Sans"/>
                <a:ea typeface="DejaVu Sans"/>
                <a:cs typeface="DejaVu Sans"/>
              </a:defRPr>
            </a:lvl9pPr>
          </a:lstStyle>
          <a:p>
            <a:pPr algn="l">
              <a:defRPr sz="2025" b="1">
                <a:solidFill>
                  <a:srgbClr val="087F88"/>
                </a:solidFill>
                <a:latin typeface="DejaVu Sans"/>
                <a:ea typeface="DejaVu Sans"/>
                <a:cs typeface="DejaVu Sans"/>
              </a:defRPr>
            </a:pPr>
            <a:r>
              <a:rPr sz="2025" b="1">
                <a:solidFill>
                  <a:srgbClr val="087F88"/>
                </a:solidFill>
                <a:latin typeface="DejaVu Sans"/>
                <a:ea typeface="DejaVu Sans"/>
                <a:cs typeface="DejaVu Sans"/>
              </a:rPr>
              <a:t>Q90</a:t>
            </a:r>
          </a:p>
        </p:txBody>
      </p:sp>
      <p:sp>
        <p:nvSpPr>
          <p:cNvPr id="13" name="texto">
            <a:extLst>
              <a:ext uri="{FF2B5EF4-FFF2-40B4-BE49-F238E27FC236}">
                <a16:creationId xmlns:a16="http://schemas.microsoft.com/office/drawing/2014/main" id="{2E35D991-8A9E-4E7F-8E47-9B6D6B82AD7F}"/>
              </a:ext>
            </a:extLst>
          </p:cNvPr>
          <p:cNvSpPr>
            <a:spLocks noGrp="1"/>
          </p:cNvSpPr>
          <p:nvPr/>
        </p:nvSpPr>
        <p:spPr>
          <a:xfrm>
            <a:off x="3333750" y="4838700"/>
            <a:ext cx="8248650" cy="857250"/>
          </a:xfrm>
          <a:prstGeom prst="rect">
            <a:avLst/>
          </a:prstGeom>
          <a:noFill/>
          <a:ln w="0">
            <a:noFill/>
            <a:prstDash val="solid"/>
          </a:ln>
        </p:spPr>
        <p:txBody>
          <a:bodyPr wrap="square" lIns="0" tIns="0" rIns="0" bIns="0" anchor="t">
            <a:noAutofit/>
          </a:bodyPr>
          <a:lstStyle>
            <a:defPPr algn="l">
              <a:defRPr sz="2100" b="0">
                <a:solidFill>
                  <a:srgbClr val="123247"/>
                </a:solidFill>
                <a:latin typeface="DejaVu Sans"/>
                <a:ea typeface="DejaVu Sans"/>
                <a:cs typeface="DejaVu Sans"/>
              </a:defRPr>
            </a:defPPr>
            <a:lvl1pPr algn="l">
              <a:defRPr sz="2100" b="0">
                <a:solidFill>
                  <a:srgbClr val="123247"/>
                </a:solidFill>
                <a:latin typeface="DejaVu Sans"/>
                <a:ea typeface="DejaVu Sans"/>
                <a:cs typeface="DejaVu Sans"/>
              </a:defRPr>
            </a:lvl1pPr>
            <a:lvl2pPr algn="l">
              <a:defRPr sz="2100" b="0">
                <a:solidFill>
                  <a:srgbClr val="123247"/>
                </a:solidFill>
                <a:latin typeface="DejaVu Sans"/>
                <a:ea typeface="DejaVu Sans"/>
                <a:cs typeface="DejaVu Sans"/>
              </a:defRPr>
            </a:lvl2pPr>
            <a:lvl3pPr algn="l">
              <a:defRPr sz="2100" b="0">
                <a:solidFill>
                  <a:srgbClr val="123247"/>
                </a:solidFill>
                <a:latin typeface="DejaVu Sans"/>
                <a:ea typeface="DejaVu Sans"/>
                <a:cs typeface="DejaVu Sans"/>
              </a:defRPr>
            </a:lvl3pPr>
            <a:lvl4pPr algn="l">
              <a:defRPr sz="2100" b="0">
                <a:solidFill>
                  <a:srgbClr val="123247"/>
                </a:solidFill>
                <a:latin typeface="DejaVu Sans"/>
                <a:ea typeface="DejaVu Sans"/>
                <a:cs typeface="DejaVu Sans"/>
              </a:defRPr>
            </a:lvl4pPr>
            <a:lvl5pPr algn="l">
              <a:defRPr sz="2100" b="0">
                <a:solidFill>
                  <a:srgbClr val="123247"/>
                </a:solidFill>
                <a:latin typeface="DejaVu Sans"/>
                <a:ea typeface="DejaVu Sans"/>
                <a:cs typeface="DejaVu Sans"/>
              </a:defRPr>
            </a:lvl5pPr>
            <a:lvl6pPr algn="l">
              <a:defRPr sz="2100" b="0">
                <a:solidFill>
                  <a:srgbClr val="123247"/>
                </a:solidFill>
                <a:latin typeface="DejaVu Sans"/>
                <a:ea typeface="DejaVu Sans"/>
                <a:cs typeface="DejaVu Sans"/>
              </a:defRPr>
            </a:lvl6pPr>
            <a:lvl7pPr algn="l">
              <a:defRPr sz="2100" b="0">
                <a:solidFill>
                  <a:srgbClr val="123247"/>
                </a:solidFill>
                <a:latin typeface="DejaVu Sans"/>
                <a:ea typeface="DejaVu Sans"/>
                <a:cs typeface="DejaVu Sans"/>
              </a:defRPr>
            </a:lvl7pPr>
            <a:lvl8pPr algn="l">
              <a:defRPr sz="2100" b="0">
                <a:solidFill>
                  <a:srgbClr val="123247"/>
                </a:solidFill>
                <a:latin typeface="DejaVu Sans"/>
                <a:ea typeface="DejaVu Sans"/>
                <a:cs typeface="DejaVu Sans"/>
              </a:defRPr>
            </a:lvl8pPr>
            <a:lvl9pPr algn="l">
              <a:defRPr sz="2100" b="0">
                <a:solidFill>
                  <a:srgbClr val="123247"/>
                </a:solidFill>
                <a:latin typeface="DejaVu Sans"/>
                <a:ea typeface="DejaVu Sans"/>
                <a:cs typeface="DejaVu Sans"/>
              </a:defRPr>
            </a:lvl9pPr>
          </a:lstStyle>
          <a:p>
            <a:pPr algn="l">
              <a:defRPr sz="2100" b="0">
                <a:solidFill>
                  <a:srgbClr val="123247"/>
                </a:solidFill>
                <a:latin typeface="DejaVu Sans"/>
                <a:ea typeface="DejaVu Sans"/>
                <a:cs typeface="DejaVu Sans"/>
              </a:defRPr>
            </a:pPr>
            <a:r>
              <a:rPr sz="2100" b="0">
                <a:solidFill>
                  <a:srgbClr val="123247"/>
                </a:solidFill>
                <a:latin typeface="DejaVu Sans"/>
                <a:ea typeface="DejaVu Sans"/>
                <a:cs typeface="DejaVu Sans"/>
              </a:rPr>
              <a:t>Excedida em 90% dos dias. Ajustar Q90 aos atributos</a:t>
            </a:r>
          </a:p>
          <a:p>
            <a:pPr algn="l">
              <a:defRPr sz="2100" b="0">
                <a:solidFill>
                  <a:srgbClr val="123247"/>
                </a:solidFill>
                <a:latin typeface="DejaVu Sans"/>
                <a:ea typeface="DejaVu Sans"/>
                <a:cs typeface="DejaVu Sans"/>
              </a:defRPr>
            </a:pPr>
            <a:r>
              <a:rPr sz="2100" b="0">
                <a:solidFill>
                  <a:srgbClr val="123247"/>
                </a:solidFill>
                <a:latin typeface="DejaVu Sans"/>
                <a:ea typeface="DejaVu Sans"/>
                <a:cs typeface="DejaVu Sans"/>
              </a:rPr>
              <a:t>de cada bacia, com desempenho avaliado fora do ajuste.</a:t>
            </a:r>
          </a:p>
        </p:txBody>
      </p:sp>
    </p:spTree>
    <p:extLst>
      <p:ext uri="{BB962C8B-B14F-4D97-AF65-F5344CB8AC3E}">
        <p14:creationId xmlns:p14="http://schemas.microsoft.com/office/powerpoint/2010/main" val="4536109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21" name="texto">
            <a:extLst>
              <a:ext uri="{FF2B5EF4-FFF2-40B4-BE49-F238E27FC236}">
                <a16:creationId xmlns:a16="http://schemas.microsoft.com/office/drawing/2014/main" id="{C37EA3CB-08F1-4D6D-BC01-35F3C5847176}"/>
              </a:ext>
            </a:extLst>
          </p:cNvPr>
          <p:cNvSpPr>
            <a:spLocks noGrp="1"/>
          </p:cNvSpPr>
          <p:nvPr/>
        </p:nvSpPr>
        <p:spPr>
          <a:xfrm>
            <a:off x="609600" y="285750"/>
            <a:ext cx="10668000" cy="247650"/>
          </a:xfrm>
          <a:prstGeom prst="rect">
            <a:avLst/>
          </a:prstGeom>
          <a:noFill/>
          <a:ln w="0">
            <a:noFill/>
            <a:prstDash val="solid"/>
          </a:ln>
        </p:spPr>
        <p:txBody>
          <a:bodyPr wrap="square" lIns="0" tIns="0" rIns="0" bIns="0" anchor="t">
            <a:noAutofit/>
          </a:bodyPr>
          <a:lstStyle>
            <a:defPPr algn="l">
              <a:defRPr sz="1275" b="1">
                <a:solidFill>
                  <a:srgbClr val="087F88"/>
                </a:solidFill>
                <a:latin typeface="DejaVu Sans"/>
                <a:ea typeface="DejaVu Sans"/>
                <a:cs typeface="DejaVu Sans"/>
              </a:defRPr>
            </a:defPPr>
            <a:lvl1pPr algn="l">
              <a:defRPr sz="1275" b="1">
                <a:solidFill>
                  <a:srgbClr val="087F88"/>
                </a:solidFill>
                <a:latin typeface="DejaVu Sans"/>
                <a:ea typeface="DejaVu Sans"/>
                <a:cs typeface="DejaVu Sans"/>
              </a:defRPr>
            </a:lvl1pPr>
            <a:lvl2pPr algn="l">
              <a:defRPr sz="1275" b="1">
                <a:solidFill>
                  <a:srgbClr val="087F88"/>
                </a:solidFill>
                <a:latin typeface="DejaVu Sans"/>
                <a:ea typeface="DejaVu Sans"/>
                <a:cs typeface="DejaVu Sans"/>
              </a:defRPr>
            </a:lvl2pPr>
            <a:lvl3pPr algn="l">
              <a:defRPr sz="1275" b="1">
                <a:solidFill>
                  <a:srgbClr val="087F88"/>
                </a:solidFill>
                <a:latin typeface="DejaVu Sans"/>
                <a:ea typeface="DejaVu Sans"/>
                <a:cs typeface="DejaVu Sans"/>
              </a:defRPr>
            </a:lvl3pPr>
            <a:lvl4pPr algn="l">
              <a:defRPr sz="1275" b="1">
                <a:solidFill>
                  <a:srgbClr val="087F88"/>
                </a:solidFill>
                <a:latin typeface="DejaVu Sans"/>
                <a:ea typeface="DejaVu Sans"/>
                <a:cs typeface="DejaVu Sans"/>
              </a:defRPr>
            </a:lvl4pPr>
            <a:lvl5pPr algn="l">
              <a:defRPr sz="1275" b="1">
                <a:solidFill>
                  <a:srgbClr val="087F88"/>
                </a:solidFill>
                <a:latin typeface="DejaVu Sans"/>
                <a:ea typeface="DejaVu Sans"/>
                <a:cs typeface="DejaVu Sans"/>
              </a:defRPr>
            </a:lvl5pPr>
            <a:lvl6pPr algn="l">
              <a:defRPr sz="1275" b="1">
                <a:solidFill>
                  <a:srgbClr val="087F88"/>
                </a:solidFill>
                <a:latin typeface="DejaVu Sans"/>
                <a:ea typeface="DejaVu Sans"/>
                <a:cs typeface="DejaVu Sans"/>
              </a:defRPr>
            </a:lvl6pPr>
            <a:lvl7pPr algn="l">
              <a:defRPr sz="1275" b="1">
                <a:solidFill>
                  <a:srgbClr val="087F88"/>
                </a:solidFill>
                <a:latin typeface="DejaVu Sans"/>
                <a:ea typeface="DejaVu Sans"/>
                <a:cs typeface="DejaVu Sans"/>
              </a:defRPr>
            </a:lvl7pPr>
            <a:lvl8pPr algn="l">
              <a:defRPr sz="1275" b="1">
                <a:solidFill>
                  <a:srgbClr val="087F88"/>
                </a:solidFill>
                <a:latin typeface="DejaVu Sans"/>
                <a:ea typeface="DejaVu Sans"/>
                <a:cs typeface="DejaVu Sans"/>
              </a:defRPr>
            </a:lvl8pPr>
            <a:lvl9pPr algn="l">
              <a:defRPr sz="1275" b="1">
                <a:solidFill>
                  <a:srgbClr val="087F88"/>
                </a:solidFill>
                <a:latin typeface="DejaVu Sans"/>
                <a:ea typeface="DejaVu Sans"/>
                <a:cs typeface="DejaVu Sans"/>
              </a:defRPr>
            </a:lvl9pPr>
          </a:lstStyle>
          <a:p>
            <a:pPr algn="l">
              <a:defRPr sz="1275" b="1">
                <a:solidFill>
                  <a:srgbClr val="087F88"/>
                </a:solidFill>
                <a:latin typeface="DejaVu Sans"/>
                <a:ea typeface="DejaVu Sans"/>
                <a:cs typeface="DejaVu Sans"/>
              </a:defRPr>
            </a:pPr>
            <a:r>
              <a:rPr sz="1275" b="1">
                <a:solidFill>
                  <a:srgbClr val="087F88"/>
                </a:solidFill>
                <a:latin typeface="DejaVu Sans"/>
                <a:ea typeface="DejaVu Sans"/>
                <a:cs typeface="DejaVu Sans"/>
              </a:rPr>
              <a:t>FECHAMENTO</a:t>
            </a:r>
          </a:p>
        </p:txBody>
      </p:sp>
      <p:sp>
        <p:nvSpPr>
          <p:cNvPr id="2" name="texto">
            <a:extLst>
              <a:ext uri="{FF2B5EF4-FFF2-40B4-BE49-F238E27FC236}">
                <a16:creationId xmlns:a16="http://schemas.microsoft.com/office/drawing/2014/main" id="{459CCB1D-35F0-4F61-9F28-172C14E40F2B}"/>
              </a:ext>
            </a:extLst>
          </p:cNvPr>
          <p:cNvSpPr>
            <a:spLocks noGrp="1"/>
          </p:cNvSpPr>
          <p:nvPr/>
        </p:nvSpPr>
        <p:spPr>
          <a:xfrm>
            <a:off x="609600" y="685800"/>
            <a:ext cx="10972800" cy="1028700"/>
          </a:xfrm>
          <a:prstGeom prst="rect">
            <a:avLst/>
          </a:prstGeom>
          <a:noFill/>
          <a:ln w="0">
            <a:noFill/>
            <a:prstDash val="solid"/>
          </a:ln>
        </p:spPr>
        <p:txBody>
          <a:bodyPr wrap="square" lIns="0" tIns="0" rIns="0" bIns="0" anchor="t">
            <a:noAutofit/>
          </a:bodyPr>
          <a:lstStyle>
            <a:defPPr algn="l">
              <a:defRPr sz="3225" b="1">
                <a:solidFill>
                  <a:srgbClr val="123247"/>
                </a:solidFill>
                <a:latin typeface="DejaVu Sans"/>
                <a:ea typeface="DejaVu Sans"/>
                <a:cs typeface="DejaVu Sans"/>
              </a:defRPr>
            </a:defPPr>
            <a:lvl1pPr algn="l">
              <a:defRPr sz="3225" b="1">
                <a:solidFill>
                  <a:srgbClr val="123247"/>
                </a:solidFill>
                <a:latin typeface="DejaVu Sans"/>
                <a:ea typeface="DejaVu Sans"/>
                <a:cs typeface="DejaVu Sans"/>
              </a:defRPr>
            </a:lvl1pPr>
            <a:lvl2pPr algn="l">
              <a:defRPr sz="3225" b="1">
                <a:solidFill>
                  <a:srgbClr val="123247"/>
                </a:solidFill>
                <a:latin typeface="DejaVu Sans"/>
                <a:ea typeface="DejaVu Sans"/>
                <a:cs typeface="DejaVu Sans"/>
              </a:defRPr>
            </a:lvl2pPr>
            <a:lvl3pPr algn="l">
              <a:defRPr sz="3225" b="1">
                <a:solidFill>
                  <a:srgbClr val="123247"/>
                </a:solidFill>
                <a:latin typeface="DejaVu Sans"/>
                <a:ea typeface="DejaVu Sans"/>
                <a:cs typeface="DejaVu Sans"/>
              </a:defRPr>
            </a:lvl3pPr>
            <a:lvl4pPr algn="l">
              <a:defRPr sz="3225" b="1">
                <a:solidFill>
                  <a:srgbClr val="123247"/>
                </a:solidFill>
                <a:latin typeface="DejaVu Sans"/>
                <a:ea typeface="DejaVu Sans"/>
                <a:cs typeface="DejaVu Sans"/>
              </a:defRPr>
            </a:lvl4pPr>
            <a:lvl5pPr algn="l">
              <a:defRPr sz="3225" b="1">
                <a:solidFill>
                  <a:srgbClr val="123247"/>
                </a:solidFill>
                <a:latin typeface="DejaVu Sans"/>
                <a:ea typeface="DejaVu Sans"/>
                <a:cs typeface="DejaVu Sans"/>
              </a:defRPr>
            </a:lvl5pPr>
            <a:lvl6pPr algn="l">
              <a:defRPr sz="3225" b="1">
                <a:solidFill>
                  <a:srgbClr val="123247"/>
                </a:solidFill>
                <a:latin typeface="DejaVu Sans"/>
                <a:ea typeface="DejaVu Sans"/>
                <a:cs typeface="DejaVu Sans"/>
              </a:defRPr>
            </a:lvl6pPr>
            <a:lvl7pPr algn="l">
              <a:defRPr sz="3225" b="1">
                <a:solidFill>
                  <a:srgbClr val="123247"/>
                </a:solidFill>
                <a:latin typeface="DejaVu Sans"/>
                <a:ea typeface="DejaVu Sans"/>
                <a:cs typeface="DejaVu Sans"/>
              </a:defRPr>
            </a:lvl7pPr>
            <a:lvl8pPr algn="l">
              <a:defRPr sz="3225" b="1">
                <a:solidFill>
                  <a:srgbClr val="123247"/>
                </a:solidFill>
                <a:latin typeface="DejaVu Sans"/>
                <a:ea typeface="DejaVu Sans"/>
                <a:cs typeface="DejaVu Sans"/>
              </a:defRPr>
            </a:lvl8pPr>
            <a:lvl9pPr algn="l">
              <a:defRPr sz="3225" b="1">
                <a:solidFill>
                  <a:srgbClr val="123247"/>
                </a:solidFill>
                <a:latin typeface="DejaVu Sans"/>
                <a:ea typeface="DejaVu Sans"/>
                <a:cs typeface="DejaVu Sans"/>
              </a:defRPr>
            </a:lvl9pPr>
          </a:lstStyle>
          <a:p>
            <a:pPr algn="l">
              <a:defRPr sz="3225" b="1">
                <a:solidFill>
                  <a:srgbClr val="123247"/>
                </a:solidFill>
                <a:latin typeface="DejaVu Sans"/>
                <a:ea typeface="DejaVu Sans"/>
                <a:cs typeface="DejaVu Sans"/>
              </a:defRPr>
            </a:pPr>
            <a:r>
              <a:rPr sz="3225" b="1">
                <a:solidFill>
                  <a:srgbClr val="123247"/>
                </a:solidFill>
                <a:latin typeface="DejaVu Sans"/>
                <a:ea typeface="DejaVu Sans"/>
                <a:cs typeface="DejaVu Sans"/>
              </a:rPr>
              <a:t>Sequência de aplicação</a:t>
            </a:r>
          </a:p>
        </p:txBody>
      </p:sp>
      <p:sp>
        <p:nvSpPr>
          <p:cNvPr id="3" name="Straight Connector 2">
            <a:extLst>
              <a:ext uri="{FF2B5EF4-FFF2-40B4-BE49-F238E27FC236}">
                <a16:creationId xmlns:a16="http://schemas.microsoft.com/office/drawing/2014/main" id="{4E342931-DCBB-4C2E-891A-9E53250FF778}"/>
              </a:ext>
            </a:extLst>
          </p:cNvPr>
          <p:cNvSpPr>
            <a:spLocks noGrp="1"/>
          </p:cNvSpPr>
          <p:nvPr/>
        </p:nvSpPr>
        <p:spPr>
          <a:xfrm>
            <a:off x="609600" y="6438900"/>
            <a:ext cx="10972800" cy="0"/>
          </a:xfrm>
          <a:prstGeom prst="line">
            <a:avLst/>
          </a:prstGeom>
          <a:noFill/>
          <a:ln w="9525">
            <a:solidFill>
              <a:srgbClr val="DCE3E3"/>
            </a:solidFill>
            <a:prstDash val="solid"/>
          </a:ln>
        </p:spPr>
        <p:txBody>
          <a:bodyPr/>
          <a:lstStyle/>
          <a:p>
            <a:endParaRPr lang="en-GB"/>
          </a:p>
        </p:txBody>
      </p:sp>
      <p:sp>
        <p:nvSpPr>
          <p:cNvPr id="4" name="texto">
            <a:extLst>
              <a:ext uri="{FF2B5EF4-FFF2-40B4-BE49-F238E27FC236}">
                <a16:creationId xmlns:a16="http://schemas.microsoft.com/office/drawing/2014/main" id="{EBAEA5A5-2D38-4A80-B3A3-8D02E19FC4F0}"/>
              </a:ext>
            </a:extLst>
          </p:cNvPr>
          <p:cNvSpPr>
            <a:spLocks noGrp="1"/>
          </p:cNvSpPr>
          <p:nvPr/>
        </p:nvSpPr>
        <p:spPr>
          <a:xfrm>
            <a:off x="609600" y="6543675"/>
            <a:ext cx="8572500" cy="190500"/>
          </a:xfrm>
          <a:prstGeom prst="rect">
            <a:avLst/>
          </a:prstGeom>
          <a:noFill/>
          <a:ln w="0">
            <a:noFill/>
            <a:prstDash val="solid"/>
          </a:ln>
        </p:spPr>
        <p:txBody>
          <a:bodyPr wrap="square" lIns="0" tIns="0" rIns="0" bIns="0" anchor="t">
            <a:noAutofit/>
          </a:bodyPr>
          <a:lstStyle>
            <a:defPPr algn="l">
              <a:defRPr sz="975" b="0">
                <a:solidFill>
                  <a:srgbClr val="526873"/>
                </a:solidFill>
                <a:latin typeface="DejaVu Sans"/>
                <a:ea typeface="DejaVu Sans"/>
                <a:cs typeface="DejaVu Sans"/>
              </a:defRPr>
            </a:defPPr>
            <a:lvl1pPr algn="l">
              <a:defRPr sz="975" b="0">
                <a:solidFill>
                  <a:srgbClr val="526873"/>
                </a:solidFill>
                <a:latin typeface="DejaVu Sans"/>
                <a:ea typeface="DejaVu Sans"/>
                <a:cs typeface="DejaVu Sans"/>
              </a:defRPr>
            </a:lvl1pPr>
            <a:lvl2pPr algn="l">
              <a:defRPr sz="975" b="0">
                <a:solidFill>
                  <a:srgbClr val="526873"/>
                </a:solidFill>
                <a:latin typeface="DejaVu Sans"/>
                <a:ea typeface="DejaVu Sans"/>
                <a:cs typeface="DejaVu Sans"/>
              </a:defRPr>
            </a:lvl2pPr>
            <a:lvl3pPr algn="l">
              <a:defRPr sz="975" b="0">
                <a:solidFill>
                  <a:srgbClr val="526873"/>
                </a:solidFill>
                <a:latin typeface="DejaVu Sans"/>
                <a:ea typeface="DejaVu Sans"/>
                <a:cs typeface="DejaVu Sans"/>
              </a:defRPr>
            </a:lvl3pPr>
            <a:lvl4pPr algn="l">
              <a:defRPr sz="975" b="0">
                <a:solidFill>
                  <a:srgbClr val="526873"/>
                </a:solidFill>
                <a:latin typeface="DejaVu Sans"/>
                <a:ea typeface="DejaVu Sans"/>
                <a:cs typeface="DejaVu Sans"/>
              </a:defRPr>
            </a:lvl4pPr>
            <a:lvl5pPr algn="l">
              <a:defRPr sz="975" b="0">
                <a:solidFill>
                  <a:srgbClr val="526873"/>
                </a:solidFill>
                <a:latin typeface="DejaVu Sans"/>
                <a:ea typeface="DejaVu Sans"/>
                <a:cs typeface="DejaVu Sans"/>
              </a:defRPr>
            </a:lvl5pPr>
            <a:lvl6pPr algn="l">
              <a:defRPr sz="975" b="0">
                <a:solidFill>
                  <a:srgbClr val="526873"/>
                </a:solidFill>
                <a:latin typeface="DejaVu Sans"/>
                <a:ea typeface="DejaVu Sans"/>
                <a:cs typeface="DejaVu Sans"/>
              </a:defRPr>
            </a:lvl6pPr>
            <a:lvl7pPr algn="l">
              <a:defRPr sz="975" b="0">
                <a:solidFill>
                  <a:srgbClr val="526873"/>
                </a:solidFill>
                <a:latin typeface="DejaVu Sans"/>
                <a:ea typeface="DejaVu Sans"/>
                <a:cs typeface="DejaVu Sans"/>
              </a:defRPr>
            </a:lvl7pPr>
            <a:lvl8pPr algn="l">
              <a:defRPr sz="975" b="0">
                <a:solidFill>
                  <a:srgbClr val="526873"/>
                </a:solidFill>
                <a:latin typeface="DejaVu Sans"/>
                <a:ea typeface="DejaVu Sans"/>
                <a:cs typeface="DejaVu Sans"/>
              </a:defRPr>
            </a:lvl8pPr>
            <a:lvl9pPr algn="l">
              <a:defRPr sz="975" b="0">
                <a:solidFill>
                  <a:srgbClr val="526873"/>
                </a:solidFill>
                <a:latin typeface="DejaVu Sans"/>
                <a:ea typeface="DejaVu Sans"/>
                <a:cs typeface="DejaVu Sans"/>
              </a:defRPr>
            </a:lvl9pPr>
          </a:lstStyle>
          <a:p>
            <a:pPr algn="l">
              <a:defRPr sz="975" b="0">
                <a:solidFill>
                  <a:srgbClr val="526873"/>
                </a:solidFill>
                <a:latin typeface="DejaVu Sans"/>
                <a:ea typeface="DejaVu Sans"/>
                <a:cs typeface="DejaVu Sans"/>
              </a:defRPr>
            </a:pPr>
            <a:r>
              <a:rPr sz="975" b="0">
                <a:solidFill>
                  <a:srgbClr val="526873"/>
                </a:solidFill>
                <a:latin typeface="DejaVu Sans"/>
                <a:ea typeface="DejaVu Sans"/>
                <a:cs typeface="DejaVu Sans"/>
              </a:rPr>
              <a:t>REGIONALIZAÇÃO DE VAZÕES</a:t>
            </a:r>
          </a:p>
        </p:txBody>
      </p:sp>
      <p:sp>
        <p:nvSpPr>
          <p:cNvPr id="5" name="texto">
            <a:extLst>
              <a:ext uri="{FF2B5EF4-FFF2-40B4-BE49-F238E27FC236}">
                <a16:creationId xmlns:a16="http://schemas.microsoft.com/office/drawing/2014/main" id="{7C2BD99A-9BE4-45C9-9300-7C90BC16ED91}"/>
              </a:ext>
            </a:extLst>
          </p:cNvPr>
          <p:cNvSpPr>
            <a:spLocks noGrp="1"/>
          </p:cNvSpPr>
          <p:nvPr/>
        </p:nvSpPr>
        <p:spPr>
          <a:xfrm>
            <a:off x="10620375" y="6534150"/>
            <a:ext cx="962025" cy="209550"/>
          </a:xfrm>
          <a:prstGeom prst="rect">
            <a:avLst/>
          </a:prstGeom>
          <a:noFill/>
          <a:ln w="0">
            <a:noFill/>
            <a:prstDash val="solid"/>
          </a:ln>
        </p:spPr>
        <p:txBody>
          <a:bodyPr wrap="square" lIns="0" tIns="0" rIns="0" bIns="0" anchor="t">
            <a:noAutofit/>
          </a:bodyPr>
          <a:lstStyle>
            <a:defPPr algn="r">
              <a:defRPr sz="1050" b="0">
                <a:solidFill>
                  <a:srgbClr val="526873"/>
                </a:solidFill>
                <a:latin typeface="DejaVu Sans"/>
                <a:ea typeface="DejaVu Sans"/>
                <a:cs typeface="DejaVu Sans"/>
              </a:defRPr>
            </a:defPPr>
            <a:lvl1pPr algn="r">
              <a:defRPr sz="1050" b="0">
                <a:solidFill>
                  <a:srgbClr val="526873"/>
                </a:solidFill>
                <a:latin typeface="DejaVu Sans"/>
                <a:ea typeface="DejaVu Sans"/>
                <a:cs typeface="DejaVu Sans"/>
              </a:defRPr>
            </a:lvl1pPr>
            <a:lvl2pPr algn="r">
              <a:defRPr sz="1050" b="0">
                <a:solidFill>
                  <a:srgbClr val="526873"/>
                </a:solidFill>
                <a:latin typeface="DejaVu Sans"/>
                <a:ea typeface="DejaVu Sans"/>
                <a:cs typeface="DejaVu Sans"/>
              </a:defRPr>
            </a:lvl2pPr>
            <a:lvl3pPr algn="r">
              <a:defRPr sz="1050" b="0">
                <a:solidFill>
                  <a:srgbClr val="526873"/>
                </a:solidFill>
                <a:latin typeface="DejaVu Sans"/>
                <a:ea typeface="DejaVu Sans"/>
                <a:cs typeface="DejaVu Sans"/>
              </a:defRPr>
            </a:lvl3pPr>
            <a:lvl4pPr algn="r">
              <a:defRPr sz="1050" b="0">
                <a:solidFill>
                  <a:srgbClr val="526873"/>
                </a:solidFill>
                <a:latin typeface="DejaVu Sans"/>
                <a:ea typeface="DejaVu Sans"/>
                <a:cs typeface="DejaVu Sans"/>
              </a:defRPr>
            </a:lvl4pPr>
            <a:lvl5pPr algn="r">
              <a:defRPr sz="1050" b="0">
                <a:solidFill>
                  <a:srgbClr val="526873"/>
                </a:solidFill>
                <a:latin typeface="DejaVu Sans"/>
                <a:ea typeface="DejaVu Sans"/>
                <a:cs typeface="DejaVu Sans"/>
              </a:defRPr>
            </a:lvl5pPr>
            <a:lvl6pPr algn="r">
              <a:defRPr sz="1050" b="0">
                <a:solidFill>
                  <a:srgbClr val="526873"/>
                </a:solidFill>
                <a:latin typeface="DejaVu Sans"/>
                <a:ea typeface="DejaVu Sans"/>
                <a:cs typeface="DejaVu Sans"/>
              </a:defRPr>
            </a:lvl6pPr>
            <a:lvl7pPr algn="r">
              <a:defRPr sz="1050" b="0">
                <a:solidFill>
                  <a:srgbClr val="526873"/>
                </a:solidFill>
                <a:latin typeface="DejaVu Sans"/>
                <a:ea typeface="DejaVu Sans"/>
                <a:cs typeface="DejaVu Sans"/>
              </a:defRPr>
            </a:lvl7pPr>
            <a:lvl8pPr algn="r">
              <a:defRPr sz="1050" b="0">
                <a:solidFill>
                  <a:srgbClr val="526873"/>
                </a:solidFill>
                <a:latin typeface="DejaVu Sans"/>
                <a:ea typeface="DejaVu Sans"/>
                <a:cs typeface="DejaVu Sans"/>
              </a:defRPr>
            </a:lvl8pPr>
            <a:lvl9pPr algn="r">
              <a:defRPr sz="1050" b="0">
                <a:solidFill>
                  <a:srgbClr val="526873"/>
                </a:solidFill>
                <a:latin typeface="DejaVu Sans"/>
                <a:ea typeface="DejaVu Sans"/>
                <a:cs typeface="DejaVu Sans"/>
              </a:defRPr>
            </a:lvl9pPr>
          </a:lstStyle>
          <a:p>
            <a:pPr algn="r">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32 / 38</a:t>
            </a:r>
          </a:p>
        </p:txBody>
      </p:sp>
      <p:sp>
        <p:nvSpPr>
          <p:cNvPr id="6" name="texto">
            <a:extLst>
              <a:ext uri="{FF2B5EF4-FFF2-40B4-BE49-F238E27FC236}">
                <a16:creationId xmlns:a16="http://schemas.microsoft.com/office/drawing/2014/main" id="{1571BE3C-3690-4230-8B09-07E7C2F012E1}"/>
              </a:ext>
            </a:extLst>
          </p:cNvPr>
          <p:cNvSpPr>
            <a:spLocks noGrp="1"/>
          </p:cNvSpPr>
          <p:nvPr/>
        </p:nvSpPr>
        <p:spPr>
          <a:xfrm>
            <a:off x="609600" y="1809750"/>
            <a:ext cx="809625" cy="504825"/>
          </a:xfrm>
          <a:prstGeom prst="rect">
            <a:avLst/>
          </a:prstGeom>
          <a:noFill/>
          <a:ln w="0">
            <a:noFill/>
            <a:prstDash val="solid"/>
          </a:ln>
        </p:spPr>
        <p:txBody>
          <a:bodyPr wrap="square" lIns="0" tIns="0" rIns="0" bIns="0" anchor="t">
            <a:noAutofit/>
          </a:bodyPr>
          <a:lstStyle>
            <a:defPPr algn="l">
              <a:defRPr sz="2625" b="1">
                <a:solidFill>
                  <a:srgbClr val="087F88"/>
                </a:solidFill>
                <a:latin typeface="DejaVu Sans"/>
                <a:ea typeface="DejaVu Sans"/>
                <a:cs typeface="DejaVu Sans"/>
              </a:defRPr>
            </a:defPPr>
            <a:lvl1pPr algn="l">
              <a:defRPr sz="2625" b="1">
                <a:solidFill>
                  <a:srgbClr val="087F88"/>
                </a:solidFill>
                <a:latin typeface="DejaVu Sans"/>
                <a:ea typeface="DejaVu Sans"/>
                <a:cs typeface="DejaVu Sans"/>
              </a:defRPr>
            </a:lvl1pPr>
            <a:lvl2pPr algn="l">
              <a:defRPr sz="2625" b="1">
                <a:solidFill>
                  <a:srgbClr val="087F88"/>
                </a:solidFill>
                <a:latin typeface="DejaVu Sans"/>
                <a:ea typeface="DejaVu Sans"/>
                <a:cs typeface="DejaVu Sans"/>
              </a:defRPr>
            </a:lvl2pPr>
            <a:lvl3pPr algn="l">
              <a:defRPr sz="2625" b="1">
                <a:solidFill>
                  <a:srgbClr val="087F88"/>
                </a:solidFill>
                <a:latin typeface="DejaVu Sans"/>
                <a:ea typeface="DejaVu Sans"/>
                <a:cs typeface="DejaVu Sans"/>
              </a:defRPr>
            </a:lvl3pPr>
            <a:lvl4pPr algn="l">
              <a:defRPr sz="2625" b="1">
                <a:solidFill>
                  <a:srgbClr val="087F88"/>
                </a:solidFill>
                <a:latin typeface="DejaVu Sans"/>
                <a:ea typeface="DejaVu Sans"/>
                <a:cs typeface="DejaVu Sans"/>
              </a:defRPr>
            </a:lvl4pPr>
            <a:lvl5pPr algn="l">
              <a:defRPr sz="2625" b="1">
                <a:solidFill>
                  <a:srgbClr val="087F88"/>
                </a:solidFill>
                <a:latin typeface="DejaVu Sans"/>
                <a:ea typeface="DejaVu Sans"/>
                <a:cs typeface="DejaVu Sans"/>
              </a:defRPr>
            </a:lvl5pPr>
            <a:lvl6pPr algn="l">
              <a:defRPr sz="2625" b="1">
                <a:solidFill>
                  <a:srgbClr val="087F88"/>
                </a:solidFill>
                <a:latin typeface="DejaVu Sans"/>
                <a:ea typeface="DejaVu Sans"/>
                <a:cs typeface="DejaVu Sans"/>
              </a:defRPr>
            </a:lvl6pPr>
            <a:lvl7pPr algn="l">
              <a:defRPr sz="2625" b="1">
                <a:solidFill>
                  <a:srgbClr val="087F88"/>
                </a:solidFill>
                <a:latin typeface="DejaVu Sans"/>
                <a:ea typeface="DejaVu Sans"/>
                <a:cs typeface="DejaVu Sans"/>
              </a:defRPr>
            </a:lvl7pPr>
            <a:lvl8pPr algn="l">
              <a:defRPr sz="2625" b="1">
                <a:solidFill>
                  <a:srgbClr val="087F88"/>
                </a:solidFill>
                <a:latin typeface="DejaVu Sans"/>
                <a:ea typeface="DejaVu Sans"/>
                <a:cs typeface="DejaVu Sans"/>
              </a:defRPr>
            </a:lvl8pPr>
            <a:lvl9pPr algn="l">
              <a:defRPr sz="2625" b="1">
                <a:solidFill>
                  <a:srgbClr val="087F88"/>
                </a:solidFill>
                <a:latin typeface="DejaVu Sans"/>
                <a:ea typeface="DejaVu Sans"/>
                <a:cs typeface="DejaVu Sans"/>
              </a:defRPr>
            </a:lvl9pPr>
          </a:lstStyle>
          <a:p>
            <a:pPr algn="l">
              <a:defRPr sz="2625" b="1">
                <a:solidFill>
                  <a:srgbClr val="087F88"/>
                </a:solidFill>
                <a:latin typeface="DejaVu Sans"/>
                <a:ea typeface="DejaVu Sans"/>
                <a:cs typeface="DejaVu Sans"/>
              </a:defRPr>
            </a:pPr>
            <a:r>
              <a:rPr sz="2625" b="1">
                <a:solidFill>
                  <a:srgbClr val="087F88"/>
                </a:solidFill>
                <a:latin typeface="DejaVu Sans"/>
                <a:ea typeface="DejaVu Sans"/>
                <a:cs typeface="DejaVu Sans"/>
              </a:rPr>
              <a:t>01</a:t>
            </a:r>
          </a:p>
        </p:txBody>
      </p:sp>
      <p:sp>
        <p:nvSpPr>
          <p:cNvPr id="7" name="texto">
            <a:extLst>
              <a:ext uri="{FF2B5EF4-FFF2-40B4-BE49-F238E27FC236}">
                <a16:creationId xmlns:a16="http://schemas.microsoft.com/office/drawing/2014/main" id="{C50F6474-CF5A-4549-A615-D5EAA65D3F93}"/>
              </a:ext>
            </a:extLst>
          </p:cNvPr>
          <p:cNvSpPr>
            <a:spLocks noGrp="1"/>
          </p:cNvSpPr>
          <p:nvPr/>
        </p:nvSpPr>
        <p:spPr>
          <a:xfrm>
            <a:off x="1562100" y="1809750"/>
            <a:ext cx="3114675" cy="466725"/>
          </a:xfrm>
          <a:prstGeom prst="rect">
            <a:avLst/>
          </a:prstGeom>
          <a:noFill/>
          <a:ln w="0">
            <a:noFill/>
            <a:prstDash val="solid"/>
          </a:ln>
        </p:spPr>
        <p:txBody>
          <a:bodyPr wrap="square" lIns="0" tIns="0" rIns="0" bIns="0" anchor="t">
            <a:noAutofit/>
          </a:bodyPr>
          <a:lstStyle>
            <a:defPPr algn="l">
              <a:defRPr sz="2175" b="1">
                <a:solidFill>
                  <a:srgbClr val="123247"/>
                </a:solidFill>
                <a:latin typeface="DejaVu Sans"/>
                <a:ea typeface="DejaVu Sans"/>
                <a:cs typeface="DejaVu Sans"/>
              </a:defRPr>
            </a:defPPr>
            <a:lvl1pPr algn="l">
              <a:defRPr sz="2175" b="1">
                <a:solidFill>
                  <a:srgbClr val="123247"/>
                </a:solidFill>
                <a:latin typeface="DejaVu Sans"/>
                <a:ea typeface="DejaVu Sans"/>
                <a:cs typeface="DejaVu Sans"/>
              </a:defRPr>
            </a:lvl1pPr>
            <a:lvl2pPr algn="l">
              <a:defRPr sz="2175" b="1">
                <a:solidFill>
                  <a:srgbClr val="123247"/>
                </a:solidFill>
                <a:latin typeface="DejaVu Sans"/>
                <a:ea typeface="DejaVu Sans"/>
                <a:cs typeface="DejaVu Sans"/>
              </a:defRPr>
            </a:lvl2pPr>
            <a:lvl3pPr algn="l">
              <a:defRPr sz="2175" b="1">
                <a:solidFill>
                  <a:srgbClr val="123247"/>
                </a:solidFill>
                <a:latin typeface="DejaVu Sans"/>
                <a:ea typeface="DejaVu Sans"/>
                <a:cs typeface="DejaVu Sans"/>
              </a:defRPr>
            </a:lvl3pPr>
            <a:lvl4pPr algn="l">
              <a:defRPr sz="2175" b="1">
                <a:solidFill>
                  <a:srgbClr val="123247"/>
                </a:solidFill>
                <a:latin typeface="DejaVu Sans"/>
                <a:ea typeface="DejaVu Sans"/>
                <a:cs typeface="DejaVu Sans"/>
              </a:defRPr>
            </a:lvl4pPr>
            <a:lvl5pPr algn="l">
              <a:defRPr sz="2175" b="1">
                <a:solidFill>
                  <a:srgbClr val="123247"/>
                </a:solidFill>
                <a:latin typeface="DejaVu Sans"/>
                <a:ea typeface="DejaVu Sans"/>
                <a:cs typeface="DejaVu Sans"/>
              </a:defRPr>
            </a:lvl5pPr>
            <a:lvl6pPr algn="l">
              <a:defRPr sz="2175" b="1">
                <a:solidFill>
                  <a:srgbClr val="123247"/>
                </a:solidFill>
                <a:latin typeface="DejaVu Sans"/>
                <a:ea typeface="DejaVu Sans"/>
                <a:cs typeface="DejaVu Sans"/>
              </a:defRPr>
            </a:lvl6pPr>
            <a:lvl7pPr algn="l">
              <a:defRPr sz="2175" b="1">
                <a:solidFill>
                  <a:srgbClr val="123247"/>
                </a:solidFill>
                <a:latin typeface="DejaVu Sans"/>
                <a:ea typeface="DejaVu Sans"/>
                <a:cs typeface="DejaVu Sans"/>
              </a:defRPr>
            </a:lvl7pPr>
            <a:lvl8pPr algn="l">
              <a:defRPr sz="2175" b="1">
                <a:solidFill>
                  <a:srgbClr val="123247"/>
                </a:solidFill>
                <a:latin typeface="DejaVu Sans"/>
                <a:ea typeface="DejaVu Sans"/>
                <a:cs typeface="DejaVu Sans"/>
              </a:defRPr>
            </a:lvl8pPr>
            <a:lvl9pPr algn="l">
              <a:defRPr sz="2175" b="1">
                <a:solidFill>
                  <a:srgbClr val="123247"/>
                </a:solidFill>
                <a:latin typeface="DejaVu Sans"/>
                <a:ea typeface="DejaVu Sans"/>
                <a:cs typeface="DejaVu Sans"/>
              </a:defRPr>
            </a:lvl9pPr>
          </a:lstStyle>
          <a:p>
            <a:pPr algn="l">
              <a:defRPr sz="2175" b="1">
                <a:solidFill>
                  <a:srgbClr val="123247"/>
                </a:solidFill>
                <a:latin typeface="DejaVu Sans"/>
                <a:ea typeface="DejaVu Sans"/>
                <a:cs typeface="DejaVu Sans"/>
              </a:defRPr>
            </a:pPr>
            <a:r>
              <a:rPr sz="2175" b="1">
                <a:solidFill>
                  <a:srgbClr val="123247"/>
                </a:solidFill>
                <a:latin typeface="DejaVu Sans"/>
                <a:ea typeface="DejaVu Sans"/>
                <a:cs typeface="DejaVu Sans"/>
              </a:rPr>
              <a:t>Base consistente</a:t>
            </a:r>
          </a:p>
        </p:txBody>
      </p:sp>
      <p:sp>
        <p:nvSpPr>
          <p:cNvPr id="8" name="texto">
            <a:extLst>
              <a:ext uri="{FF2B5EF4-FFF2-40B4-BE49-F238E27FC236}">
                <a16:creationId xmlns:a16="http://schemas.microsoft.com/office/drawing/2014/main" id="{E659DE4C-E477-4108-BB18-38068C780FCA}"/>
              </a:ext>
            </a:extLst>
          </p:cNvPr>
          <p:cNvSpPr>
            <a:spLocks noGrp="1"/>
          </p:cNvSpPr>
          <p:nvPr/>
        </p:nvSpPr>
        <p:spPr>
          <a:xfrm>
            <a:off x="4810125" y="1809750"/>
            <a:ext cx="6772275" cy="685800"/>
          </a:xfrm>
          <a:prstGeom prst="rect">
            <a:avLst/>
          </a:prstGeom>
          <a:noFill/>
          <a:ln w="0">
            <a:noFill/>
            <a:prstDash val="solid"/>
          </a:ln>
        </p:spPr>
        <p:txBody>
          <a:bodyPr wrap="square" lIns="0" tIns="0" rIns="0" bIns="0" anchor="t">
            <a:noAutofit/>
          </a:bodyPr>
          <a:lstStyle>
            <a:defPPr algn="l">
              <a:defRPr sz="1875" b="0">
                <a:solidFill>
                  <a:srgbClr val="193647"/>
                </a:solidFill>
                <a:latin typeface="DejaVu Sans"/>
                <a:ea typeface="DejaVu Sans"/>
                <a:cs typeface="DejaVu Sans"/>
              </a:defRPr>
            </a:defPPr>
            <a:lvl1pPr algn="l">
              <a:defRPr sz="1875" b="0">
                <a:solidFill>
                  <a:srgbClr val="193647"/>
                </a:solidFill>
                <a:latin typeface="DejaVu Sans"/>
                <a:ea typeface="DejaVu Sans"/>
                <a:cs typeface="DejaVu Sans"/>
              </a:defRPr>
            </a:lvl1pPr>
            <a:lvl2pPr algn="l">
              <a:defRPr sz="1875" b="0">
                <a:solidFill>
                  <a:srgbClr val="193647"/>
                </a:solidFill>
                <a:latin typeface="DejaVu Sans"/>
                <a:ea typeface="DejaVu Sans"/>
                <a:cs typeface="DejaVu Sans"/>
              </a:defRPr>
            </a:lvl2pPr>
            <a:lvl3pPr algn="l">
              <a:defRPr sz="1875" b="0">
                <a:solidFill>
                  <a:srgbClr val="193647"/>
                </a:solidFill>
                <a:latin typeface="DejaVu Sans"/>
                <a:ea typeface="DejaVu Sans"/>
                <a:cs typeface="DejaVu Sans"/>
              </a:defRPr>
            </a:lvl3pPr>
            <a:lvl4pPr algn="l">
              <a:defRPr sz="1875" b="0">
                <a:solidFill>
                  <a:srgbClr val="193647"/>
                </a:solidFill>
                <a:latin typeface="DejaVu Sans"/>
                <a:ea typeface="DejaVu Sans"/>
                <a:cs typeface="DejaVu Sans"/>
              </a:defRPr>
            </a:lvl4pPr>
            <a:lvl5pPr algn="l">
              <a:defRPr sz="1875" b="0">
                <a:solidFill>
                  <a:srgbClr val="193647"/>
                </a:solidFill>
                <a:latin typeface="DejaVu Sans"/>
                <a:ea typeface="DejaVu Sans"/>
                <a:cs typeface="DejaVu Sans"/>
              </a:defRPr>
            </a:lvl5pPr>
            <a:lvl6pPr algn="l">
              <a:defRPr sz="1875" b="0">
                <a:solidFill>
                  <a:srgbClr val="193647"/>
                </a:solidFill>
                <a:latin typeface="DejaVu Sans"/>
                <a:ea typeface="DejaVu Sans"/>
                <a:cs typeface="DejaVu Sans"/>
              </a:defRPr>
            </a:lvl6pPr>
            <a:lvl7pPr algn="l">
              <a:defRPr sz="1875" b="0">
                <a:solidFill>
                  <a:srgbClr val="193647"/>
                </a:solidFill>
                <a:latin typeface="DejaVu Sans"/>
                <a:ea typeface="DejaVu Sans"/>
                <a:cs typeface="DejaVu Sans"/>
              </a:defRPr>
            </a:lvl7pPr>
            <a:lvl8pPr algn="l">
              <a:defRPr sz="1875" b="0">
                <a:solidFill>
                  <a:srgbClr val="193647"/>
                </a:solidFill>
                <a:latin typeface="DejaVu Sans"/>
                <a:ea typeface="DejaVu Sans"/>
                <a:cs typeface="DejaVu Sans"/>
              </a:defRPr>
            </a:lvl8pPr>
            <a:lvl9pPr algn="l">
              <a:defRPr sz="1875" b="0">
                <a:solidFill>
                  <a:srgbClr val="193647"/>
                </a:solidFill>
                <a:latin typeface="DejaVu Sans"/>
                <a:ea typeface="DejaVu Sans"/>
                <a:cs typeface="DejaVu Sans"/>
              </a:defRPr>
            </a:lvl9pPr>
          </a:lstStyle>
          <a:p>
            <a:pPr algn="l">
              <a:defRPr sz="1875" b="0">
                <a:solidFill>
                  <a:srgbClr val="193647"/>
                </a:solidFill>
                <a:latin typeface="DejaVu Sans"/>
                <a:ea typeface="DejaVu Sans"/>
                <a:cs typeface="DejaVu Sans"/>
              </a:defRPr>
            </a:pPr>
            <a:r>
              <a:rPr sz="1875" b="0">
                <a:solidFill>
                  <a:srgbClr val="193647"/>
                </a:solidFill>
                <a:latin typeface="DejaVu Sans"/>
                <a:ea typeface="DejaVu Sans"/>
                <a:cs typeface="DejaVu Sans"/>
              </a:rPr>
              <a:t>Definir o alvo e preparar séries e atributos.</a:t>
            </a:r>
          </a:p>
        </p:txBody>
      </p:sp>
      <p:sp>
        <p:nvSpPr>
          <p:cNvPr id="9" name="texto">
            <a:extLst>
              <a:ext uri="{FF2B5EF4-FFF2-40B4-BE49-F238E27FC236}">
                <a16:creationId xmlns:a16="http://schemas.microsoft.com/office/drawing/2014/main" id="{1D1AC1D0-90E0-4417-8681-D6E92E04AA2E}"/>
              </a:ext>
            </a:extLst>
          </p:cNvPr>
          <p:cNvSpPr>
            <a:spLocks noGrp="1"/>
          </p:cNvSpPr>
          <p:nvPr/>
        </p:nvSpPr>
        <p:spPr>
          <a:xfrm>
            <a:off x="609600" y="2619375"/>
            <a:ext cx="809625" cy="504825"/>
          </a:xfrm>
          <a:prstGeom prst="rect">
            <a:avLst/>
          </a:prstGeom>
          <a:noFill/>
          <a:ln w="0">
            <a:noFill/>
            <a:prstDash val="solid"/>
          </a:ln>
        </p:spPr>
        <p:txBody>
          <a:bodyPr wrap="square" lIns="0" tIns="0" rIns="0" bIns="0" anchor="t">
            <a:noAutofit/>
          </a:bodyPr>
          <a:lstStyle>
            <a:defPPr algn="l">
              <a:defRPr sz="2625" b="1">
                <a:solidFill>
                  <a:srgbClr val="C47B23"/>
                </a:solidFill>
                <a:latin typeface="DejaVu Sans"/>
                <a:ea typeface="DejaVu Sans"/>
                <a:cs typeface="DejaVu Sans"/>
              </a:defRPr>
            </a:defPPr>
            <a:lvl1pPr algn="l">
              <a:defRPr sz="2625" b="1">
                <a:solidFill>
                  <a:srgbClr val="C47B23"/>
                </a:solidFill>
                <a:latin typeface="DejaVu Sans"/>
                <a:ea typeface="DejaVu Sans"/>
                <a:cs typeface="DejaVu Sans"/>
              </a:defRPr>
            </a:lvl1pPr>
            <a:lvl2pPr algn="l">
              <a:defRPr sz="2625" b="1">
                <a:solidFill>
                  <a:srgbClr val="C47B23"/>
                </a:solidFill>
                <a:latin typeface="DejaVu Sans"/>
                <a:ea typeface="DejaVu Sans"/>
                <a:cs typeface="DejaVu Sans"/>
              </a:defRPr>
            </a:lvl2pPr>
            <a:lvl3pPr algn="l">
              <a:defRPr sz="2625" b="1">
                <a:solidFill>
                  <a:srgbClr val="C47B23"/>
                </a:solidFill>
                <a:latin typeface="DejaVu Sans"/>
                <a:ea typeface="DejaVu Sans"/>
                <a:cs typeface="DejaVu Sans"/>
              </a:defRPr>
            </a:lvl3pPr>
            <a:lvl4pPr algn="l">
              <a:defRPr sz="2625" b="1">
                <a:solidFill>
                  <a:srgbClr val="C47B23"/>
                </a:solidFill>
                <a:latin typeface="DejaVu Sans"/>
                <a:ea typeface="DejaVu Sans"/>
                <a:cs typeface="DejaVu Sans"/>
              </a:defRPr>
            </a:lvl4pPr>
            <a:lvl5pPr algn="l">
              <a:defRPr sz="2625" b="1">
                <a:solidFill>
                  <a:srgbClr val="C47B23"/>
                </a:solidFill>
                <a:latin typeface="DejaVu Sans"/>
                <a:ea typeface="DejaVu Sans"/>
                <a:cs typeface="DejaVu Sans"/>
              </a:defRPr>
            </a:lvl5pPr>
            <a:lvl6pPr algn="l">
              <a:defRPr sz="2625" b="1">
                <a:solidFill>
                  <a:srgbClr val="C47B23"/>
                </a:solidFill>
                <a:latin typeface="DejaVu Sans"/>
                <a:ea typeface="DejaVu Sans"/>
                <a:cs typeface="DejaVu Sans"/>
              </a:defRPr>
            </a:lvl6pPr>
            <a:lvl7pPr algn="l">
              <a:defRPr sz="2625" b="1">
                <a:solidFill>
                  <a:srgbClr val="C47B23"/>
                </a:solidFill>
                <a:latin typeface="DejaVu Sans"/>
                <a:ea typeface="DejaVu Sans"/>
                <a:cs typeface="DejaVu Sans"/>
              </a:defRPr>
            </a:lvl7pPr>
            <a:lvl8pPr algn="l">
              <a:defRPr sz="2625" b="1">
                <a:solidFill>
                  <a:srgbClr val="C47B23"/>
                </a:solidFill>
                <a:latin typeface="DejaVu Sans"/>
                <a:ea typeface="DejaVu Sans"/>
                <a:cs typeface="DejaVu Sans"/>
              </a:defRPr>
            </a:lvl8pPr>
            <a:lvl9pPr algn="l">
              <a:defRPr sz="2625" b="1">
                <a:solidFill>
                  <a:srgbClr val="C47B23"/>
                </a:solidFill>
                <a:latin typeface="DejaVu Sans"/>
                <a:ea typeface="DejaVu Sans"/>
                <a:cs typeface="DejaVu Sans"/>
              </a:defRPr>
            </a:lvl9pPr>
          </a:lstStyle>
          <a:p>
            <a:pPr algn="l">
              <a:defRPr sz="2625" b="1">
                <a:solidFill>
                  <a:srgbClr val="C47B23"/>
                </a:solidFill>
                <a:latin typeface="DejaVu Sans"/>
                <a:ea typeface="DejaVu Sans"/>
                <a:cs typeface="DejaVu Sans"/>
              </a:defRPr>
            </a:pPr>
            <a:r>
              <a:rPr sz="2625" b="1">
                <a:solidFill>
                  <a:srgbClr val="C47B23"/>
                </a:solidFill>
                <a:latin typeface="DejaVu Sans"/>
                <a:ea typeface="DejaVu Sans"/>
                <a:cs typeface="DejaVu Sans"/>
              </a:rPr>
              <a:t>02</a:t>
            </a:r>
          </a:p>
        </p:txBody>
      </p:sp>
      <p:sp>
        <p:nvSpPr>
          <p:cNvPr id="10" name="texto">
            <a:extLst>
              <a:ext uri="{FF2B5EF4-FFF2-40B4-BE49-F238E27FC236}">
                <a16:creationId xmlns:a16="http://schemas.microsoft.com/office/drawing/2014/main" id="{DE6E21EE-4A26-42CF-92FF-555D144FE9F8}"/>
              </a:ext>
            </a:extLst>
          </p:cNvPr>
          <p:cNvSpPr>
            <a:spLocks noGrp="1"/>
          </p:cNvSpPr>
          <p:nvPr/>
        </p:nvSpPr>
        <p:spPr>
          <a:xfrm>
            <a:off x="1562100" y="2619375"/>
            <a:ext cx="3114675" cy="466725"/>
          </a:xfrm>
          <a:prstGeom prst="rect">
            <a:avLst/>
          </a:prstGeom>
          <a:noFill/>
          <a:ln w="0">
            <a:noFill/>
            <a:prstDash val="solid"/>
          </a:ln>
        </p:spPr>
        <p:txBody>
          <a:bodyPr wrap="square" lIns="0" tIns="0" rIns="0" bIns="0" anchor="t">
            <a:noAutofit/>
          </a:bodyPr>
          <a:lstStyle>
            <a:defPPr algn="l">
              <a:defRPr sz="2175" b="1">
                <a:solidFill>
                  <a:srgbClr val="123247"/>
                </a:solidFill>
                <a:latin typeface="DejaVu Sans"/>
                <a:ea typeface="DejaVu Sans"/>
                <a:cs typeface="DejaVu Sans"/>
              </a:defRPr>
            </a:defPPr>
            <a:lvl1pPr algn="l">
              <a:defRPr sz="2175" b="1">
                <a:solidFill>
                  <a:srgbClr val="123247"/>
                </a:solidFill>
                <a:latin typeface="DejaVu Sans"/>
                <a:ea typeface="DejaVu Sans"/>
                <a:cs typeface="DejaVu Sans"/>
              </a:defRPr>
            </a:lvl1pPr>
            <a:lvl2pPr algn="l">
              <a:defRPr sz="2175" b="1">
                <a:solidFill>
                  <a:srgbClr val="123247"/>
                </a:solidFill>
                <a:latin typeface="DejaVu Sans"/>
                <a:ea typeface="DejaVu Sans"/>
                <a:cs typeface="DejaVu Sans"/>
              </a:defRPr>
            </a:lvl2pPr>
            <a:lvl3pPr algn="l">
              <a:defRPr sz="2175" b="1">
                <a:solidFill>
                  <a:srgbClr val="123247"/>
                </a:solidFill>
                <a:latin typeface="DejaVu Sans"/>
                <a:ea typeface="DejaVu Sans"/>
                <a:cs typeface="DejaVu Sans"/>
              </a:defRPr>
            </a:lvl3pPr>
            <a:lvl4pPr algn="l">
              <a:defRPr sz="2175" b="1">
                <a:solidFill>
                  <a:srgbClr val="123247"/>
                </a:solidFill>
                <a:latin typeface="DejaVu Sans"/>
                <a:ea typeface="DejaVu Sans"/>
                <a:cs typeface="DejaVu Sans"/>
              </a:defRPr>
            </a:lvl4pPr>
            <a:lvl5pPr algn="l">
              <a:defRPr sz="2175" b="1">
                <a:solidFill>
                  <a:srgbClr val="123247"/>
                </a:solidFill>
                <a:latin typeface="DejaVu Sans"/>
                <a:ea typeface="DejaVu Sans"/>
                <a:cs typeface="DejaVu Sans"/>
              </a:defRPr>
            </a:lvl5pPr>
            <a:lvl6pPr algn="l">
              <a:defRPr sz="2175" b="1">
                <a:solidFill>
                  <a:srgbClr val="123247"/>
                </a:solidFill>
                <a:latin typeface="DejaVu Sans"/>
                <a:ea typeface="DejaVu Sans"/>
                <a:cs typeface="DejaVu Sans"/>
              </a:defRPr>
            </a:lvl6pPr>
            <a:lvl7pPr algn="l">
              <a:defRPr sz="2175" b="1">
                <a:solidFill>
                  <a:srgbClr val="123247"/>
                </a:solidFill>
                <a:latin typeface="DejaVu Sans"/>
                <a:ea typeface="DejaVu Sans"/>
                <a:cs typeface="DejaVu Sans"/>
              </a:defRPr>
            </a:lvl7pPr>
            <a:lvl8pPr algn="l">
              <a:defRPr sz="2175" b="1">
                <a:solidFill>
                  <a:srgbClr val="123247"/>
                </a:solidFill>
                <a:latin typeface="DejaVu Sans"/>
                <a:ea typeface="DejaVu Sans"/>
                <a:cs typeface="DejaVu Sans"/>
              </a:defRPr>
            </a:lvl8pPr>
            <a:lvl9pPr algn="l">
              <a:defRPr sz="2175" b="1">
                <a:solidFill>
                  <a:srgbClr val="123247"/>
                </a:solidFill>
                <a:latin typeface="DejaVu Sans"/>
                <a:ea typeface="DejaVu Sans"/>
                <a:cs typeface="DejaVu Sans"/>
              </a:defRPr>
            </a:lvl9pPr>
          </a:lstStyle>
          <a:p>
            <a:pPr algn="l">
              <a:defRPr sz="2175" b="1">
                <a:solidFill>
                  <a:srgbClr val="123247"/>
                </a:solidFill>
                <a:latin typeface="DejaVu Sans"/>
                <a:ea typeface="DejaVu Sans"/>
                <a:cs typeface="DejaVu Sans"/>
              </a:defRPr>
            </a:pPr>
            <a:r>
              <a:rPr sz="2175" b="1">
                <a:solidFill>
                  <a:srgbClr val="123247"/>
                </a:solidFill>
                <a:latin typeface="DejaVu Sans"/>
                <a:ea typeface="DejaVu Sans"/>
                <a:cs typeface="DejaVu Sans"/>
              </a:rPr>
              <a:t>Regiões candidatas</a:t>
            </a:r>
          </a:p>
        </p:txBody>
      </p:sp>
      <p:sp>
        <p:nvSpPr>
          <p:cNvPr id="11" name="texto">
            <a:extLst>
              <a:ext uri="{FF2B5EF4-FFF2-40B4-BE49-F238E27FC236}">
                <a16:creationId xmlns:a16="http://schemas.microsoft.com/office/drawing/2014/main" id="{1E772E11-43A3-4B89-AC1F-E1C84909B91E}"/>
              </a:ext>
            </a:extLst>
          </p:cNvPr>
          <p:cNvSpPr>
            <a:spLocks noGrp="1"/>
          </p:cNvSpPr>
          <p:nvPr/>
        </p:nvSpPr>
        <p:spPr>
          <a:xfrm>
            <a:off x="4810125" y="2619375"/>
            <a:ext cx="6772275" cy="685800"/>
          </a:xfrm>
          <a:prstGeom prst="rect">
            <a:avLst/>
          </a:prstGeom>
          <a:noFill/>
          <a:ln w="0">
            <a:noFill/>
            <a:prstDash val="solid"/>
          </a:ln>
        </p:spPr>
        <p:txBody>
          <a:bodyPr wrap="square" lIns="0" tIns="0" rIns="0" bIns="0" anchor="t">
            <a:noAutofit/>
          </a:bodyPr>
          <a:lstStyle>
            <a:defPPr algn="l">
              <a:defRPr sz="1875" b="0">
                <a:solidFill>
                  <a:srgbClr val="193647"/>
                </a:solidFill>
                <a:latin typeface="DejaVu Sans"/>
                <a:ea typeface="DejaVu Sans"/>
                <a:cs typeface="DejaVu Sans"/>
              </a:defRPr>
            </a:defPPr>
            <a:lvl1pPr algn="l">
              <a:defRPr sz="1875" b="0">
                <a:solidFill>
                  <a:srgbClr val="193647"/>
                </a:solidFill>
                <a:latin typeface="DejaVu Sans"/>
                <a:ea typeface="DejaVu Sans"/>
                <a:cs typeface="DejaVu Sans"/>
              </a:defRPr>
            </a:lvl1pPr>
            <a:lvl2pPr algn="l">
              <a:defRPr sz="1875" b="0">
                <a:solidFill>
                  <a:srgbClr val="193647"/>
                </a:solidFill>
                <a:latin typeface="DejaVu Sans"/>
                <a:ea typeface="DejaVu Sans"/>
                <a:cs typeface="DejaVu Sans"/>
              </a:defRPr>
            </a:lvl2pPr>
            <a:lvl3pPr algn="l">
              <a:defRPr sz="1875" b="0">
                <a:solidFill>
                  <a:srgbClr val="193647"/>
                </a:solidFill>
                <a:latin typeface="DejaVu Sans"/>
                <a:ea typeface="DejaVu Sans"/>
                <a:cs typeface="DejaVu Sans"/>
              </a:defRPr>
            </a:lvl3pPr>
            <a:lvl4pPr algn="l">
              <a:defRPr sz="1875" b="0">
                <a:solidFill>
                  <a:srgbClr val="193647"/>
                </a:solidFill>
                <a:latin typeface="DejaVu Sans"/>
                <a:ea typeface="DejaVu Sans"/>
                <a:cs typeface="DejaVu Sans"/>
              </a:defRPr>
            </a:lvl4pPr>
            <a:lvl5pPr algn="l">
              <a:defRPr sz="1875" b="0">
                <a:solidFill>
                  <a:srgbClr val="193647"/>
                </a:solidFill>
                <a:latin typeface="DejaVu Sans"/>
                <a:ea typeface="DejaVu Sans"/>
                <a:cs typeface="DejaVu Sans"/>
              </a:defRPr>
            </a:lvl5pPr>
            <a:lvl6pPr algn="l">
              <a:defRPr sz="1875" b="0">
                <a:solidFill>
                  <a:srgbClr val="193647"/>
                </a:solidFill>
                <a:latin typeface="DejaVu Sans"/>
                <a:ea typeface="DejaVu Sans"/>
                <a:cs typeface="DejaVu Sans"/>
              </a:defRPr>
            </a:lvl6pPr>
            <a:lvl7pPr algn="l">
              <a:defRPr sz="1875" b="0">
                <a:solidFill>
                  <a:srgbClr val="193647"/>
                </a:solidFill>
                <a:latin typeface="DejaVu Sans"/>
                <a:ea typeface="DejaVu Sans"/>
                <a:cs typeface="DejaVu Sans"/>
              </a:defRPr>
            </a:lvl7pPr>
            <a:lvl8pPr algn="l">
              <a:defRPr sz="1875" b="0">
                <a:solidFill>
                  <a:srgbClr val="193647"/>
                </a:solidFill>
                <a:latin typeface="DejaVu Sans"/>
                <a:ea typeface="DejaVu Sans"/>
                <a:cs typeface="DejaVu Sans"/>
              </a:defRPr>
            </a:lvl8pPr>
            <a:lvl9pPr algn="l">
              <a:defRPr sz="1875" b="0">
                <a:solidFill>
                  <a:srgbClr val="193647"/>
                </a:solidFill>
                <a:latin typeface="DejaVu Sans"/>
                <a:ea typeface="DejaVu Sans"/>
                <a:cs typeface="DejaVu Sans"/>
              </a:defRPr>
            </a:lvl9pPr>
          </a:lstStyle>
          <a:p>
            <a:pPr algn="l">
              <a:defRPr sz="1875" b="0">
                <a:solidFill>
                  <a:srgbClr val="193647"/>
                </a:solidFill>
                <a:latin typeface="DejaVu Sans"/>
                <a:ea typeface="DejaVu Sans"/>
                <a:cs typeface="DejaVu Sans"/>
              </a:defRPr>
            </a:pPr>
            <a:r>
              <a:rPr sz="1875" b="0">
                <a:solidFill>
                  <a:srgbClr val="193647"/>
                </a:solidFill>
                <a:latin typeface="DejaVu Sans"/>
                <a:ea typeface="DejaVu Sans"/>
                <a:cs typeface="DejaVu Sans"/>
              </a:rPr>
              <a:t>Comparar k-means e Ward; avaliar a escolha de K.</a:t>
            </a:r>
          </a:p>
        </p:txBody>
      </p:sp>
      <p:sp>
        <p:nvSpPr>
          <p:cNvPr id="12" name="texto">
            <a:extLst>
              <a:ext uri="{FF2B5EF4-FFF2-40B4-BE49-F238E27FC236}">
                <a16:creationId xmlns:a16="http://schemas.microsoft.com/office/drawing/2014/main" id="{7E997D66-8075-4F0F-99CF-55540B31B7AE}"/>
              </a:ext>
            </a:extLst>
          </p:cNvPr>
          <p:cNvSpPr>
            <a:spLocks noGrp="1"/>
          </p:cNvSpPr>
          <p:nvPr/>
        </p:nvSpPr>
        <p:spPr>
          <a:xfrm>
            <a:off x="609600" y="3429000"/>
            <a:ext cx="809625" cy="504825"/>
          </a:xfrm>
          <a:prstGeom prst="rect">
            <a:avLst/>
          </a:prstGeom>
          <a:noFill/>
          <a:ln w="0">
            <a:noFill/>
            <a:prstDash val="solid"/>
          </a:ln>
        </p:spPr>
        <p:txBody>
          <a:bodyPr wrap="square" lIns="0" tIns="0" rIns="0" bIns="0" anchor="t">
            <a:noAutofit/>
          </a:bodyPr>
          <a:lstStyle>
            <a:defPPr algn="l">
              <a:defRPr sz="2625" b="1">
                <a:solidFill>
                  <a:srgbClr val="995A80"/>
                </a:solidFill>
                <a:latin typeface="DejaVu Sans"/>
                <a:ea typeface="DejaVu Sans"/>
                <a:cs typeface="DejaVu Sans"/>
              </a:defRPr>
            </a:defPPr>
            <a:lvl1pPr algn="l">
              <a:defRPr sz="2625" b="1">
                <a:solidFill>
                  <a:srgbClr val="995A80"/>
                </a:solidFill>
                <a:latin typeface="DejaVu Sans"/>
                <a:ea typeface="DejaVu Sans"/>
                <a:cs typeface="DejaVu Sans"/>
              </a:defRPr>
            </a:lvl1pPr>
            <a:lvl2pPr algn="l">
              <a:defRPr sz="2625" b="1">
                <a:solidFill>
                  <a:srgbClr val="995A80"/>
                </a:solidFill>
                <a:latin typeface="DejaVu Sans"/>
                <a:ea typeface="DejaVu Sans"/>
                <a:cs typeface="DejaVu Sans"/>
              </a:defRPr>
            </a:lvl2pPr>
            <a:lvl3pPr algn="l">
              <a:defRPr sz="2625" b="1">
                <a:solidFill>
                  <a:srgbClr val="995A80"/>
                </a:solidFill>
                <a:latin typeface="DejaVu Sans"/>
                <a:ea typeface="DejaVu Sans"/>
                <a:cs typeface="DejaVu Sans"/>
              </a:defRPr>
            </a:lvl3pPr>
            <a:lvl4pPr algn="l">
              <a:defRPr sz="2625" b="1">
                <a:solidFill>
                  <a:srgbClr val="995A80"/>
                </a:solidFill>
                <a:latin typeface="DejaVu Sans"/>
                <a:ea typeface="DejaVu Sans"/>
                <a:cs typeface="DejaVu Sans"/>
              </a:defRPr>
            </a:lvl4pPr>
            <a:lvl5pPr algn="l">
              <a:defRPr sz="2625" b="1">
                <a:solidFill>
                  <a:srgbClr val="995A80"/>
                </a:solidFill>
                <a:latin typeface="DejaVu Sans"/>
                <a:ea typeface="DejaVu Sans"/>
                <a:cs typeface="DejaVu Sans"/>
              </a:defRPr>
            </a:lvl5pPr>
            <a:lvl6pPr algn="l">
              <a:defRPr sz="2625" b="1">
                <a:solidFill>
                  <a:srgbClr val="995A80"/>
                </a:solidFill>
                <a:latin typeface="DejaVu Sans"/>
                <a:ea typeface="DejaVu Sans"/>
                <a:cs typeface="DejaVu Sans"/>
              </a:defRPr>
            </a:lvl6pPr>
            <a:lvl7pPr algn="l">
              <a:defRPr sz="2625" b="1">
                <a:solidFill>
                  <a:srgbClr val="995A80"/>
                </a:solidFill>
                <a:latin typeface="DejaVu Sans"/>
                <a:ea typeface="DejaVu Sans"/>
                <a:cs typeface="DejaVu Sans"/>
              </a:defRPr>
            </a:lvl7pPr>
            <a:lvl8pPr algn="l">
              <a:defRPr sz="2625" b="1">
                <a:solidFill>
                  <a:srgbClr val="995A80"/>
                </a:solidFill>
                <a:latin typeface="DejaVu Sans"/>
                <a:ea typeface="DejaVu Sans"/>
                <a:cs typeface="DejaVu Sans"/>
              </a:defRPr>
            </a:lvl8pPr>
            <a:lvl9pPr algn="l">
              <a:defRPr sz="2625" b="1">
                <a:solidFill>
                  <a:srgbClr val="995A80"/>
                </a:solidFill>
                <a:latin typeface="DejaVu Sans"/>
                <a:ea typeface="DejaVu Sans"/>
                <a:cs typeface="DejaVu Sans"/>
              </a:defRPr>
            </a:lvl9pPr>
          </a:lstStyle>
          <a:p>
            <a:pPr algn="l">
              <a:defRPr sz="2625" b="1">
                <a:solidFill>
                  <a:srgbClr val="995A80"/>
                </a:solidFill>
                <a:latin typeface="DejaVu Sans"/>
                <a:ea typeface="DejaVu Sans"/>
                <a:cs typeface="DejaVu Sans"/>
              </a:defRPr>
            </a:pPr>
            <a:r>
              <a:rPr sz="2625" b="1">
                <a:solidFill>
                  <a:srgbClr val="995A80"/>
                </a:solidFill>
                <a:latin typeface="DejaVu Sans"/>
                <a:ea typeface="DejaVu Sans"/>
                <a:cs typeface="DejaVu Sans"/>
              </a:rPr>
              <a:t>03</a:t>
            </a:r>
          </a:p>
        </p:txBody>
      </p:sp>
      <p:sp>
        <p:nvSpPr>
          <p:cNvPr id="13" name="texto">
            <a:extLst>
              <a:ext uri="{FF2B5EF4-FFF2-40B4-BE49-F238E27FC236}">
                <a16:creationId xmlns:a16="http://schemas.microsoft.com/office/drawing/2014/main" id="{096CE9EB-C891-4254-ABE0-388FF0612CEF}"/>
              </a:ext>
            </a:extLst>
          </p:cNvPr>
          <p:cNvSpPr>
            <a:spLocks noGrp="1"/>
          </p:cNvSpPr>
          <p:nvPr/>
        </p:nvSpPr>
        <p:spPr>
          <a:xfrm>
            <a:off x="1562100" y="3429000"/>
            <a:ext cx="3114675" cy="466725"/>
          </a:xfrm>
          <a:prstGeom prst="rect">
            <a:avLst/>
          </a:prstGeom>
          <a:noFill/>
          <a:ln w="0">
            <a:noFill/>
            <a:prstDash val="solid"/>
          </a:ln>
        </p:spPr>
        <p:txBody>
          <a:bodyPr wrap="square" lIns="0" tIns="0" rIns="0" bIns="0" anchor="t">
            <a:noAutofit/>
          </a:bodyPr>
          <a:lstStyle>
            <a:defPPr algn="l">
              <a:defRPr sz="2175" b="1">
                <a:solidFill>
                  <a:srgbClr val="123247"/>
                </a:solidFill>
                <a:latin typeface="DejaVu Sans"/>
                <a:ea typeface="DejaVu Sans"/>
                <a:cs typeface="DejaVu Sans"/>
              </a:defRPr>
            </a:defPPr>
            <a:lvl1pPr algn="l">
              <a:defRPr sz="2175" b="1">
                <a:solidFill>
                  <a:srgbClr val="123247"/>
                </a:solidFill>
                <a:latin typeface="DejaVu Sans"/>
                <a:ea typeface="DejaVu Sans"/>
                <a:cs typeface="DejaVu Sans"/>
              </a:defRPr>
            </a:lvl1pPr>
            <a:lvl2pPr algn="l">
              <a:defRPr sz="2175" b="1">
                <a:solidFill>
                  <a:srgbClr val="123247"/>
                </a:solidFill>
                <a:latin typeface="DejaVu Sans"/>
                <a:ea typeface="DejaVu Sans"/>
                <a:cs typeface="DejaVu Sans"/>
              </a:defRPr>
            </a:lvl2pPr>
            <a:lvl3pPr algn="l">
              <a:defRPr sz="2175" b="1">
                <a:solidFill>
                  <a:srgbClr val="123247"/>
                </a:solidFill>
                <a:latin typeface="DejaVu Sans"/>
                <a:ea typeface="DejaVu Sans"/>
                <a:cs typeface="DejaVu Sans"/>
              </a:defRPr>
            </a:lvl3pPr>
            <a:lvl4pPr algn="l">
              <a:defRPr sz="2175" b="1">
                <a:solidFill>
                  <a:srgbClr val="123247"/>
                </a:solidFill>
                <a:latin typeface="DejaVu Sans"/>
                <a:ea typeface="DejaVu Sans"/>
                <a:cs typeface="DejaVu Sans"/>
              </a:defRPr>
            </a:lvl4pPr>
            <a:lvl5pPr algn="l">
              <a:defRPr sz="2175" b="1">
                <a:solidFill>
                  <a:srgbClr val="123247"/>
                </a:solidFill>
                <a:latin typeface="DejaVu Sans"/>
                <a:ea typeface="DejaVu Sans"/>
                <a:cs typeface="DejaVu Sans"/>
              </a:defRPr>
            </a:lvl5pPr>
            <a:lvl6pPr algn="l">
              <a:defRPr sz="2175" b="1">
                <a:solidFill>
                  <a:srgbClr val="123247"/>
                </a:solidFill>
                <a:latin typeface="DejaVu Sans"/>
                <a:ea typeface="DejaVu Sans"/>
                <a:cs typeface="DejaVu Sans"/>
              </a:defRPr>
            </a:lvl6pPr>
            <a:lvl7pPr algn="l">
              <a:defRPr sz="2175" b="1">
                <a:solidFill>
                  <a:srgbClr val="123247"/>
                </a:solidFill>
                <a:latin typeface="DejaVu Sans"/>
                <a:ea typeface="DejaVu Sans"/>
                <a:cs typeface="DejaVu Sans"/>
              </a:defRPr>
            </a:lvl7pPr>
            <a:lvl8pPr algn="l">
              <a:defRPr sz="2175" b="1">
                <a:solidFill>
                  <a:srgbClr val="123247"/>
                </a:solidFill>
                <a:latin typeface="DejaVu Sans"/>
                <a:ea typeface="DejaVu Sans"/>
                <a:cs typeface="DejaVu Sans"/>
              </a:defRPr>
            </a:lvl8pPr>
            <a:lvl9pPr algn="l">
              <a:defRPr sz="2175" b="1">
                <a:solidFill>
                  <a:srgbClr val="123247"/>
                </a:solidFill>
                <a:latin typeface="DejaVu Sans"/>
                <a:ea typeface="DejaVu Sans"/>
                <a:cs typeface="DejaVu Sans"/>
              </a:defRPr>
            </a:lvl9pPr>
          </a:lstStyle>
          <a:p>
            <a:pPr algn="l">
              <a:defRPr sz="2175" b="1">
                <a:solidFill>
                  <a:srgbClr val="123247"/>
                </a:solidFill>
                <a:latin typeface="DejaVu Sans"/>
                <a:ea typeface="DejaVu Sans"/>
                <a:cs typeface="DejaVu Sans"/>
              </a:defRPr>
            </a:pPr>
            <a:r>
              <a:rPr sz="2175" b="1">
                <a:solidFill>
                  <a:srgbClr val="123247"/>
                </a:solidFill>
                <a:latin typeface="DejaVu Sans"/>
                <a:ea typeface="DejaVu Sans"/>
                <a:cs typeface="DejaVu Sans"/>
              </a:rPr>
              <a:t>Diagnóstico</a:t>
            </a:r>
          </a:p>
        </p:txBody>
      </p:sp>
      <p:sp>
        <p:nvSpPr>
          <p:cNvPr id="14" name="texto">
            <a:extLst>
              <a:ext uri="{FF2B5EF4-FFF2-40B4-BE49-F238E27FC236}">
                <a16:creationId xmlns:a16="http://schemas.microsoft.com/office/drawing/2014/main" id="{EF24AB62-3E51-48CA-8FFC-299E050BAE18}"/>
              </a:ext>
            </a:extLst>
          </p:cNvPr>
          <p:cNvSpPr>
            <a:spLocks noGrp="1"/>
          </p:cNvSpPr>
          <p:nvPr/>
        </p:nvSpPr>
        <p:spPr>
          <a:xfrm>
            <a:off x="4810125" y="3429000"/>
            <a:ext cx="6772275" cy="685800"/>
          </a:xfrm>
          <a:prstGeom prst="rect">
            <a:avLst/>
          </a:prstGeom>
          <a:noFill/>
          <a:ln w="0">
            <a:noFill/>
            <a:prstDash val="solid"/>
          </a:ln>
        </p:spPr>
        <p:txBody>
          <a:bodyPr wrap="square" lIns="0" tIns="0" rIns="0" bIns="0" anchor="t">
            <a:noAutofit/>
          </a:bodyPr>
          <a:lstStyle>
            <a:defPPr algn="l">
              <a:defRPr sz="1875" b="0">
                <a:solidFill>
                  <a:srgbClr val="193647"/>
                </a:solidFill>
                <a:latin typeface="DejaVu Sans"/>
                <a:ea typeface="DejaVu Sans"/>
                <a:cs typeface="DejaVu Sans"/>
              </a:defRPr>
            </a:defPPr>
            <a:lvl1pPr algn="l">
              <a:defRPr sz="1875" b="0">
                <a:solidFill>
                  <a:srgbClr val="193647"/>
                </a:solidFill>
                <a:latin typeface="DejaVu Sans"/>
                <a:ea typeface="DejaVu Sans"/>
                <a:cs typeface="DejaVu Sans"/>
              </a:defRPr>
            </a:lvl1pPr>
            <a:lvl2pPr algn="l">
              <a:defRPr sz="1875" b="0">
                <a:solidFill>
                  <a:srgbClr val="193647"/>
                </a:solidFill>
                <a:latin typeface="DejaVu Sans"/>
                <a:ea typeface="DejaVu Sans"/>
                <a:cs typeface="DejaVu Sans"/>
              </a:defRPr>
            </a:lvl2pPr>
            <a:lvl3pPr algn="l">
              <a:defRPr sz="1875" b="0">
                <a:solidFill>
                  <a:srgbClr val="193647"/>
                </a:solidFill>
                <a:latin typeface="DejaVu Sans"/>
                <a:ea typeface="DejaVu Sans"/>
                <a:cs typeface="DejaVu Sans"/>
              </a:defRPr>
            </a:lvl3pPr>
            <a:lvl4pPr algn="l">
              <a:defRPr sz="1875" b="0">
                <a:solidFill>
                  <a:srgbClr val="193647"/>
                </a:solidFill>
                <a:latin typeface="DejaVu Sans"/>
                <a:ea typeface="DejaVu Sans"/>
                <a:cs typeface="DejaVu Sans"/>
              </a:defRPr>
            </a:lvl4pPr>
            <a:lvl5pPr algn="l">
              <a:defRPr sz="1875" b="0">
                <a:solidFill>
                  <a:srgbClr val="193647"/>
                </a:solidFill>
                <a:latin typeface="DejaVu Sans"/>
                <a:ea typeface="DejaVu Sans"/>
                <a:cs typeface="DejaVu Sans"/>
              </a:defRPr>
            </a:lvl5pPr>
            <a:lvl6pPr algn="l">
              <a:defRPr sz="1875" b="0">
                <a:solidFill>
                  <a:srgbClr val="193647"/>
                </a:solidFill>
                <a:latin typeface="DejaVu Sans"/>
                <a:ea typeface="DejaVu Sans"/>
                <a:cs typeface="DejaVu Sans"/>
              </a:defRPr>
            </a:lvl6pPr>
            <a:lvl7pPr algn="l">
              <a:defRPr sz="1875" b="0">
                <a:solidFill>
                  <a:srgbClr val="193647"/>
                </a:solidFill>
                <a:latin typeface="DejaVu Sans"/>
                <a:ea typeface="DejaVu Sans"/>
                <a:cs typeface="DejaVu Sans"/>
              </a:defRPr>
            </a:lvl7pPr>
            <a:lvl8pPr algn="l">
              <a:defRPr sz="1875" b="0">
                <a:solidFill>
                  <a:srgbClr val="193647"/>
                </a:solidFill>
                <a:latin typeface="DejaVu Sans"/>
                <a:ea typeface="DejaVu Sans"/>
                <a:cs typeface="DejaVu Sans"/>
              </a:defRPr>
            </a:lvl8pPr>
            <a:lvl9pPr algn="l">
              <a:defRPr sz="1875" b="0">
                <a:solidFill>
                  <a:srgbClr val="193647"/>
                </a:solidFill>
                <a:latin typeface="DejaVu Sans"/>
                <a:ea typeface="DejaVu Sans"/>
                <a:cs typeface="DejaVu Sans"/>
              </a:defRPr>
            </a:lvl9pPr>
          </a:lstStyle>
          <a:p>
            <a:pPr algn="l">
              <a:defRPr sz="1875" b="0">
                <a:solidFill>
                  <a:srgbClr val="193647"/>
                </a:solidFill>
                <a:latin typeface="DejaVu Sans"/>
                <a:ea typeface="DejaVu Sans"/>
                <a:cs typeface="DejaVu Sans"/>
              </a:defRPr>
            </a:pPr>
            <a:r>
              <a:rPr sz="1875" b="0">
                <a:solidFill>
                  <a:srgbClr val="193647"/>
                </a:solidFill>
                <a:latin typeface="DejaVu Sans"/>
                <a:ea typeface="DejaVu Sans"/>
                <a:cs typeface="DejaVu Sans"/>
              </a:rPr>
              <a:t>Investigar Dᵢ e avaliar H₁ na análise de cheias.</a:t>
            </a:r>
          </a:p>
        </p:txBody>
      </p:sp>
      <p:sp>
        <p:nvSpPr>
          <p:cNvPr id="15" name="texto">
            <a:extLst>
              <a:ext uri="{FF2B5EF4-FFF2-40B4-BE49-F238E27FC236}">
                <a16:creationId xmlns:a16="http://schemas.microsoft.com/office/drawing/2014/main" id="{BAB87F03-1962-49E5-8FB1-BEB05BDDB1A3}"/>
              </a:ext>
            </a:extLst>
          </p:cNvPr>
          <p:cNvSpPr>
            <a:spLocks noGrp="1"/>
          </p:cNvSpPr>
          <p:nvPr/>
        </p:nvSpPr>
        <p:spPr>
          <a:xfrm>
            <a:off x="609600" y="4238625"/>
            <a:ext cx="809625" cy="504825"/>
          </a:xfrm>
          <a:prstGeom prst="rect">
            <a:avLst/>
          </a:prstGeom>
          <a:noFill/>
          <a:ln w="0">
            <a:noFill/>
            <a:prstDash val="solid"/>
          </a:ln>
        </p:spPr>
        <p:txBody>
          <a:bodyPr wrap="square" lIns="0" tIns="0" rIns="0" bIns="0" anchor="t">
            <a:noAutofit/>
          </a:bodyPr>
          <a:lstStyle>
            <a:defPPr algn="l">
              <a:defRPr sz="2625" b="1">
                <a:solidFill>
                  <a:srgbClr val="087F88"/>
                </a:solidFill>
                <a:latin typeface="DejaVu Sans"/>
                <a:ea typeface="DejaVu Sans"/>
                <a:cs typeface="DejaVu Sans"/>
              </a:defRPr>
            </a:defPPr>
            <a:lvl1pPr algn="l">
              <a:defRPr sz="2625" b="1">
                <a:solidFill>
                  <a:srgbClr val="087F88"/>
                </a:solidFill>
                <a:latin typeface="DejaVu Sans"/>
                <a:ea typeface="DejaVu Sans"/>
                <a:cs typeface="DejaVu Sans"/>
              </a:defRPr>
            </a:lvl1pPr>
            <a:lvl2pPr algn="l">
              <a:defRPr sz="2625" b="1">
                <a:solidFill>
                  <a:srgbClr val="087F88"/>
                </a:solidFill>
                <a:latin typeface="DejaVu Sans"/>
                <a:ea typeface="DejaVu Sans"/>
                <a:cs typeface="DejaVu Sans"/>
              </a:defRPr>
            </a:lvl2pPr>
            <a:lvl3pPr algn="l">
              <a:defRPr sz="2625" b="1">
                <a:solidFill>
                  <a:srgbClr val="087F88"/>
                </a:solidFill>
                <a:latin typeface="DejaVu Sans"/>
                <a:ea typeface="DejaVu Sans"/>
                <a:cs typeface="DejaVu Sans"/>
              </a:defRPr>
            </a:lvl3pPr>
            <a:lvl4pPr algn="l">
              <a:defRPr sz="2625" b="1">
                <a:solidFill>
                  <a:srgbClr val="087F88"/>
                </a:solidFill>
                <a:latin typeface="DejaVu Sans"/>
                <a:ea typeface="DejaVu Sans"/>
                <a:cs typeface="DejaVu Sans"/>
              </a:defRPr>
            </a:lvl4pPr>
            <a:lvl5pPr algn="l">
              <a:defRPr sz="2625" b="1">
                <a:solidFill>
                  <a:srgbClr val="087F88"/>
                </a:solidFill>
                <a:latin typeface="DejaVu Sans"/>
                <a:ea typeface="DejaVu Sans"/>
                <a:cs typeface="DejaVu Sans"/>
              </a:defRPr>
            </a:lvl5pPr>
            <a:lvl6pPr algn="l">
              <a:defRPr sz="2625" b="1">
                <a:solidFill>
                  <a:srgbClr val="087F88"/>
                </a:solidFill>
                <a:latin typeface="DejaVu Sans"/>
                <a:ea typeface="DejaVu Sans"/>
                <a:cs typeface="DejaVu Sans"/>
              </a:defRPr>
            </a:lvl6pPr>
            <a:lvl7pPr algn="l">
              <a:defRPr sz="2625" b="1">
                <a:solidFill>
                  <a:srgbClr val="087F88"/>
                </a:solidFill>
                <a:latin typeface="DejaVu Sans"/>
                <a:ea typeface="DejaVu Sans"/>
                <a:cs typeface="DejaVu Sans"/>
              </a:defRPr>
            </a:lvl7pPr>
            <a:lvl8pPr algn="l">
              <a:defRPr sz="2625" b="1">
                <a:solidFill>
                  <a:srgbClr val="087F88"/>
                </a:solidFill>
                <a:latin typeface="DejaVu Sans"/>
                <a:ea typeface="DejaVu Sans"/>
                <a:cs typeface="DejaVu Sans"/>
              </a:defRPr>
            </a:lvl8pPr>
            <a:lvl9pPr algn="l">
              <a:defRPr sz="2625" b="1">
                <a:solidFill>
                  <a:srgbClr val="087F88"/>
                </a:solidFill>
                <a:latin typeface="DejaVu Sans"/>
                <a:ea typeface="DejaVu Sans"/>
                <a:cs typeface="DejaVu Sans"/>
              </a:defRPr>
            </a:lvl9pPr>
          </a:lstStyle>
          <a:p>
            <a:pPr algn="l">
              <a:defRPr sz="2625" b="1">
                <a:solidFill>
                  <a:srgbClr val="087F88"/>
                </a:solidFill>
                <a:latin typeface="DejaVu Sans"/>
                <a:ea typeface="DejaVu Sans"/>
                <a:cs typeface="DejaVu Sans"/>
              </a:defRPr>
            </a:pPr>
            <a:r>
              <a:rPr sz="2625" b="1">
                <a:solidFill>
                  <a:srgbClr val="087F88"/>
                </a:solidFill>
                <a:latin typeface="DejaVu Sans"/>
                <a:ea typeface="DejaVu Sans"/>
                <a:cs typeface="DejaVu Sans"/>
              </a:rPr>
              <a:t>04</a:t>
            </a:r>
          </a:p>
        </p:txBody>
      </p:sp>
      <p:sp>
        <p:nvSpPr>
          <p:cNvPr id="16" name="texto">
            <a:extLst>
              <a:ext uri="{FF2B5EF4-FFF2-40B4-BE49-F238E27FC236}">
                <a16:creationId xmlns:a16="http://schemas.microsoft.com/office/drawing/2014/main" id="{A02867C7-A34A-4D23-8679-49AAF71DAE12}"/>
              </a:ext>
            </a:extLst>
          </p:cNvPr>
          <p:cNvSpPr>
            <a:spLocks noGrp="1"/>
          </p:cNvSpPr>
          <p:nvPr/>
        </p:nvSpPr>
        <p:spPr>
          <a:xfrm>
            <a:off x="1562100" y="4238625"/>
            <a:ext cx="3114675" cy="466725"/>
          </a:xfrm>
          <a:prstGeom prst="rect">
            <a:avLst/>
          </a:prstGeom>
          <a:noFill/>
          <a:ln w="0">
            <a:noFill/>
            <a:prstDash val="solid"/>
          </a:ln>
        </p:spPr>
        <p:txBody>
          <a:bodyPr wrap="square" lIns="0" tIns="0" rIns="0" bIns="0" anchor="t">
            <a:noAutofit/>
          </a:bodyPr>
          <a:lstStyle>
            <a:defPPr algn="l">
              <a:defRPr sz="2175" b="1">
                <a:solidFill>
                  <a:srgbClr val="123247"/>
                </a:solidFill>
                <a:latin typeface="DejaVu Sans"/>
                <a:ea typeface="DejaVu Sans"/>
                <a:cs typeface="DejaVu Sans"/>
              </a:defRPr>
            </a:defPPr>
            <a:lvl1pPr algn="l">
              <a:defRPr sz="2175" b="1">
                <a:solidFill>
                  <a:srgbClr val="123247"/>
                </a:solidFill>
                <a:latin typeface="DejaVu Sans"/>
                <a:ea typeface="DejaVu Sans"/>
                <a:cs typeface="DejaVu Sans"/>
              </a:defRPr>
            </a:lvl1pPr>
            <a:lvl2pPr algn="l">
              <a:defRPr sz="2175" b="1">
                <a:solidFill>
                  <a:srgbClr val="123247"/>
                </a:solidFill>
                <a:latin typeface="DejaVu Sans"/>
                <a:ea typeface="DejaVu Sans"/>
                <a:cs typeface="DejaVu Sans"/>
              </a:defRPr>
            </a:lvl2pPr>
            <a:lvl3pPr algn="l">
              <a:defRPr sz="2175" b="1">
                <a:solidFill>
                  <a:srgbClr val="123247"/>
                </a:solidFill>
                <a:latin typeface="DejaVu Sans"/>
                <a:ea typeface="DejaVu Sans"/>
                <a:cs typeface="DejaVu Sans"/>
              </a:defRPr>
            </a:lvl3pPr>
            <a:lvl4pPr algn="l">
              <a:defRPr sz="2175" b="1">
                <a:solidFill>
                  <a:srgbClr val="123247"/>
                </a:solidFill>
                <a:latin typeface="DejaVu Sans"/>
                <a:ea typeface="DejaVu Sans"/>
                <a:cs typeface="DejaVu Sans"/>
              </a:defRPr>
            </a:lvl4pPr>
            <a:lvl5pPr algn="l">
              <a:defRPr sz="2175" b="1">
                <a:solidFill>
                  <a:srgbClr val="123247"/>
                </a:solidFill>
                <a:latin typeface="DejaVu Sans"/>
                <a:ea typeface="DejaVu Sans"/>
                <a:cs typeface="DejaVu Sans"/>
              </a:defRPr>
            </a:lvl5pPr>
            <a:lvl6pPr algn="l">
              <a:defRPr sz="2175" b="1">
                <a:solidFill>
                  <a:srgbClr val="123247"/>
                </a:solidFill>
                <a:latin typeface="DejaVu Sans"/>
                <a:ea typeface="DejaVu Sans"/>
                <a:cs typeface="DejaVu Sans"/>
              </a:defRPr>
            </a:lvl6pPr>
            <a:lvl7pPr algn="l">
              <a:defRPr sz="2175" b="1">
                <a:solidFill>
                  <a:srgbClr val="123247"/>
                </a:solidFill>
                <a:latin typeface="DejaVu Sans"/>
                <a:ea typeface="DejaVu Sans"/>
                <a:cs typeface="DejaVu Sans"/>
              </a:defRPr>
            </a:lvl7pPr>
            <a:lvl8pPr algn="l">
              <a:defRPr sz="2175" b="1">
                <a:solidFill>
                  <a:srgbClr val="123247"/>
                </a:solidFill>
                <a:latin typeface="DejaVu Sans"/>
                <a:ea typeface="DejaVu Sans"/>
                <a:cs typeface="DejaVu Sans"/>
              </a:defRPr>
            </a:lvl8pPr>
            <a:lvl9pPr algn="l">
              <a:defRPr sz="2175" b="1">
                <a:solidFill>
                  <a:srgbClr val="123247"/>
                </a:solidFill>
                <a:latin typeface="DejaVu Sans"/>
                <a:ea typeface="DejaVu Sans"/>
                <a:cs typeface="DejaVu Sans"/>
              </a:defRPr>
            </a:lvl9pPr>
          </a:lstStyle>
          <a:p>
            <a:pPr algn="l">
              <a:defRPr sz="2175" b="1">
                <a:solidFill>
                  <a:srgbClr val="123247"/>
                </a:solidFill>
                <a:latin typeface="DejaVu Sans"/>
                <a:ea typeface="DejaVu Sans"/>
                <a:cs typeface="DejaVu Sans"/>
              </a:defRPr>
            </a:pPr>
            <a:r>
              <a:rPr sz="2175" b="1">
                <a:solidFill>
                  <a:srgbClr val="123247"/>
                </a:solidFill>
                <a:latin typeface="DejaVu Sans"/>
                <a:ea typeface="DejaVu Sans"/>
                <a:cs typeface="DejaVu Sans"/>
              </a:rPr>
              <a:t>Transferência</a:t>
            </a:r>
          </a:p>
        </p:txBody>
      </p:sp>
      <p:sp>
        <p:nvSpPr>
          <p:cNvPr id="17" name="texto">
            <a:extLst>
              <a:ext uri="{FF2B5EF4-FFF2-40B4-BE49-F238E27FC236}">
                <a16:creationId xmlns:a16="http://schemas.microsoft.com/office/drawing/2014/main" id="{9412712C-AE0F-47BD-BCBD-FDA0DDDEFF01}"/>
              </a:ext>
            </a:extLst>
          </p:cNvPr>
          <p:cNvSpPr>
            <a:spLocks noGrp="1"/>
          </p:cNvSpPr>
          <p:nvPr/>
        </p:nvSpPr>
        <p:spPr>
          <a:xfrm>
            <a:off x="4810125" y="4238625"/>
            <a:ext cx="6772275" cy="685800"/>
          </a:xfrm>
          <a:prstGeom prst="rect">
            <a:avLst/>
          </a:prstGeom>
          <a:noFill/>
          <a:ln w="0">
            <a:noFill/>
            <a:prstDash val="solid"/>
          </a:ln>
        </p:spPr>
        <p:txBody>
          <a:bodyPr wrap="square" lIns="0" tIns="0" rIns="0" bIns="0" anchor="t">
            <a:noAutofit/>
          </a:bodyPr>
          <a:lstStyle>
            <a:defPPr algn="l">
              <a:defRPr sz="1875" b="0">
                <a:solidFill>
                  <a:srgbClr val="193647"/>
                </a:solidFill>
                <a:latin typeface="DejaVu Sans"/>
                <a:ea typeface="DejaVu Sans"/>
                <a:cs typeface="DejaVu Sans"/>
              </a:defRPr>
            </a:defPPr>
            <a:lvl1pPr algn="l">
              <a:defRPr sz="1875" b="0">
                <a:solidFill>
                  <a:srgbClr val="193647"/>
                </a:solidFill>
                <a:latin typeface="DejaVu Sans"/>
                <a:ea typeface="DejaVu Sans"/>
                <a:cs typeface="DejaVu Sans"/>
              </a:defRPr>
            </a:lvl1pPr>
            <a:lvl2pPr algn="l">
              <a:defRPr sz="1875" b="0">
                <a:solidFill>
                  <a:srgbClr val="193647"/>
                </a:solidFill>
                <a:latin typeface="DejaVu Sans"/>
                <a:ea typeface="DejaVu Sans"/>
                <a:cs typeface="DejaVu Sans"/>
              </a:defRPr>
            </a:lvl2pPr>
            <a:lvl3pPr algn="l">
              <a:defRPr sz="1875" b="0">
                <a:solidFill>
                  <a:srgbClr val="193647"/>
                </a:solidFill>
                <a:latin typeface="DejaVu Sans"/>
                <a:ea typeface="DejaVu Sans"/>
                <a:cs typeface="DejaVu Sans"/>
              </a:defRPr>
            </a:lvl3pPr>
            <a:lvl4pPr algn="l">
              <a:defRPr sz="1875" b="0">
                <a:solidFill>
                  <a:srgbClr val="193647"/>
                </a:solidFill>
                <a:latin typeface="DejaVu Sans"/>
                <a:ea typeface="DejaVu Sans"/>
                <a:cs typeface="DejaVu Sans"/>
              </a:defRPr>
            </a:lvl4pPr>
            <a:lvl5pPr algn="l">
              <a:defRPr sz="1875" b="0">
                <a:solidFill>
                  <a:srgbClr val="193647"/>
                </a:solidFill>
                <a:latin typeface="DejaVu Sans"/>
                <a:ea typeface="DejaVu Sans"/>
                <a:cs typeface="DejaVu Sans"/>
              </a:defRPr>
            </a:lvl5pPr>
            <a:lvl6pPr algn="l">
              <a:defRPr sz="1875" b="0">
                <a:solidFill>
                  <a:srgbClr val="193647"/>
                </a:solidFill>
                <a:latin typeface="DejaVu Sans"/>
                <a:ea typeface="DejaVu Sans"/>
                <a:cs typeface="DejaVu Sans"/>
              </a:defRPr>
            </a:lvl6pPr>
            <a:lvl7pPr algn="l">
              <a:defRPr sz="1875" b="0">
                <a:solidFill>
                  <a:srgbClr val="193647"/>
                </a:solidFill>
                <a:latin typeface="DejaVu Sans"/>
                <a:ea typeface="DejaVu Sans"/>
                <a:cs typeface="DejaVu Sans"/>
              </a:defRPr>
            </a:lvl7pPr>
            <a:lvl8pPr algn="l">
              <a:defRPr sz="1875" b="0">
                <a:solidFill>
                  <a:srgbClr val="193647"/>
                </a:solidFill>
                <a:latin typeface="DejaVu Sans"/>
                <a:ea typeface="DejaVu Sans"/>
                <a:cs typeface="DejaVu Sans"/>
              </a:defRPr>
            </a:lvl8pPr>
            <a:lvl9pPr algn="l">
              <a:defRPr sz="1875" b="0">
                <a:solidFill>
                  <a:srgbClr val="193647"/>
                </a:solidFill>
                <a:latin typeface="DejaVu Sans"/>
                <a:ea typeface="DejaVu Sans"/>
                <a:cs typeface="DejaVu Sans"/>
              </a:defRPr>
            </a:lvl9pPr>
          </a:lstStyle>
          <a:p>
            <a:pPr algn="l">
              <a:defRPr sz="1875" b="0">
                <a:solidFill>
                  <a:srgbClr val="193647"/>
                </a:solidFill>
                <a:latin typeface="DejaVu Sans"/>
                <a:ea typeface="DejaVu Sans"/>
                <a:cs typeface="DejaVu Sans"/>
              </a:defRPr>
            </a:pPr>
            <a:r>
              <a:rPr sz="1875" b="0">
                <a:solidFill>
                  <a:srgbClr val="193647"/>
                </a:solidFill>
                <a:latin typeface="DejaVu Sans"/>
                <a:ea typeface="DejaVu Sans"/>
                <a:cs typeface="DejaVu Sans"/>
              </a:rPr>
              <a:t>Máximas: μ × gᴿ(T). Referência: equação de Q90.</a:t>
            </a:r>
          </a:p>
        </p:txBody>
      </p:sp>
      <p:sp>
        <p:nvSpPr>
          <p:cNvPr id="18" name="texto">
            <a:extLst>
              <a:ext uri="{FF2B5EF4-FFF2-40B4-BE49-F238E27FC236}">
                <a16:creationId xmlns:a16="http://schemas.microsoft.com/office/drawing/2014/main" id="{A56FB385-FF91-49BA-AEA1-494103434318}"/>
              </a:ext>
            </a:extLst>
          </p:cNvPr>
          <p:cNvSpPr>
            <a:spLocks noGrp="1"/>
          </p:cNvSpPr>
          <p:nvPr/>
        </p:nvSpPr>
        <p:spPr>
          <a:xfrm>
            <a:off x="609600" y="5048250"/>
            <a:ext cx="809625" cy="504825"/>
          </a:xfrm>
          <a:prstGeom prst="rect">
            <a:avLst/>
          </a:prstGeom>
          <a:noFill/>
          <a:ln w="0">
            <a:noFill/>
            <a:prstDash val="solid"/>
          </a:ln>
        </p:spPr>
        <p:txBody>
          <a:bodyPr wrap="square" lIns="0" tIns="0" rIns="0" bIns="0" anchor="t">
            <a:noAutofit/>
          </a:bodyPr>
          <a:lstStyle>
            <a:defPPr algn="l">
              <a:defRPr sz="2625" b="1">
                <a:solidFill>
                  <a:srgbClr val="C47B23"/>
                </a:solidFill>
                <a:latin typeface="DejaVu Sans"/>
                <a:ea typeface="DejaVu Sans"/>
                <a:cs typeface="DejaVu Sans"/>
              </a:defRPr>
            </a:defPPr>
            <a:lvl1pPr algn="l">
              <a:defRPr sz="2625" b="1">
                <a:solidFill>
                  <a:srgbClr val="C47B23"/>
                </a:solidFill>
                <a:latin typeface="DejaVu Sans"/>
                <a:ea typeface="DejaVu Sans"/>
                <a:cs typeface="DejaVu Sans"/>
              </a:defRPr>
            </a:lvl1pPr>
            <a:lvl2pPr algn="l">
              <a:defRPr sz="2625" b="1">
                <a:solidFill>
                  <a:srgbClr val="C47B23"/>
                </a:solidFill>
                <a:latin typeface="DejaVu Sans"/>
                <a:ea typeface="DejaVu Sans"/>
                <a:cs typeface="DejaVu Sans"/>
              </a:defRPr>
            </a:lvl2pPr>
            <a:lvl3pPr algn="l">
              <a:defRPr sz="2625" b="1">
                <a:solidFill>
                  <a:srgbClr val="C47B23"/>
                </a:solidFill>
                <a:latin typeface="DejaVu Sans"/>
                <a:ea typeface="DejaVu Sans"/>
                <a:cs typeface="DejaVu Sans"/>
              </a:defRPr>
            </a:lvl3pPr>
            <a:lvl4pPr algn="l">
              <a:defRPr sz="2625" b="1">
                <a:solidFill>
                  <a:srgbClr val="C47B23"/>
                </a:solidFill>
                <a:latin typeface="DejaVu Sans"/>
                <a:ea typeface="DejaVu Sans"/>
                <a:cs typeface="DejaVu Sans"/>
              </a:defRPr>
            </a:lvl4pPr>
            <a:lvl5pPr algn="l">
              <a:defRPr sz="2625" b="1">
                <a:solidFill>
                  <a:srgbClr val="C47B23"/>
                </a:solidFill>
                <a:latin typeface="DejaVu Sans"/>
                <a:ea typeface="DejaVu Sans"/>
                <a:cs typeface="DejaVu Sans"/>
              </a:defRPr>
            </a:lvl5pPr>
            <a:lvl6pPr algn="l">
              <a:defRPr sz="2625" b="1">
                <a:solidFill>
                  <a:srgbClr val="C47B23"/>
                </a:solidFill>
                <a:latin typeface="DejaVu Sans"/>
                <a:ea typeface="DejaVu Sans"/>
                <a:cs typeface="DejaVu Sans"/>
              </a:defRPr>
            </a:lvl6pPr>
            <a:lvl7pPr algn="l">
              <a:defRPr sz="2625" b="1">
                <a:solidFill>
                  <a:srgbClr val="C47B23"/>
                </a:solidFill>
                <a:latin typeface="DejaVu Sans"/>
                <a:ea typeface="DejaVu Sans"/>
                <a:cs typeface="DejaVu Sans"/>
              </a:defRPr>
            </a:lvl7pPr>
            <a:lvl8pPr algn="l">
              <a:defRPr sz="2625" b="1">
                <a:solidFill>
                  <a:srgbClr val="C47B23"/>
                </a:solidFill>
                <a:latin typeface="DejaVu Sans"/>
                <a:ea typeface="DejaVu Sans"/>
                <a:cs typeface="DejaVu Sans"/>
              </a:defRPr>
            </a:lvl8pPr>
            <a:lvl9pPr algn="l">
              <a:defRPr sz="2625" b="1">
                <a:solidFill>
                  <a:srgbClr val="C47B23"/>
                </a:solidFill>
                <a:latin typeface="DejaVu Sans"/>
                <a:ea typeface="DejaVu Sans"/>
                <a:cs typeface="DejaVu Sans"/>
              </a:defRPr>
            </a:lvl9pPr>
          </a:lstStyle>
          <a:p>
            <a:pPr algn="l">
              <a:defRPr sz="2625" b="1">
                <a:solidFill>
                  <a:srgbClr val="C47B23"/>
                </a:solidFill>
                <a:latin typeface="DejaVu Sans"/>
                <a:ea typeface="DejaVu Sans"/>
                <a:cs typeface="DejaVu Sans"/>
              </a:defRPr>
            </a:pPr>
            <a:r>
              <a:rPr sz="2625" b="1">
                <a:solidFill>
                  <a:srgbClr val="C47B23"/>
                </a:solidFill>
                <a:latin typeface="DejaVu Sans"/>
                <a:ea typeface="DejaVu Sans"/>
                <a:cs typeface="DejaVu Sans"/>
              </a:rPr>
              <a:t>05</a:t>
            </a:r>
          </a:p>
        </p:txBody>
      </p:sp>
      <p:sp>
        <p:nvSpPr>
          <p:cNvPr id="19" name="texto">
            <a:extLst>
              <a:ext uri="{FF2B5EF4-FFF2-40B4-BE49-F238E27FC236}">
                <a16:creationId xmlns:a16="http://schemas.microsoft.com/office/drawing/2014/main" id="{52D001B0-91F4-4E0D-90CA-76B4EEB64842}"/>
              </a:ext>
            </a:extLst>
          </p:cNvPr>
          <p:cNvSpPr>
            <a:spLocks noGrp="1"/>
          </p:cNvSpPr>
          <p:nvPr/>
        </p:nvSpPr>
        <p:spPr>
          <a:xfrm>
            <a:off x="1562100" y="5048250"/>
            <a:ext cx="3114675" cy="466725"/>
          </a:xfrm>
          <a:prstGeom prst="rect">
            <a:avLst/>
          </a:prstGeom>
          <a:noFill/>
          <a:ln w="0">
            <a:noFill/>
            <a:prstDash val="solid"/>
          </a:ln>
        </p:spPr>
        <p:txBody>
          <a:bodyPr wrap="square" lIns="0" tIns="0" rIns="0" bIns="0" anchor="t">
            <a:noAutofit/>
          </a:bodyPr>
          <a:lstStyle>
            <a:defPPr algn="l">
              <a:defRPr sz="2175" b="1">
                <a:solidFill>
                  <a:srgbClr val="123247"/>
                </a:solidFill>
                <a:latin typeface="DejaVu Sans"/>
                <a:ea typeface="DejaVu Sans"/>
                <a:cs typeface="DejaVu Sans"/>
              </a:defRPr>
            </a:defPPr>
            <a:lvl1pPr algn="l">
              <a:defRPr sz="2175" b="1">
                <a:solidFill>
                  <a:srgbClr val="123247"/>
                </a:solidFill>
                <a:latin typeface="DejaVu Sans"/>
                <a:ea typeface="DejaVu Sans"/>
                <a:cs typeface="DejaVu Sans"/>
              </a:defRPr>
            </a:lvl1pPr>
            <a:lvl2pPr algn="l">
              <a:defRPr sz="2175" b="1">
                <a:solidFill>
                  <a:srgbClr val="123247"/>
                </a:solidFill>
                <a:latin typeface="DejaVu Sans"/>
                <a:ea typeface="DejaVu Sans"/>
                <a:cs typeface="DejaVu Sans"/>
              </a:defRPr>
            </a:lvl2pPr>
            <a:lvl3pPr algn="l">
              <a:defRPr sz="2175" b="1">
                <a:solidFill>
                  <a:srgbClr val="123247"/>
                </a:solidFill>
                <a:latin typeface="DejaVu Sans"/>
                <a:ea typeface="DejaVu Sans"/>
                <a:cs typeface="DejaVu Sans"/>
              </a:defRPr>
            </a:lvl3pPr>
            <a:lvl4pPr algn="l">
              <a:defRPr sz="2175" b="1">
                <a:solidFill>
                  <a:srgbClr val="123247"/>
                </a:solidFill>
                <a:latin typeface="DejaVu Sans"/>
                <a:ea typeface="DejaVu Sans"/>
                <a:cs typeface="DejaVu Sans"/>
              </a:defRPr>
            </a:lvl4pPr>
            <a:lvl5pPr algn="l">
              <a:defRPr sz="2175" b="1">
                <a:solidFill>
                  <a:srgbClr val="123247"/>
                </a:solidFill>
                <a:latin typeface="DejaVu Sans"/>
                <a:ea typeface="DejaVu Sans"/>
                <a:cs typeface="DejaVu Sans"/>
              </a:defRPr>
            </a:lvl5pPr>
            <a:lvl6pPr algn="l">
              <a:defRPr sz="2175" b="1">
                <a:solidFill>
                  <a:srgbClr val="123247"/>
                </a:solidFill>
                <a:latin typeface="DejaVu Sans"/>
                <a:ea typeface="DejaVu Sans"/>
                <a:cs typeface="DejaVu Sans"/>
              </a:defRPr>
            </a:lvl6pPr>
            <a:lvl7pPr algn="l">
              <a:defRPr sz="2175" b="1">
                <a:solidFill>
                  <a:srgbClr val="123247"/>
                </a:solidFill>
                <a:latin typeface="DejaVu Sans"/>
                <a:ea typeface="DejaVu Sans"/>
                <a:cs typeface="DejaVu Sans"/>
              </a:defRPr>
            </a:lvl7pPr>
            <a:lvl8pPr algn="l">
              <a:defRPr sz="2175" b="1">
                <a:solidFill>
                  <a:srgbClr val="123247"/>
                </a:solidFill>
                <a:latin typeface="DejaVu Sans"/>
                <a:ea typeface="DejaVu Sans"/>
                <a:cs typeface="DejaVu Sans"/>
              </a:defRPr>
            </a:lvl8pPr>
            <a:lvl9pPr algn="l">
              <a:defRPr sz="2175" b="1">
                <a:solidFill>
                  <a:srgbClr val="123247"/>
                </a:solidFill>
                <a:latin typeface="DejaVu Sans"/>
                <a:ea typeface="DejaVu Sans"/>
                <a:cs typeface="DejaVu Sans"/>
              </a:defRPr>
            </a:lvl9pPr>
          </a:lstStyle>
          <a:p>
            <a:pPr algn="l">
              <a:defRPr sz="2175" b="1">
                <a:solidFill>
                  <a:srgbClr val="123247"/>
                </a:solidFill>
                <a:latin typeface="DejaVu Sans"/>
                <a:ea typeface="DejaVu Sans"/>
                <a:cs typeface="DejaVu Sans"/>
              </a:defRPr>
            </a:pPr>
            <a:r>
              <a:rPr sz="2175" b="1">
                <a:solidFill>
                  <a:srgbClr val="123247"/>
                </a:solidFill>
                <a:latin typeface="DejaVu Sans"/>
                <a:ea typeface="DejaVu Sans"/>
                <a:cs typeface="DejaVu Sans"/>
              </a:rPr>
              <a:t>Validação</a:t>
            </a:r>
          </a:p>
        </p:txBody>
      </p:sp>
      <p:sp>
        <p:nvSpPr>
          <p:cNvPr id="20" name="texto">
            <a:extLst>
              <a:ext uri="{FF2B5EF4-FFF2-40B4-BE49-F238E27FC236}">
                <a16:creationId xmlns:a16="http://schemas.microsoft.com/office/drawing/2014/main" id="{E696AC09-C5A1-4203-BCE6-4E4FC7F1723E}"/>
              </a:ext>
            </a:extLst>
          </p:cNvPr>
          <p:cNvSpPr>
            <a:spLocks noGrp="1"/>
          </p:cNvSpPr>
          <p:nvPr/>
        </p:nvSpPr>
        <p:spPr>
          <a:xfrm>
            <a:off x="4810125" y="5048250"/>
            <a:ext cx="6772275" cy="685800"/>
          </a:xfrm>
          <a:prstGeom prst="rect">
            <a:avLst/>
          </a:prstGeom>
          <a:noFill/>
          <a:ln w="0">
            <a:noFill/>
            <a:prstDash val="solid"/>
          </a:ln>
        </p:spPr>
        <p:txBody>
          <a:bodyPr wrap="square" lIns="0" tIns="0" rIns="0" bIns="0" anchor="t">
            <a:noAutofit/>
          </a:bodyPr>
          <a:lstStyle>
            <a:defPPr algn="l">
              <a:defRPr sz="1875" b="0">
                <a:solidFill>
                  <a:srgbClr val="193647"/>
                </a:solidFill>
                <a:latin typeface="DejaVu Sans"/>
                <a:ea typeface="DejaVu Sans"/>
                <a:cs typeface="DejaVu Sans"/>
              </a:defRPr>
            </a:defPPr>
            <a:lvl1pPr algn="l">
              <a:defRPr sz="1875" b="0">
                <a:solidFill>
                  <a:srgbClr val="193647"/>
                </a:solidFill>
                <a:latin typeface="DejaVu Sans"/>
                <a:ea typeface="DejaVu Sans"/>
                <a:cs typeface="DejaVu Sans"/>
              </a:defRPr>
            </a:lvl1pPr>
            <a:lvl2pPr algn="l">
              <a:defRPr sz="1875" b="0">
                <a:solidFill>
                  <a:srgbClr val="193647"/>
                </a:solidFill>
                <a:latin typeface="DejaVu Sans"/>
                <a:ea typeface="DejaVu Sans"/>
                <a:cs typeface="DejaVu Sans"/>
              </a:defRPr>
            </a:lvl2pPr>
            <a:lvl3pPr algn="l">
              <a:defRPr sz="1875" b="0">
                <a:solidFill>
                  <a:srgbClr val="193647"/>
                </a:solidFill>
                <a:latin typeface="DejaVu Sans"/>
                <a:ea typeface="DejaVu Sans"/>
                <a:cs typeface="DejaVu Sans"/>
              </a:defRPr>
            </a:lvl3pPr>
            <a:lvl4pPr algn="l">
              <a:defRPr sz="1875" b="0">
                <a:solidFill>
                  <a:srgbClr val="193647"/>
                </a:solidFill>
                <a:latin typeface="DejaVu Sans"/>
                <a:ea typeface="DejaVu Sans"/>
                <a:cs typeface="DejaVu Sans"/>
              </a:defRPr>
            </a:lvl4pPr>
            <a:lvl5pPr algn="l">
              <a:defRPr sz="1875" b="0">
                <a:solidFill>
                  <a:srgbClr val="193647"/>
                </a:solidFill>
                <a:latin typeface="DejaVu Sans"/>
                <a:ea typeface="DejaVu Sans"/>
                <a:cs typeface="DejaVu Sans"/>
              </a:defRPr>
            </a:lvl5pPr>
            <a:lvl6pPr algn="l">
              <a:defRPr sz="1875" b="0">
                <a:solidFill>
                  <a:srgbClr val="193647"/>
                </a:solidFill>
                <a:latin typeface="DejaVu Sans"/>
                <a:ea typeface="DejaVu Sans"/>
                <a:cs typeface="DejaVu Sans"/>
              </a:defRPr>
            </a:lvl6pPr>
            <a:lvl7pPr algn="l">
              <a:defRPr sz="1875" b="0">
                <a:solidFill>
                  <a:srgbClr val="193647"/>
                </a:solidFill>
                <a:latin typeface="DejaVu Sans"/>
                <a:ea typeface="DejaVu Sans"/>
                <a:cs typeface="DejaVu Sans"/>
              </a:defRPr>
            </a:lvl7pPr>
            <a:lvl8pPr algn="l">
              <a:defRPr sz="1875" b="0">
                <a:solidFill>
                  <a:srgbClr val="193647"/>
                </a:solidFill>
                <a:latin typeface="DejaVu Sans"/>
                <a:ea typeface="DejaVu Sans"/>
                <a:cs typeface="DejaVu Sans"/>
              </a:defRPr>
            </a:lvl8pPr>
            <a:lvl9pPr algn="l">
              <a:defRPr sz="1875" b="0">
                <a:solidFill>
                  <a:srgbClr val="193647"/>
                </a:solidFill>
                <a:latin typeface="DejaVu Sans"/>
                <a:ea typeface="DejaVu Sans"/>
                <a:cs typeface="DejaVu Sans"/>
              </a:defRPr>
            </a:lvl9pPr>
          </a:lstStyle>
          <a:p>
            <a:pPr algn="l">
              <a:defRPr sz="1875" b="0">
                <a:solidFill>
                  <a:srgbClr val="193647"/>
                </a:solidFill>
                <a:latin typeface="DejaVu Sans"/>
                <a:ea typeface="DejaVu Sans"/>
                <a:cs typeface="DejaVu Sans"/>
              </a:defRPr>
            </a:pPr>
            <a:r>
              <a:rPr sz="1875" b="0">
                <a:solidFill>
                  <a:srgbClr val="193647"/>
                </a:solidFill>
                <a:latin typeface="DejaVu Sans"/>
                <a:ea typeface="DejaVu Sans"/>
                <a:cs typeface="DejaVu Sans"/>
              </a:rPr>
              <a:t>Retirar bacias, quantificar erros e comunicar incerteza.</a:t>
            </a:r>
          </a:p>
        </p:txBody>
      </p:sp>
    </p:spTree>
    <p:extLst>
      <p:ext uri="{BB962C8B-B14F-4D97-AF65-F5344CB8AC3E}">
        <p14:creationId xmlns:p14="http://schemas.microsoft.com/office/powerpoint/2010/main" val="20589925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4" name="texto">
            <a:extLst>
              <a:ext uri="{FF2B5EF4-FFF2-40B4-BE49-F238E27FC236}">
                <a16:creationId xmlns:a16="http://schemas.microsoft.com/office/drawing/2014/main" id="{35E072D8-6E04-4152-B53E-A2F217828751}"/>
              </a:ext>
            </a:extLst>
          </p:cNvPr>
          <p:cNvSpPr>
            <a:spLocks noGrp="1"/>
          </p:cNvSpPr>
          <p:nvPr/>
        </p:nvSpPr>
        <p:spPr>
          <a:xfrm>
            <a:off x="609600" y="285750"/>
            <a:ext cx="10668000" cy="247650"/>
          </a:xfrm>
          <a:prstGeom prst="rect">
            <a:avLst/>
          </a:prstGeom>
          <a:noFill/>
          <a:ln w="0">
            <a:noFill/>
            <a:prstDash val="solid"/>
          </a:ln>
        </p:spPr>
        <p:txBody>
          <a:bodyPr wrap="square" lIns="0" tIns="0" rIns="0" bIns="0" anchor="t">
            <a:noAutofit/>
          </a:bodyPr>
          <a:lstStyle>
            <a:defPPr algn="l">
              <a:defRPr sz="1275" b="1">
                <a:solidFill>
                  <a:srgbClr val="087F88"/>
                </a:solidFill>
                <a:latin typeface="DejaVu Sans"/>
                <a:ea typeface="DejaVu Sans"/>
                <a:cs typeface="DejaVu Sans"/>
              </a:defRPr>
            </a:defPPr>
            <a:lvl1pPr algn="l">
              <a:defRPr sz="1275" b="1">
                <a:solidFill>
                  <a:srgbClr val="087F88"/>
                </a:solidFill>
                <a:latin typeface="DejaVu Sans"/>
                <a:ea typeface="DejaVu Sans"/>
                <a:cs typeface="DejaVu Sans"/>
              </a:defRPr>
            </a:lvl1pPr>
            <a:lvl2pPr algn="l">
              <a:defRPr sz="1275" b="1">
                <a:solidFill>
                  <a:srgbClr val="087F88"/>
                </a:solidFill>
                <a:latin typeface="DejaVu Sans"/>
                <a:ea typeface="DejaVu Sans"/>
                <a:cs typeface="DejaVu Sans"/>
              </a:defRPr>
            </a:lvl2pPr>
            <a:lvl3pPr algn="l">
              <a:defRPr sz="1275" b="1">
                <a:solidFill>
                  <a:srgbClr val="087F88"/>
                </a:solidFill>
                <a:latin typeface="DejaVu Sans"/>
                <a:ea typeface="DejaVu Sans"/>
                <a:cs typeface="DejaVu Sans"/>
              </a:defRPr>
            </a:lvl3pPr>
            <a:lvl4pPr algn="l">
              <a:defRPr sz="1275" b="1">
                <a:solidFill>
                  <a:srgbClr val="087F88"/>
                </a:solidFill>
                <a:latin typeface="DejaVu Sans"/>
                <a:ea typeface="DejaVu Sans"/>
                <a:cs typeface="DejaVu Sans"/>
              </a:defRPr>
            </a:lvl4pPr>
            <a:lvl5pPr algn="l">
              <a:defRPr sz="1275" b="1">
                <a:solidFill>
                  <a:srgbClr val="087F88"/>
                </a:solidFill>
                <a:latin typeface="DejaVu Sans"/>
                <a:ea typeface="DejaVu Sans"/>
                <a:cs typeface="DejaVu Sans"/>
              </a:defRPr>
            </a:lvl5pPr>
            <a:lvl6pPr algn="l">
              <a:defRPr sz="1275" b="1">
                <a:solidFill>
                  <a:srgbClr val="087F88"/>
                </a:solidFill>
                <a:latin typeface="DejaVu Sans"/>
                <a:ea typeface="DejaVu Sans"/>
                <a:cs typeface="DejaVu Sans"/>
              </a:defRPr>
            </a:lvl6pPr>
            <a:lvl7pPr algn="l">
              <a:defRPr sz="1275" b="1">
                <a:solidFill>
                  <a:srgbClr val="087F88"/>
                </a:solidFill>
                <a:latin typeface="DejaVu Sans"/>
                <a:ea typeface="DejaVu Sans"/>
                <a:cs typeface="DejaVu Sans"/>
              </a:defRPr>
            </a:lvl7pPr>
            <a:lvl8pPr algn="l">
              <a:defRPr sz="1275" b="1">
                <a:solidFill>
                  <a:srgbClr val="087F88"/>
                </a:solidFill>
                <a:latin typeface="DejaVu Sans"/>
                <a:ea typeface="DejaVu Sans"/>
                <a:cs typeface="DejaVu Sans"/>
              </a:defRPr>
            </a:lvl8pPr>
            <a:lvl9pPr algn="l">
              <a:defRPr sz="1275" b="1">
                <a:solidFill>
                  <a:srgbClr val="087F88"/>
                </a:solidFill>
                <a:latin typeface="DejaVu Sans"/>
                <a:ea typeface="DejaVu Sans"/>
                <a:cs typeface="DejaVu Sans"/>
              </a:defRPr>
            </a:lvl9pPr>
          </a:lstStyle>
          <a:p>
            <a:pPr algn="l">
              <a:defRPr sz="1275" b="1">
                <a:solidFill>
                  <a:srgbClr val="087F88"/>
                </a:solidFill>
                <a:latin typeface="DejaVu Sans"/>
                <a:ea typeface="DejaVu Sans"/>
                <a:cs typeface="DejaVu Sans"/>
              </a:defRPr>
            </a:pPr>
            <a:r>
              <a:rPr sz="1275" b="1">
                <a:solidFill>
                  <a:srgbClr val="087F88"/>
                </a:solidFill>
                <a:latin typeface="DejaVu Sans"/>
                <a:ea typeface="DejaVu Sans"/>
                <a:cs typeface="DejaVu Sans"/>
              </a:rPr>
              <a:t>BIBLIOGRAFIA · 1 DE 2</a:t>
            </a:r>
          </a:p>
        </p:txBody>
      </p:sp>
      <p:sp>
        <p:nvSpPr>
          <p:cNvPr id="2" name="texto">
            <a:extLst>
              <a:ext uri="{FF2B5EF4-FFF2-40B4-BE49-F238E27FC236}">
                <a16:creationId xmlns:a16="http://schemas.microsoft.com/office/drawing/2014/main" id="{50D6E4CD-7E5B-4181-AC76-989839185A37}"/>
              </a:ext>
            </a:extLst>
          </p:cNvPr>
          <p:cNvSpPr>
            <a:spLocks noGrp="1"/>
          </p:cNvSpPr>
          <p:nvPr/>
        </p:nvSpPr>
        <p:spPr>
          <a:xfrm>
            <a:off x="609600" y="685800"/>
            <a:ext cx="10972800" cy="1028700"/>
          </a:xfrm>
          <a:prstGeom prst="rect">
            <a:avLst/>
          </a:prstGeom>
          <a:noFill/>
          <a:ln w="0">
            <a:noFill/>
            <a:prstDash val="solid"/>
          </a:ln>
        </p:spPr>
        <p:txBody>
          <a:bodyPr wrap="square" lIns="0" tIns="0" rIns="0" bIns="0" anchor="t">
            <a:noAutofit/>
          </a:bodyPr>
          <a:lstStyle>
            <a:defPPr algn="l">
              <a:defRPr sz="3225" b="1">
                <a:solidFill>
                  <a:srgbClr val="123247"/>
                </a:solidFill>
                <a:latin typeface="DejaVu Sans"/>
                <a:ea typeface="DejaVu Sans"/>
                <a:cs typeface="DejaVu Sans"/>
              </a:defRPr>
            </a:defPPr>
            <a:lvl1pPr algn="l">
              <a:defRPr sz="3225" b="1">
                <a:solidFill>
                  <a:srgbClr val="123247"/>
                </a:solidFill>
                <a:latin typeface="DejaVu Sans"/>
                <a:ea typeface="DejaVu Sans"/>
                <a:cs typeface="DejaVu Sans"/>
              </a:defRPr>
            </a:lvl1pPr>
            <a:lvl2pPr algn="l">
              <a:defRPr sz="3225" b="1">
                <a:solidFill>
                  <a:srgbClr val="123247"/>
                </a:solidFill>
                <a:latin typeface="DejaVu Sans"/>
                <a:ea typeface="DejaVu Sans"/>
                <a:cs typeface="DejaVu Sans"/>
              </a:defRPr>
            </a:lvl2pPr>
            <a:lvl3pPr algn="l">
              <a:defRPr sz="3225" b="1">
                <a:solidFill>
                  <a:srgbClr val="123247"/>
                </a:solidFill>
                <a:latin typeface="DejaVu Sans"/>
                <a:ea typeface="DejaVu Sans"/>
                <a:cs typeface="DejaVu Sans"/>
              </a:defRPr>
            </a:lvl3pPr>
            <a:lvl4pPr algn="l">
              <a:defRPr sz="3225" b="1">
                <a:solidFill>
                  <a:srgbClr val="123247"/>
                </a:solidFill>
                <a:latin typeface="DejaVu Sans"/>
                <a:ea typeface="DejaVu Sans"/>
                <a:cs typeface="DejaVu Sans"/>
              </a:defRPr>
            </a:lvl4pPr>
            <a:lvl5pPr algn="l">
              <a:defRPr sz="3225" b="1">
                <a:solidFill>
                  <a:srgbClr val="123247"/>
                </a:solidFill>
                <a:latin typeface="DejaVu Sans"/>
                <a:ea typeface="DejaVu Sans"/>
                <a:cs typeface="DejaVu Sans"/>
              </a:defRPr>
            </a:lvl5pPr>
            <a:lvl6pPr algn="l">
              <a:defRPr sz="3225" b="1">
                <a:solidFill>
                  <a:srgbClr val="123247"/>
                </a:solidFill>
                <a:latin typeface="DejaVu Sans"/>
                <a:ea typeface="DejaVu Sans"/>
                <a:cs typeface="DejaVu Sans"/>
              </a:defRPr>
            </a:lvl6pPr>
            <a:lvl7pPr algn="l">
              <a:defRPr sz="3225" b="1">
                <a:solidFill>
                  <a:srgbClr val="123247"/>
                </a:solidFill>
                <a:latin typeface="DejaVu Sans"/>
                <a:ea typeface="DejaVu Sans"/>
                <a:cs typeface="DejaVu Sans"/>
              </a:defRPr>
            </a:lvl7pPr>
            <a:lvl8pPr algn="l">
              <a:defRPr sz="3225" b="1">
                <a:solidFill>
                  <a:srgbClr val="123247"/>
                </a:solidFill>
                <a:latin typeface="DejaVu Sans"/>
                <a:ea typeface="DejaVu Sans"/>
                <a:cs typeface="DejaVu Sans"/>
              </a:defRPr>
            </a:lvl8pPr>
            <a:lvl9pPr algn="l">
              <a:defRPr sz="3225" b="1">
                <a:solidFill>
                  <a:srgbClr val="123247"/>
                </a:solidFill>
                <a:latin typeface="DejaVu Sans"/>
                <a:ea typeface="DejaVu Sans"/>
                <a:cs typeface="DejaVu Sans"/>
              </a:defRPr>
            </a:lvl9pPr>
          </a:lstStyle>
          <a:p>
            <a:pPr algn="l">
              <a:defRPr sz="3225" b="1">
                <a:solidFill>
                  <a:srgbClr val="123247"/>
                </a:solidFill>
                <a:latin typeface="DejaVu Sans"/>
                <a:ea typeface="DejaVu Sans"/>
                <a:cs typeface="DejaVu Sans"/>
              </a:defRPr>
            </a:pPr>
            <a:r>
              <a:rPr sz="3225" b="1">
                <a:solidFill>
                  <a:srgbClr val="123247"/>
                </a:solidFill>
                <a:latin typeface="DejaVu Sans"/>
                <a:ea typeface="DejaVu Sans"/>
                <a:cs typeface="DejaVu Sans"/>
              </a:rPr>
              <a:t>Referências fundamentais</a:t>
            </a:r>
          </a:p>
        </p:txBody>
      </p:sp>
      <p:sp>
        <p:nvSpPr>
          <p:cNvPr id="3" name="Straight Connector 2">
            <a:extLst>
              <a:ext uri="{FF2B5EF4-FFF2-40B4-BE49-F238E27FC236}">
                <a16:creationId xmlns:a16="http://schemas.microsoft.com/office/drawing/2014/main" id="{5A08D79E-76BD-4911-8A87-044DB5776AAC}"/>
              </a:ext>
            </a:extLst>
          </p:cNvPr>
          <p:cNvSpPr>
            <a:spLocks noGrp="1"/>
          </p:cNvSpPr>
          <p:nvPr/>
        </p:nvSpPr>
        <p:spPr>
          <a:xfrm>
            <a:off x="609600" y="6438900"/>
            <a:ext cx="10972800" cy="0"/>
          </a:xfrm>
          <a:prstGeom prst="line">
            <a:avLst/>
          </a:prstGeom>
          <a:noFill/>
          <a:ln w="9525">
            <a:solidFill>
              <a:srgbClr val="DCE3E3"/>
            </a:solidFill>
            <a:prstDash val="solid"/>
          </a:ln>
        </p:spPr>
        <p:txBody>
          <a:bodyPr/>
          <a:lstStyle/>
          <a:p>
            <a:endParaRPr lang="en-GB"/>
          </a:p>
        </p:txBody>
      </p:sp>
      <p:sp>
        <p:nvSpPr>
          <p:cNvPr id="4" name="texto">
            <a:extLst>
              <a:ext uri="{FF2B5EF4-FFF2-40B4-BE49-F238E27FC236}">
                <a16:creationId xmlns:a16="http://schemas.microsoft.com/office/drawing/2014/main" id="{34ECE771-85F0-405C-AD11-2CE99DEE1C3B}"/>
              </a:ext>
            </a:extLst>
          </p:cNvPr>
          <p:cNvSpPr>
            <a:spLocks noGrp="1"/>
          </p:cNvSpPr>
          <p:nvPr/>
        </p:nvSpPr>
        <p:spPr>
          <a:xfrm>
            <a:off x="609600" y="6543675"/>
            <a:ext cx="8572500" cy="190500"/>
          </a:xfrm>
          <a:prstGeom prst="rect">
            <a:avLst/>
          </a:prstGeom>
          <a:noFill/>
          <a:ln w="0">
            <a:noFill/>
            <a:prstDash val="solid"/>
          </a:ln>
        </p:spPr>
        <p:txBody>
          <a:bodyPr wrap="square" lIns="0" tIns="0" rIns="0" bIns="0" anchor="t">
            <a:noAutofit/>
          </a:bodyPr>
          <a:lstStyle>
            <a:defPPr algn="l">
              <a:defRPr sz="975" b="0">
                <a:solidFill>
                  <a:srgbClr val="526873"/>
                </a:solidFill>
                <a:latin typeface="DejaVu Sans"/>
                <a:ea typeface="DejaVu Sans"/>
                <a:cs typeface="DejaVu Sans"/>
              </a:defRPr>
            </a:defPPr>
            <a:lvl1pPr algn="l">
              <a:defRPr sz="975" b="0">
                <a:solidFill>
                  <a:srgbClr val="526873"/>
                </a:solidFill>
                <a:latin typeface="DejaVu Sans"/>
                <a:ea typeface="DejaVu Sans"/>
                <a:cs typeface="DejaVu Sans"/>
              </a:defRPr>
            </a:lvl1pPr>
            <a:lvl2pPr algn="l">
              <a:defRPr sz="975" b="0">
                <a:solidFill>
                  <a:srgbClr val="526873"/>
                </a:solidFill>
                <a:latin typeface="DejaVu Sans"/>
                <a:ea typeface="DejaVu Sans"/>
                <a:cs typeface="DejaVu Sans"/>
              </a:defRPr>
            </a:lvl2pPr>
            <a:lvl3pPr algn="l">
              <a:defRPr sz="975" b="0">
                <a:solidFill>
                  <a:srgbClr val="526873"/>
                </a:solidFill>
                <a:latin typeface="DejaVu Sans"/>
                <a:ea typeface="DejaVu Sans"/>
                <a:cs typeface="DejaVu Sans"/>
              </a:defRPr>
            </a:lvl3pPr>
            <a:lvl4pPr algn="l">
              <a:defRPr sz="975" b="0">
                <a:solidFill>
                  <a:srgbClr val="526873"/>
                </a:solidFill>
                <a:latin typeface="DejaVu Sans"/>
                <a:ea typeface="DejaVu Sans"/>
                <a:cs typeface="DejaVu Sans"/>
              </a:defRPr>
            </a:lvl4pPr>
            <a:lvl5pPr algn="l">
              <a:defRPr sz="975" b="0">
                <a:solidFill>
                  <a:srgbClr val="526873"/>
                </a:solidFill>
                <a:latin typeface="DejaVu Sans"/>
                <a:ea typeface="DejaVu Sans"/>
                <a:cs typeface="DejaVu Sans"/>
              </a:defRPr>
            </a:lvl5pPr>
            <a:lvl6pPr algn="l">
              <a:defRPr sz="975" b="0">
                <a:solidFill>
                  <a:srgbClr val="526873"/>
                </a:solidFill>
                <a:latin typeface="DejaVu Sans"/>
                <a:ea typeface="DejaVu Sans"/>
                <a:cs typeface="DejaVu Sans"/>
              </a:defRPr>
            </a:lvl6pPr>
            <a:lvl7pPr algn="l">
              <a:defRPr sz="975" b="0">
                <a:solidFill>
                  <a:srgbClr val="526873"/>
                </a:solidFill>
                <a:latin typeface="DejaVu Sans"/>
                <a:ea typeface="DejaVu Sans"/>
                <a:cs typeface="DejaVu Sans"/>
              </a:defRPr>
            </a:lvl7pPr>
            <a:lvl8pPr algn="l">
              <a:defRPr sz="975" b="0">
                <a:solidFill>
                  <a:srgbClr val="526873"/>
                </a:solidFill>
                <a:latin typeface="DejaVu Sans"/>
                <a:ea typeface="DejaVu Sans"/>
                <a:cs typeface="DejaVu Sans"/>
              </a:defRPr>
            </a:lvl8pPr>
            <a:lvl9pPr algn="l">
              <a:defRPr sz="975" b="0">
                <a:solidFill>
                  <a:srgbClr val="526873"/>
                </a:solidFill>
                <a:latin typeface="DejaVu Sans"/>
                <a:ea typeface="DejaVu Sans"/>
                <a:cs typeface="DejaVu Sans"/>
              </a:defRPr>
            </a:lvl9pPr>
          </a:lstStyle>
          <a:p>
            <a:pPr algn="l">
              <a:defRPr sz="975" b="0">
                <a:solidFill>
                  <a:srgbClr val="526873"/>
                </a:solidFill>
                <a:latin typeface="DejaVu Sans"/>
                <a:ea typeface="DejaVu Sans"/>
                <a:cs typeface="DejaVu Sans"/>
              </a:defRPr>
            </a:pPr>
            <a:r>
              <a:rPr sz="975" b="0">
                <a:solidFill>
                  <a:srgbClr val="526873"/>
                </a:solidFill>
                <a:latin typeface="DejaVu Sans"/>
                <a:ea typeface="DejaVu Sans"/>
                <a:cs typeface="DejaVu Sans"/>
              </a:rPr>
              <a:t>REGIONALIZAÇÃO DE VAZÕES</a:t>
            </a:r>
          </a:p>
        </p:txBody>
      </p:sp>
      <p:sp>
        <p:nvSpPr>
          <p:cNvPr id="5" name="texto">
            <a:extLst>
              <a:ext uri="{FF2B5EF4-FFF2-40B4-BE49-F238E27FC236}">
                <a16:creationId xmlns:a16="http://schemas.microsoft.com/office/drawing/2014/main" id="{8E35C4F6-C9DC-4626-8203-359F5B6781F3}"/>
              </a:ext>
            </a:extLst>
          </p:cNvPr>
          <p:cNvSpPr>
            <a:spLocks noGrp="1"/>
          </p:cNvSpPr>
          <p:nvPr/>
        </p:nvSpPr>
        <p:spPr>
          <a:xfrm>
            <a:off x="10620375" y="6534150"/>
            <a:ext cx="962025" cy="209550"/>
          </a:xfrm>
          <a:prstGeom prst="rect">
            <a:avLst/>
          </a:prstGeom>
          <a:noFill/>
          <a:ln w="0">
            <a:noFill/>
            <a:prstDash val="solid"/>
          </a:ln>
        </p:spPr>
        <p:txBody>
          <a:bodyPr wrap="square" lIns="0" tIns="0" rIns="0" bIns="0" anchor="t">
            <a:noAutofit/>
          </a:bodyPr>
          <a:lstStyle>
            <a:defPPr algn="r">
              <a:defRPr sz="1050" b="0">
                <a:solidFill>
                  <a:srgbClr val="526873"/>
                </a:solidFill>
                <a:latin typeface="DejaVu Sans"/>
                <a:ea typeface="DejaVu Sans"/>
                <a:cs typeface="DejaVu Sans"/>
              </a:defRPr>
            </a:defPPr>
            <a:lvl1pPr algn="r">
              <a:defRPr sz="1050" b="0">
                <a:solidFill>
                  <a:srgbClr val="526873"/>
                </a:solidFill>
                <a:latin typeface="DejaVu Sans"/>
                <a:ea typeface="DejaVu Sans"/>
                <a:cs typeface="DejaVu Sans"/>
              </a:defRPr>
            </a:lvl1pPr>
            <a:lvl2pPr algn="r">
              <a:defRPr sz="1050" b="0">
                <a:solidFill>
                  <a:srgbClr val="526873"/>
                </a:solidFill>
                <a:latin typeface="DejaVu Sans"/>
                <a:ea typeface="DejaVu Sans"/>
                <a:cs typeface="DejaVu Sans"/>
              </a:defRPr>
            </a:lvl2pPr>
            <a:lvl3pPr algn="r">
              <a:defRPr sz="1050" b="0">
                <a:solidFill>
                  <a:srgbClr val="526873"/>
                </a:solidFill>
                <a:latin typeface="DejaVu Sans"/>
                <a:ea typeface="DejaVu Sans"/>
                <a:cs typeface="DejaVu Sans"/>
              </a:defRPr>
            </a:lvl3pPr>
            <a:lvl4pPr algn="r">
              <a:defRPr sz="1050" b="0">
                <a:solidFill>
                  <a:srgbClr val="526873"/>
                </a:solidFill>
                <a:latin typeface="DejaVu Sans"/>
                <a:ea typeface="DejaVu Sans"/>
                <a:cs typeface="DejaVu Sans"/>
              </a:defRPr>
            </a:lvl4pPr>
            <a:lvl5pPr algn="r">
              <a:defRPr sz="1050" b="0">
                <a:solidFill>
                  <a:srgbClr val="526873"/>
                </a:solidFill>
                <a:latin typeface="DejaVu Sans"/>
                <a:ea typeface="DejaVu Sans"/>
                <a:cs typeface="DejaVu Sans"/>
              </a:defRPr>
            </a:lvl5pPr>
            <a:lvl6pPr algn="r">
              <a:defRPr sz="1050" b="0">
                <a:solidFill>
                  <a:srgbClr val="526873"/>
                </a:solidFill>
                <a:latin typeface="DejaVu Sans"/>
                <a:ea typeface="DejaVu Sans"/>
                <a:cs typeface="DejaVu Sans"/>
              </a:defRPr>
            </a:lvl6pPr>
            <a:lvl7pPr algn="r">
              <a:defRPr sz="1050" b="0">
                <a:solidFill>
                  <a:srgbClr val="526873"/>
                </a:solidFill>
                <a:latin typeface="DejaVu Sans"/>
                <a:ea typeface="DejaVu Sans"/>
                <a:cs typeface="DejaVu Sans"/>
              </a:defRPr>
            </a:lvl7pPr>
            <a:lvl8pPr algn="r">
              <a:defRPr sz="1050" b="0">
                <a:solidFill>
                  <a:srgbClr val="526873"/>
                </a:solidFill>
                <a:latin typeface="DejaVu Sans"/>
                <a:ea typeface="DejaVu Sans"/>
                <a:cs typeface="DejaVu Sans"/>
              </a:defRPr>
            </a:lvl8pPr>
            <a:lvl9pPr algn="r">
              <a:defRPr sz="1050" b="0">
                <a:solidFill>
                  <a:srgbClr val="526873"/>
                </a:solidFill>
                <a:latin typeface="DejaVu Sans"/>
                <a:ea typeface="DejaVu Sans"/>
                <a:cs typeface="DejaVu Sans"/>
              </a:defRPr>
            </a:lvl9pPr>
          </a:lstStyle>
          <a:p>
            <a:pPr algn="r">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33 / 38</a:t>
            </a:r>
          </a:p>
        </p:txBody>
      </p:sp>
      <p:sp>
        <p:nvSpPr>
          <p:cNvPr id="6" name="texto">
            <a:extLst>
              <a:ext uri="{FF2B5EF4-FFF2-40B4-BE49-F238E27FC236}">
                <a16:creationId xmlns:a16="http://schemas.microsoft.com/office/drawing/2014/main" id="{6ECD3A40-500D-405D-A530-E5676005038B}"/>
              </a:ext>
            </a:extLst>
          </p:cNvPr>
          <p:cNvSpPr>
            <a:spLocks noGrp="1"/>
          </p:cNvSpPr>
          <p:nvPr/>
        </p:nvSpPr>
        <p:spPr>
          <a:xfrm>
            <a:off x="609600" y="1762125"/>
            <a:ext cx="10972800" cy="352425"/>
          </a:xfrm>
          <a:prstGeom prst="rect">
            <a:avLst/>
          </a:prstGeom>
          <a:noFill/>
          <a:ln w="0">
            <a:noFill/>
            <a:prstDash val="solid"/>
          </a:ln>
        </p:spPr>
        <p:txBody>
          <a:bodyPr wrap="square" lIns="0" tIns="0" rIns="0" bIns="0" anchor="t">
            <a:noAutofit/>
          </a:bodyPr>
          <a:lstStyle>
            <a:defPPr algn="l">
              <a:defRPr sz="2025" b="1">
                <a:solidFill>
                  <a:srgbClr val="087F88"/>
                </a:solidFill>
                <a:latin typeface="DejaVu Sans"/>
                <a:ea typeface="DejaVu Sans"/>
                <a:cs typeface="DejaVu Sans"/>
              </a:defRPr>
            </a:defPPr>
            <a:lvl1pPr algn="l">
              <a:defRPr sz="2025" b="1">
                <a:solidFill>
                  <a:srgbClr val="087F88"/>
                </a:solidFill>
                <a:latin typeface="DejaVu Sans"/>
                <a:ea typeface="DejaVu Sans"/>
                <a:cs typeface="DejaVu Sans"/>
              </a:defRPr>
            </a:lvl1pPr>
            <a:lvl2pPr algn="l">
              <a:defRPr sz="2025" b="1">
                <a:solidFill>
                  <a:srgbClr val="087F88"/>
                </a:solidFill>
                <a:latin typeface="DejaVu Sans"/>
                <a:ea typeface="DejaVu Sans"/>
                <a:cs typeface="DejaVu Sans"/>
              </a:defRPr>
            </a:lvl2pPr>
            <a:lvl3pPr algn="l">
              <a:defRPr sz="2025" b="1">
                <a:solidFill>
                  <a:srgbClr val="087F88"/>
                </a:solidFill>
                <a:latin typeface="DejaVu Sans"/>
                <a:ea typeface="DejaVu Sans"/>
                <a:cs typeface="DejaVu Sans"/>
              </a:defRPr>
            </a:lvl3pPr>
            <a:lvl4pPr algn="l">
              <a:defRPr sz="2025" b="1">
                <a:solidFill>
                  <a:srgbClr val="087F88"/>
                </a:solidFill>
                <a:latin typeface="DejaVu Sans"/>
                <a:ea typeface="DejaVu Sans"/>
                <a:cs typeface="DejaVu Sans"/>
              </a:defRPr>
            </a:lvl4pPr>
            <a:lvl5pPr algn="l">
              <a:defRPr sz="2025" b="1">
                <a:solidFill>
                  <a:srgbClr val="087F88"/>
                </a:solidFill>
                <a:latin typeface="DejaVu Sans"/>
                <a:ea typeface="DejaVu Sans"/>
                <a:cs typeface="DejaVu Sans"/>
              </a:defRPr>
            </a:lvl5pPr>
            <a:lvl6pPr algn="l">
              <a:defRPr sz="2025" b="1">
                <a:solidFill>
                  <a:srgbClr val="087F88"/>
                </a:solidFill>
                <a:latin typeface="DejaVu Sans"/>
                <a:ea typeface="DejaVu Sans"/>
                <a:cs typeface="DejaVu Sans"/>
              </a:defRPr>
            </a:lvl6pPr>
            <a:lvl7pPr algn="l">
              <a:defRPr sz="2025" b="1">
                <a:solidFill>
                  <a:srgbClr val="087F88"/>
                </a:solidFill>
                <a:latin typeface="DejaVu Sans"/>
                <a:ea typeface="DejaVu Sans"/>
                <a:cs typeface="DejaVu Sans"/>
              </a:defRPr>
            </a:lvl7pPr>
            <a:lvl8pPr algn="l">
              <a:defRPr sz="2025" b="1">
                <a:solidFill>
                  <a:srgbClr val="087F88"/>
                </a:solidFill>
                <a:latin typeface="DejaVu Sans"/>
                <a:ea typeface="DejaVu Sans"/>
                <a:cs typeface="DejaVu Sans"/>
              </a:defRPr>
            </a:lvl8pPr>
            <a:lvl9pPr algn="l">
              <a:defRPr sz="2025" b="1">
                <a:solidFill>
                  <a:srgbClr val="087F88"/>
                </a:solidFill>
                <a:latin typeface="DejaVu Sans"/>
                <a:ea typeface="DejaVu Sans"/>
                <a:cs typeface="DejaVu Sans"/>
              </a:defRPr>
            </a:lvl9pPr>
          </a:lstStyle>
          <a:p>
            <a:pPr algn="l">
              <a:defRPr sz="2025" b="1">
                <a:solidFill>
                  <a:srgbClr val="087F88"/>
                </a:solidFill>
                <a:latin typeface="DejaVu Sans"/>
                <a:ea typeface="DejaVu Sans"/>
                <a:cs typeface="DejaVu Sans"/>
              </a:defRPr>
            </a:pPr>
            <a:r>
              <a:rPr sz="2025" b="1">
                <a:solidFill>
                  <a:srgbClr val="087F88"/>
                </a:solidFill>
                <a:latin typeface="DejaVu Sans"/>
                <a:ea typeface="DejaVu Sans"/>
                <a:cs typeface="DejaVu Sans"/>
              </a:rPr>
              <a:t>Dalrymple (1960)</a:t>
            </a:r>
          </a:p>
        </p:txBody>
      </p:sp>
      <p:sp>
        <p:nvSpPr>
          <p:cNvPr id="7" name="texto">
            <a:extLst>
              <a:ext uri="{FF2B5EF4-FFF2-40B4-BE49-F238E27FC236}">
                <a16:creationId xmlns:a16="http://schemas.microsoft.com/office/drawing/2014/main" id="{70CDECAD-8D9A-436C-8744-D915D63BFE28}"/>
              </a:ext>
            </a:extLst>
          </p:cNvPr>
          <p:cNvSpPr>
            <a:spLocks noGrp="1"/>
          </p:cNvSpPr>
          <p:nvPr/>
        </p:nvSpPr>
        <p:spPr>
          <a:xfrm>
            <a:off x="609600" y="2143125"/>
            <a:ext cx="10972800" cy="857250"/>
          </a:xfrm>
          <a:prstGeom prst="rect">
            <a:avLst/>
          </a:prstGeom>
          <a:noFill/>
          <a:ln w="0">
            <a:noFill/>
            <a:prstDash val="solid"/>
          </a:ln>
        </p:spPr>
        <p:txBody>
          <a:bodyPr wrap="square" lIns="0" tIns="0" rIns="0" bIns="0" anchor="t">
            <a:noAutofit/>
          </a:bodyPr>
          <a:lstStyle>
            <a:defPPr algn="l">
              <a:defRPr sz="1725" b="0">
                <a:solidFill>
                  <a:srgbClr val="193647"/>
                </a:solidFill>
                <a:latin typeface="DejaVu Sans"/>
                <a:ea typeface="DejaVu Sans"/>
                <a:cs typeface="DejaVu Sans"/>
              </a:defRPr>
            </a:defPPr>
            <a:lvl1pPr algn="l">
              <a:defRPr sz="1725" b="0">
                <a:solidFill>
                  <a:srgbClr val="193647"/>
                </a:solidFill>
                <a:latin typeface="DejaVu Sans"/>
                <a:ea typeface="DejaVu Sans"/>
                <a:cs typeface="DejaVu Sans"/>
              </a:defRPr>
            </a:lvl1pPr>
            <a:lvl2pPr algn="l">
              <a:defRPr sz="1725" b="0">
                <a:solidFill>
                  <a:srgbClr val="193647"/>
                </a:solidFill>
                <a:latin typeface="DejaVu Sans"/>
                <a:ea typeface="DejaVu Sans"/>
                <a:cs typeface="DejaVu Sans"/>
              </a:defRPr>
            </a:lvl2pPr>
            <a:lvl3pPr algn="l">
              <a:defRPr sz="1725" b="0">
                <a:solidFill>
                  <a:srgbClr val="193647"/>
                </a:solidFill>
                <a:latin typeface="DejaVu Sans"/>
                <a:ea typeface="DejaVu Sans"/>
                <a:cs typeface="DejaVu Sans"/>
              </a:defRPr>
            </a:lvl3pPr>
            <a:lvl4pPr algn="l">
              <a:defRPr sz="1725" b="0">
                <a:solidFill>
                  <a:srgbClr val="193647"/>
                </a:solidFill>
                <a:latin typeface="DejaVu Sans"/>
                <a:ea typeface="DejaVu Sans"/>
                <a:cs typeface="DejaVu Sans"/>
              </a:defRPr>
            </a:lvl4pPr>
            <a:lvl5pPr algn="l">
              <a:defRPr sz="1725" b="0">
                <a:solidFill>
                  <a:srgbClr val="193647"/>
                </a:solidFill>
                <a:latin typeface="DejaVu Sans"/>
                <a:ea typeface="DejaVu Sans"/>
                <a:cs typeface="DejaVu Sans"/>
              </a:defRPr>
            </a:lvl5pPr>
            <a:lvl6pPr algn="l">
              <a:defRPr sz="1725" b="0">
                <a:solidFill>
                  <a:srgbClr val="193647"/>
                </a:solidFill>
                <a:latin typeface="DejaVu Sans"/>
                <a:ea typeface="DejaVu Sans"/>
                <a:cs typeface="DejaVu Sans"/>
              </a:defRPr>
            </a:lvl6pPr>
            <a:lvl7pPr algn="l">
              <a:defRPr sz="1725" b="0">
                <a:solidFill>
                  <a:srgbClr val="193647"/>
                </a:solidFill>
                <a:latin typeface="DejaVu Sans"/>
                <a:ea typeface="DejaVu Sans"/>
                <a:cs typeface="DejaVu Sans"/>
              </a:defRPr>
            </a:lvl7pPr>
            <a:lvl8pPr algn="l">
              <a:defRPr sz="1725" b="0">
                <a:solidFill>
                  <a:srgbClr val="193647"/>
                </a:solidFill>
                <a:latin typeface="DejaVu Sans"/>
                <a:ea typeface="DejaVu Sans"/>
                <a:cs typeface="DejaVu Sans"/>
              </a:defRPr>
            </a:lvl8pPr>
            <a:lvl9pPr algn="l">
              <a:defRPr sz="1725" b="0">
                <a:solidFill>
                  <a:srgbClr val="193647"/>
                </a:solidFill>
                <a:latin typeface="DejaVu Sans"/>
                <a:ea typeface="DejaVu Sans"/>
                <a:cs typeface="DejaVu Sans"/>
              </a:defRPr>
            </a:lvl9pPr>
          </a:lstStyle>
          <a:p>
            <a:pPr algn="l">
              <a:defRPr sz="1725" b="0">
                <a:solidFill>
                  <a:srgbClr val="193647"/>
                </a:solidFill>
                <a:latin typeface="DejaVu Sans"/>
                <a:ea typeface="DejaVu Sans"/>
                <a:cs typeface="DejaVu Sans"/>
              </a:defRPr>
            </a:pPr>
            <a:r>
              <a:rPr sz="1725" b="0">
                <a:solidFill>
                  <a:srgbClr val="193647"/>
                </a:solidFill>
                <a:latin typeface="DejaVu Sans"/>
                <a:ea typeface="DejaVu Sans"/>
                <a:cs typeface="DejaVu Sans"/>
              </a:rPr>
              <a:t>Flood-frequency analyses. USGS Water-Supply Paper 1543-A.</a:t>
            </a:r>
          </a:p>
        </p:txBody>
      </p:sp>
      <p:sp>
        <p:nvSpPr>
          <p:cNvPr id="8" name="texto">
            <a:extLst>
              <a:ext uri="{FF2B5EF4-FFF2-40B4-BE49-F238E27FC236}">
                <a16:creationId xmlns:a16="http://schemas.microsoft.com/office/drawing/2014/main" id="{D1F41606-477F-4EB4-9840-60E5D44F3275}"/>
              </a:ext>
            </a:extLst>
          </p:cNvPr>
          <p:cNvSpPr>
            <a:spLocks noGrp="1"/>
          </p:cNvSpPr>
          <p:nvPr/>
        </p:nvSpPr>
        <p:spPr>
          <a:xfrm>
            <a:off x="609600" y="2667000"/>
            <a:ext cx="10972800" cy="352425"/>
          </a:xfrm>
          <a:prstGeom prst="rect">
            <a:avLst/>
          </a:prstGeom>
          <a:noFill/>
          <a:ln w="0">
            <a:noFill/>
            <a:prstDash val="solid"/>
          </a:ln>
        </p:spPr>
        <p:txBody>
          <a:bodyPr wrap="square" lIns="0" tIns="0" rIns="0" bIns="0" anchor="t">
            <a:noAutofit/>
          </a:bodyPr>
          <a:lstStyle>
            <a:defPPr algn="l">
              <a:defRPr sz="2025" b="1">
                <a:solidFill>
                  <a:srgbClr val="087F88"/>
                </a:solidFill>
                <a:latin typeface="DejaVu Sans"/>
                <a:ea typeface="DejaVu Sans"/>
                <a:cs typeface="DejaVu Sans"/>
              </a:defRPr>
            </a:defPPr>
            <a:lvl1pPr algn="l">
              <a:defRPr sz="2025" b="1">
                <a:solidFill>
                  <a:srgbClr val="087F88"/>
                </a:solidFill>
                <a:latin typeface="DejaVu Sans"/>
                <a:ea typeface="DejaVu Sans"/>
                <a:cs typeface="DejaVu Sans"/>
              </a:defRPr>
            </a:lvl1pPr>
            <a:lvl2pPr algn="l">
              <a:defRPr sz="2025" b="1">
                <a:solidFill>
                  <a:srgbClr val="087F88"/>
                </a:solidFill>
                <a:latin typeface="DejaVu Sans"/>
                <a:ea typeface="DejaVu Sans"/>
                <a:cs typeface="DejaVu Sans"/>
              </a:defRPr>
            </a:lvl2pPr>
            <a:lvl3pPr algn="l">
              <a:defRPr sz="2025" b="1">
                <a:solidFill>
                  <a:srgbClr val="087F88"/>
                </a:solidFill>
                <a:latin typeface="DejaVu Sans"/>
                <a:ea typeface="DejaVu Sans"/>
                <a:cs typeface="DejaVu Sans"/>
              </a:defRPr>
            </a:lvl3pPr>
            <a:lvl4pPr algn="l">
              <a:defRPr sz="2025" b="1">
                <a:solidFill>
                  <a:srgbClr val="087F88"/>
                </a:solidFill>
                <a:latin typeface="DejaVu Sans"/>
                <a:ea typeface="DejaVu Sans"/>
                <a:cs typeface="DejaVu Sans"/>
              </a:defRPr>
            </a:lvl4pPr>
            <a:lvl5pPr algn="l">
              <a:defRPr sz="2025" b="1">
                <a:solidFill>
                  <a:srgbClr val="087F88"/>
                </a:solidFill>
                <a:latin typeface="DejaVu Sans"/>
                <a:ea typeface="DejaVu Sans"/>
                <a:cs typeface="DejaVu Sans"/>
              </a:defRPr>
            </a:lvl5pPr>
            <a:lvl6pPr algn="l">
              <a:defRPr sz="2025" b="1">
                <a:solidFill>
                  <a:srgbClr val="087F88"/>
                </a:solidFill>
                <a:latin typeface="DejaVu Sans"/>
                <a:ea typeface="DejaVu Sans"/>
                <a:cs typeface="DejaVu Sans"/>
              </a:defRPr>
            </a:lvl6pPr>
            <a:lvl7pPr algn="l">
              <a:defRPr sz="2025" b="1">
                <a:solidFill>
                  <a:srgbClr val="087F88"/>
                </a:solidFill>
                <a:latin typeface="DejaVu Sans"/>
                <a:ea typeface="DejaVu Sans"/>
                <a:cs typeface="DejaVu Sans"/>
              </a:defRPr>
            </a:lvl7pPr>
            <a:lvl8pPr algn="l">
              <a:defRPr sz="2025" b="1">
                <a:solidFill>
                  <a:srgbClr val="087F88"/>
                </a:solidFill>
                <a:latin typeface="DejaVu Sans"/>
                <a:ea typeface="DejaVu Sans"/>
                <a:cs typeface="DejaVu Sans"/>
              </a:defRPr>
            </a:lvl8pPr>
            <a:lvl9pPr algn="l">
              <a:defRPr sz="2025" b="1">
                <a:solidFill>
                  <a:srgbClr val="087F88"/>
                </a:solidFill>
                <a:latin typeface="DejaVu Sans"/>
                <a:ea typeface="DejaVu Sans"/>
                <a:cs typeface="DejaVu Sans"/>
              </a:defRPr>
            </a:lvl9pPr>
          </a:lstStyle>
          <a:p>
            <a:pPr algn="l">
              <a:defRPr sz="2025" b="1">
                <a:solidFill>
                  <a:srgbClr val="087F88"/>
                </a:solidFill>
                <a:latin typeface="DejaVu Sans"/>
                <a:ea typeface="DejaVu Sans"/>
                <a:cs typeface="DejaVu Sans"/>
              </a:defRPr>
            </a:pPr>
            <a:r>
              <a:rPr sz="2025" b="1">
                <a:solidFill>
                  <a:srgbClr val="087F88"/>
                </a:solidFill>
                <a:latin typeface="DejaVu Sans"/>
                <a:ea typeface="DejaVu Sans"/>
                <a:cs typeface="DejaVu Sans"/>
              </a:rPr>
              <a:t>Hosking e Wallis (1993)</a:t>
            </a:r>
          </a:p>
        </p:txBody>
      </p:sp>
      <p:sp>
        <p:nvSpPr>
          <p:cNvPr id="9" name="texto">
            <a:extLst>
              <a:ext uri="{FF2B5EF4-FFF2-40B4-BE49-F238E27FC236}">
                <a16:creationId xmlns:a16="http://schemas.microsoft.com/office/drawing/2014/main" id="{CAE25392-3A73-47D0-A1AE-A10EF3475C0A}"/>
              </a:ext>
            </a:extLst>
          </p:cNvPr>
          <p:cNvSpPr>
            <a:spLocks noGrp="1"/>
          </p:cNvSpPr>
          <p:nvPr/>
        </p:nvSpPr>
        <p:spPr>
          <a:xfrm>
            <a:off x="609600" y="3048000"/>
            <a:ext cx="10972800" cy="857250"/>
          </a:xfrm>
          <a:prstGeom prst="rect">
            <a:avLst/>
          </a:prstGeom>
          <a:noFill/>
          <a:ln w="0">
            <a:noFill/>
            <a:prstDash val="solid"/>
          </a:ln>
        </p:spPr>
        <p:txBody>
          <a:bodyPr wrap="square" lIns="0" tIns="0" rIns="0" bIns="0" anchor="t">
            <a:noAutofit/>
          </a:bodyPr>
          <a:lstStyle>
            <a:defPPr algn="l">
              <a:defRPr sz="1725" b="0">
                <a:solidFill>
                  <a:srgbClr val="193647"/>
                </a:solidFill>
                <a:latin typeface="DejaVu Sans"/>
                <a:ea typeface="DejaVu Sans"/>
                <a:cs typeface="DejaVu Sans"/>
              </a:defRPr>
            </a:defPPr>
            <a:lvl1pPr algn="l">
              <a:defRPr sz="1725" b="0">
                <a:solidFill>
                  <a:srgbClr val="193647"/>
                </a:solidFill>
                <a:latin typeface="DejaVu Sans"/>
                <a:ea typeface="DejaVu Sans"/>
                <a:cs typeface="DejaVu Sans"/>
              </a:defRPr>
            </a:lvl1pPr>
            <a:lvl2pPr algn="l">
              <a:defRPr sz="1725" b="0">
                <a:solidFill>
                  <a:srgbClr val="193647"/>
                </a:solidFill>
                <a:latin typeface="DejaVu Sans"/>
                <a:ea typeface="DejaVu Sans"/>
                <a:cs typeface="DejaVu Sans"/>
              </a:defRPr>
            </a:lvl2pPr>
            <a:lvl3pPr algn="l">
              <a:defRPr sz="1725" b="0">
                <a:solidFill>
                  <a:srgbClr val="193647"/>
                </a:solidFill>
                <a:latin typeface="DejaVu Sans"/>
                <a:ea typeface="DejaVu Sans"/>
                <a:cs typeface="DejaVu Sans"/>
              </a:defRPr>
            </a:lvl3pPr>
            <a:lvl4pPr algn="l">
              <a:defRPr sz="1725" b="0">
                <a:solidFill>
                  <a:srgbClr val="193647"/>
                </a:solidFill>
                <a:latin typeface="DejaVu Sans"/>
                <a:ea typeface="DejaVu Sans"/>
                <a:cs typeface="DejaVu Sans"/>
              </a:defRPr>
            </a:lvl4pPr>
            <a:lvl5pPr algn="l">
              <a:defRPr sz="1725" b="0">
                <a:solidFill>
                  <a:srgbClr val="193647"/>
                </a:solidFill>
                <a:latin typeface="DejaVu Sans"/>
                <a:ea typeface="DejaVu Sans"/>
                <a:cs typeface="DejaVu Sans"/>
              </a:defRPr>
            </a:lvl5pPr>
            <a:lvl6pPr algn="l">
              <a:defRPr sz="1725" b="0">
                <a:solidFill>
                  <a:srgbClr val="193647"/>
                </a:solidFill>
                <a:latin typeface="DejaVu Sans"/>
                <a:ea typeface="DejaVu Sans"/>
                <a:cs typeface="DejaVu Sans"/>
              </a:defRPr>
            </a:lvl6pPr>
            <a:lvl7pPr algn="l">
              <a:defRPr sz="1725" b="0">
                <a:solidFill>
                  <a:srgbClr val="193647"/>
                </a:solidFill>
                <a:latin typeface="DejaVu Sans"/>
                <a:ea typeface="DejaVu Sans"/>
                <a:cs typeface="DejaVu Sans"/>
              </a:defRPr>
            </a:lvl7pPr>
            <a:lvl8pPr algn="l">
              <a:defRPr sz="1725" b="0">
                <a:solidFill>
                  <a:srgbClr val="193647"/>
                </a:solidFill>
                <a:latin typeface="DejaVu Sans"/>
                <a:ea typeface="DejaVu Sans"/>
                <a:cs typeface="DejaVu Sans"/>
              </a:defRPr>
            </a:lvl8pPr>
            <a:lvl9pPr algn="l">
              <a:defRPr sz="1725" b="0">
                <a:solidFill>
                  <a:srgbClr val="193647"/>
                </a:solidFill>
                <a:latin typeface="DejaVu Sans"/>
                <a:ea typeface="DejaVu Sans"/>
                <a:cs typeface="DejaVu Sans"/>
              </a:defRPr>
            </a:lvl9pPr>
          </a:lstStyle>
          <a:p>
            <a:pPr algn="l">
              <a:defRPr sz="1725" b="0">
                <a:solidFill>
                  <a:srgbClr val="193647"/>
                </a:solidFill>
                <a:latin typeface="DejaVu Sans"/>
                <a:ea typeface="DejaVu Sans"/>
                <a:cs typeface="DejaVu Sans"/>
              </a:defRPr>
            </a:pPr>
            <a:r>
              <a:rPr sz="1725" b="0">
                <a:solidFill>
                  <a:srgbClr val="193647"/>
                </a:solidFill>
                <a:latin typeface="DejaVu Sans"/>
                <a:ea typeface="DejaVu Sans"/>
                <a:cs typeface="DejaVu Sans"/>
              </a:rPr>
              <a:t>Some statistics useful in regional frequency analysis.</a:t>
            </a:r>
          </a:p>
          <a:p>
            <a:pPr algn="l">
              <a:defRPr sz="1725" b="0">
                <a:solidFill>
                  <a:srgbClr val="193647"/>
                </a:solidFill>
                <a:latin typeface="DejaVu Sans"/>
                <a:ea typeface="DejaVu Sans"/>
                <a:cs typeface="DejaVu Sans"/>
              </a:defRPr>
            </a:pPr>
            <a:r>
              <a:rPr sz="1725" b="0">
                <a:solidFill>
                  <a:srgbClr val="193647"/>
                </a:solidFill>
                <a:latin typeface="DejaVu Sans"/>
                <a:ea typeface="DejaVu Sans"/>
                <a:cs typeface="DejaVu Sans"/>
              </a:rPr>
              <a:t>Water Resources Research, 29(2), 271–281. DOI: 10.1029/92WR01980</a:t>
            </a:r>
          </a:p>
        </p:txBody>
      </p:sp>
      <p:sp>
        <p:nvSpPr>
          <p:cNvPr id="10" name="texto">
            <a:extLst>
              <a:ext uri="{FF2B5EF4-FFF2-40B4-BE49-F238E27FC236}">
                <a16:creationId xmlns:a16="http://schemas.microsoft.com/office/drawing/2014/main" id="{9A1141DD-7A0F-4190-A3CC-770C6569ADA7}"/>
              </a:ext>
            </a:extLst>
          </p:cNvPr>
          <p:cNvSpPr>
            <a:spLocks noGrp="1"/>
          </p:cNvSpPr>
          <p:nvPr/>
        </p:nvSpPr>
        <p:spPr>
          <a:xfrm>
            <a:off x="609600" y="3733800"/>
            <a:ext cx="10972800" cy="352425"/>
          </a:xfrm>
          <a:prstGeom prst="rect">
            <a:avLst/>
          </a:prstGeom>
          <a:noFill/>
          <a:ln w="0">
            <a:noFill/>
            <a:prstDash val="solid"/>
          </a:ln>
        </p:spPr>
        <p:txBody>
          <a:bodyPr wrap="square" lIns="0" tIns="0" rIns="0" bIns="0" anchor="t">
            <a:noAutofit/>
          </a:bodyPr>
          <a:lstStyle>
            <a:defPPr algn="l">
              <a:defRPr sz="2025" b="1">
                <a:solidFill>
                  <a:srgbClr val="087F88"/>
                </a:solidFill>
                <a:latin typeface="DejaVu Sans"/>
                <a:ea typeface="DejaVu Sans"/>
                <a:cs typeface="DejaVu Sans"/>
              </a:defRPr>
            </a:defPPr>
            <a:lvl1pPr algn="l">
              <a:defRPr sz="2025" b="1">
                <a:solidFill>
                  <a:srgbClr val="087F88"/>
                </a:solidFill>
                <a:latin typeface="DejaVu Sans"/>
                <a:ea typeface="DejaVu Sans"/>
                <a:cs typeface="DejaVu Sans"/>
              </a:defRPr>
            </a:lvl1pPr>
            <a:lvl2pPr algn="l">
              <a:defRPr sz="2025" b="1">
                <a:solidFill>
                  <a:srgbClr val="087F88"/>
                </a:solidFill>
                <a:latin typeface="DejaVu Sans"/>
                <a:ea typeface="DejaVu Sans"/>
                <a:cs typeface="DejaVu Sans"/>
              </a:defRPr>
            </a:lvl2pPr>
            <a:lvl3pPr algn="l">
              <a:defRPr sz="2025" b="1">
                <a:solidFill>
                  <a:srgbClr val="087F88"/>
                </a:solidFill>
                <a:latin typeface="DejaVu Sans"/>
                <a:ea typeface="DejaVu Sans"/>
                <a:cs typeface="DejaVu Sans"/>
              </a:defRPr>
            </a:lvl3pPr>
            <a:lvl4pPr algn="l">
              <a:defRPr sz="2025" b="1">
                <a:solidFill>
                  <a:srgbClr val="087F88"/>
                </a:solidFill>
                <a:latin typeface="DejaVu Sans"/>
                <a:ea typeface="DejaVu Sans"/>
                <a:cs typeface="DejaVu Sans"/>
              </a:defRPr>
            </a:lvl4pPr>
            <a:lvl5pPr algn="l">
              <a:defRPr sz="2025" b="1">
                <a:solidFill>
                  <a:srgbClr val="087F88"/>
                </a:solidFill>
                <a:latin typeface="DejaVu Sans"/>
                <a:ea typeface="DejaVu Sans"/>
                <a:cs typeface="DejaVu Sans"/>
              </a:defRPr>
            </a:lvl5pPr>
            <a:lvl6pPr algn="l">
              <a:defRPr sz="2025" b="1">
                <a:solidFill>
                  <a:srgbClr val="087F88"/>
                </a:solidFill>
                <a:latin typeface="DejaVu Sans"/>
                <a:ea typeface="DejaVu Sans"/>
                <a:cs typeface="DejaVu Sans"/>
              </a:defRPr>
            </a:lvl6pPr>
            <a:lvl7pPr algn="l">
              <a:defRPr sz="2025" b="1">
                <a:solidFill>
                  <a:srgbClr val="087F88"/>
                </a:solidFill>
                <a:latin typeface="DejaVu Sans"/>
                <a:ea typeface="DejaVu Sans"/>
                <a:cs typeface="DejaVu Sans"/>
              </a:defRPr>
            </a:lvl7pPr>
            <a:lvl8pPr algn="l">
              <a:defRPr sz="2025" b="1">
                <a:solidFill>
                  <a:srgbClr val="087F88"/>
                </a:solidFill>
                <a:latin typeface="DejaVu Sans"/>
                <a:ea typeface="DejaVu Sans"/>
                <a:cs typeface="DejaVu Sans"/>
              </a:defRPr>
            </a:lvl8pPr>
            <a:lvl9pPr algn="l">
              <a:defRPr sz="2025" b="1">
                <a:solidFill>
                  <a:srgbClr val="087F88"/>
                </a:solidFill>
                <a:latin typeface="DejaVu Sans"/>
                <a:ea typeface="DejaVu Sans"/>
                <a:cs typeface="DejaVu Sans"/>
              </a:defRPr>
            </a:lvl9pPr>
          </a:lstStyle>
          <a:p>
            <a:pPr algn="l">
              <a:defRPr sz="2025" b="1">
                <a:solidFill>
                  <a:srgbClr val="087F88"/>
                </a:solidFill>
                <a:latin typeface="DejaVu Sans"/>
                <a:ea typeface="DejaVu Sans"/>
                <a:cs typeface="DejaVu Sans"/>
              </a:defRPr>
            </a:pPr>
            <a:r>
              <a:rPr sz="2025" b="1">
                <a:solidFill>
                  <a:srgbClr val="087F88"/>
                </a:solidFill>
                <a:latin typeface="DejaVu Sans"/>
                <a:ea typeface="DejaVu Sans"/>
                <a:cs typeface="DejaVu Sans"/>
              </a:rPr>
              <a:t>Hosking e Wallis (1997)</a:t>
            </a:r>
          </a:p>
        </p:txBody>
      </p:sp>
      <p:sp>
        <p:nvSpPr>
          <p:cNvPr id="11" name="texto">
            <a:extLst>
              <a:ext uri="{FF2B5EF4-FFF2-40B4-BE49-F238E27FC236}">
                <a16:creationId xmlns:a16="http://schemas.microsoft.com/office/drawing/2014/main" id="{FBB7F905-E594-423D-94C7-0DD1D695ADB0}"/>
              </a:ext>
            </a:extLst>
          </p:cNvPr>
          <p:cNvSpPr>
            <a:spLocks noGrp="1"/>
          </p:cNvSpPr>
          <p:nvPr/>
        </p:nvSpPr>
        <p:spPr>
          <a:xfrm>
            <a:off x="609600" y="4114800"/>
            <a:ext cx="10972800" cy="857250"/>
          </a:xfrm>
          <a:prstGeom prst="rect">
            <a:avLst/>
          </a:prstGeom>
          <a:noFill/>
          <a:ln w="0">
            <a:noFill/>
            <a:prstDash val="solid"/>
          </a:ln>
        </p:spPr>
        <p:txBody>
          <a:bodyPr wrap="square" lIns="0" tIns="0" rIns="0" bIns="0" anchor="t">
            <a:noAutofit/>
          </a:bodyPr>
          <a:lstStyle>
            <a:defPPr algn="l">
              <a:defRPr sz="1725" b="0">
                <a:solidFill>
                  <a:srgbClr val="193647"/>
                </a:solidFill>
                <a:latin typeface="DejaVu Sans"/>
                <a:ea typeface="DejaVu Sans"/>
                <a:cs typeface="DejaVu Sans"/>
              </a:defRPr>
            </a:defPPr>
            <a:lvl1pPr algn="l">
              <a:defRPr sz="1725" b="0">
                <a:solidFill>
                  <a:srgbClr val="193647"/>
                </a:solidFill>
                <a:latin typeface="DejaVu Sans"/>
                <a:ea typeface="DejaVu Sans"/>
                <a:cs typeface="DejaVu Sans"/>
              </a:defRPr>
            </a:lvl1pPr>
            <a:lvl2pPr algn="l">
              <a:defRPr sz="1725" b="0">
                <a:solidFill>
                  <a:srgbClr val="193647"/>
                </a:solidFill>
                <a:latin typeface="DejaVu Sans"/>
                <a:ea typeface="DejaVu Sans"/>
                <a:cs typeface="DejaVu Sans"/>
              </a:defRPr>
            </a:lvl2pPr>
            <a:lvl3pPr algn="l">
              <a:defRPr sz="1725" b="0">
                <a:solidFill>
                  <a:srgbClr val="193647"/>
                </a:solidFill>
                <a:latin typeface="DejaVu Sans"/>
                <a:ea typeface="DejaVu Sans"/>
                <a:cs typeface="DejaVu Sans"/>
              </a:defRPr>
            </a:lvl3pPr>
            <a:lvl4pPr algn="l">
              <a:defRPr sz="1725" b="0">
                <a:solidFill>
                  <a:srgbClr val="193647"/>
                </a:solidFill>
                <a:latin typeface="DejaVu Sans"/>
                <a:ea typeface="DejaVu Sans"/>
                <a:cs typeface="DejaVu Sans"/>
              </a:defRPr>
            </a:lvl4pPr>
            <a:lvl5pPr algn="l">
              <a:defRPr sz="1725" b="0">
                <a:solidFill>
                  <a:srgbClr val="193647"/>
                </a:solidFill>
                <a:latin typeface="DejaVu Sans"/>
                <a:ea typeface="DejaVu Sans"/>
                <a:cs typeface="DejaVu Sans"/>
              </a:defRPr>
            </a:lvl5pPr>
            <a:lvl6pPr algn="l">
              <a:defRPr sz="1725" b="0">
                <a:solidFill>
                  <a:srgbClr val="193647"/>
                </a:solidFill>
                <a:latin typeface="DejaVu Sans"/>
                <a:ea typeface="DejaVu Sans"/>
                <a:cs typeface="DejaVu Sans"/>
              </a:defRPr>
            </a:lvl6pPr>
            <a:lvl7pPr algn="l">
              <a:defRPr sz="1725" b="0">
                <a:solidFill>
                  <a:srgbClr val="193647"/>
                </a:solidFill>
                <a:latin typeface="DejaVu Sans"/>
                <a:ea typeface="DejaVu Sans"/>
                <a:cs typeface="DejaVu Sans"/>
              </a:defRPr>
            </a:lvl7pPr>
            <a:lvl8pPr algn="l">
              <a:defRPr sz="1725" b="0">
                <a:solidFill>
                  <a:srgbClr val="193647"/>
                </a:solidFill>
                <a:latin typeface="DejaVu Sans"/>
                <a:ea typeface="DejaVu Sans"/>
                <a:cs typeface="DejaVu Sans"/>
              </a:defRPr>
            </a:lvl8pPr>
            <a:lvl9pPr algn="l">
              <a:defRPr sz="1725" b="0">
                <a:solidFill>
                  <a:srgbClr val="193647"/>
                </a:solidFill>
                <a:latin typeface="DejaVu Sans"/>
                <a:ea typeface="DejaVu Sans"/>
                <a:cs typeface="DejaVu Sans"/>
              </a:defRPr>
            </a:lvl9pPr>
          </a:lstStyle>
          <a:p>
            <a:pPr algn="l">
              <a:defRPr sz="1725" b="0">
                <a:solidFill>
                  <a:srgbClr val="193647"/>
                </a:solidFill>
                <a:latin typeface="DejaVu Sans"/>
                <a:ea typeface="DejaVu Sans"/>
                <a:cs typeface="DejaVu Sans"/>
              </a:defRPr>
            </a:pPr>
            <a:r>
              <a:rPr sz="1725" b="0">
                <a:solidFill>
                  <a:srgbClr val="193647"/>
                </a:solidFill>
                <a:latin typeface="DejaVu Sans"/>
                <a:ea typeface="DejaVu Sans"/>
                <a:cs typeface="DejaVu Sans"/>
              </a:rPr>
              <a:t>Regional Frequency Analysis: An Approach Based on L-Moments.</a:t>
            </a:r>
          </a:p>
          <a:p>
            <a:pPr algn="l">
              <a:defRPr sz="1725" b="0">
                <a:solidFill>
                  <a:srgbClr val="193647"/>
                </a:solidFill>
                <a:latin typeface="DejaVu Sans"/>
                <a:ea typeface="DejaVu Sans"/>
                <a:cs typeface="DejaVu Sans"/>
              </a:defRPr>
            </a:pPr>
            <a:r>
              <a:rPr sz="1725" b="0">
                <a:solidFill>
                  <a:srgbClr val="193647"/>
                </a:solidFill>
                <a:latin typeface="DejaVu Sans"/>
                <a:ea typeface="DejaVu Sans"/>
                <a:cs typeface="DejaVu Sans"/>
              </a:rPr>
              <a:t>Cambridge University Press. DOI: 10.1017/CBO9780511529443</a:t>
            </a:r>
          </a:p>
        </p:txBody>
      </p:sp>
      <p:sp>
        <p:nvSpPr>
          <p:cNvPr id="12" name="texto">
            <a:extLst>
              <a:ext uri="{FF2B5EF4-FFF2-40B4-BE49-F238E27FC236}">
                <a16:creationId xmlns:a16="http://schemas.microsoft.com/office/drawing/2014/main" id="{88D35284-4B42-4F0B-A2D9-5A62C516FE9C}"/>
              </a:ext>
            </a:extLst>
          </p:cNvPr>
          <p:cNvSpPr>
            <a:spLocks noGrp="1"/>
          </p:cNvSpPr>
          <p:nvPr/>
        </p:nvSpPr>
        <p:spPr>
          <a:xfrm>
            <a:off x="609600" y="4810125"/>
            <a:ext cx="10972800" cy="352425"/>
          </a:xfrm>
          <a:prstGeom prst="rect">
            <a:avLst/>
          </a:prstGeom>
          <a:noFill/>
          <a:ln w="0">
            <a:noFill/>
            <a:prstDash val="solid"/>
          </a:ln>
        </p:spPr>
        <p:txBody>
          <a:bodyPr wrap="square" lIns="0" tIns="0" rIns="0" bIns="0" anchor="t">
            <a:noAutofit/>
          </a:bodyPr>
          <a:lstStyle>
            <a:defPPr algn="l">
              <a:defRPr sz="2025" b="1">
                <a:solidFill>
                  <a:srgbClr val="087F88"/>
                </a:solidFill>
                <a:latin typeface="DejaVu Sans"/>
                <a:ea typeface="DejaVu Sans"/>
                <a:cs typeface="DejaVu Sans"/>
              </a:defRPr>
            </a:defPPr>
            <a:lvl1pPr algn="l">
              <a:defRPr sz="2025" b="1">
                <a:solidFill>
                  <a:srgbClr val="087F88"/>
                </a:solidFill>
                <a:latin typeface="DejaVu Sans"/>
                <a:ea typeface="DejaVu Sans"/>
                <a:cs typeface="DejaVu Sans"/>
              </a:defRPr>
            </a:lvl1pPr>
            <a:lvl2pPr algn="l">
              <a:defRPr sz="2025" b="1">
                <a:solidFill>
                  <a:srgbClr val="087F88"/>
                </a:solidFill>
                <a:latin typeface="DejaVu Sans"/>
                <a:ea typeface="DejaVu Sans"/>
                <a:cs typeface="DejaVu Sans"/>
              </a:defRPr>
            </a:lvl2pPr>
            <a:lvl3pPr algn="l">
              <a:defRPr sz="2025" b="1">
                <a:solidFill>
                  <a:srgbClr val="087F88"/>
                </a:solidFill>
                <a:latin typeface="DejaVu Sans"/>
                <a:ea typeface="DejaVu Sans"/>
                <a:cs typeface="DejaVu Sans"/>
              </a:defRPr>
            </a:lvl3pPr>
            <a:lvl4pPr algn="l">
              <a:defRPr sz="2025" b="1">
                <a:solidFill>
                  <a:srgbClr val="087F88"/>
                </a:solidFill>
                <a:latin typeface="DejaVu Sans"/>
                <a:ea typeface="DejaVu Sans"/>
                <a:cs typeface="DejaVu Sans"/>
              </a:defRPr>
            </a:lvl4pPr>
            <a:lvl5pPr algn="l">
              <a:defRPr sz="2025" b="1">
                <a:solidFill>
                  <a:srgbClr val="087F88"/>
                </a:solidFill>
                <a:latin typeface="DejaVu Sans"/>
                <a:ea typeface="DejaVu Sans"/>
                <a:cs typeface="DejaVu Sans"/>
              </a:defRPr>
            </a:lvl5pPr>
            <a:lvl6pPr algn="l">
              <a:defRPr sz="2025" b="1">
                <a:solidFill>
                  <a:srgbClr val="087F88"/>
                </a:solidFill>
                <a:latin typeface="DejaVu Sans"/>
                <a:ea typeface="DejaVu Sans"/>
                <a:cs typeface="DejaVu Sans"/>
              </a:defRPr>
            </a:lvl6pPr>
            <a:lvl7pPr algn="l">
              <a:defRPr sz="2025" b="1">
                <a:solidFill>
                  <a:srgbClr val="087F88"/>
                </a:solidFill>
                <a:latin typeface="DejaVu Sans"/>
                <a:ea typeface="DejaVu Sans"/>
                <a:cs typeface="DejaVu Sans"/>
              </a:defRPr>
            </a:lvl7pPr>
            <a:lvl8pPr algn="l">
              <a:defRPr sz="2025" b="1">
                <a:solidFill>
                  <a:srgbClr val="087F88"/>
                </a:solidFill>
                <a:latin typeface="DejaVu Sans"/>
                <a:ea typeface="DejaVu Sans"/>
                <a:cs typeface="DejaVu Sans"/>
              </a:defRPr>
            </a:lvl8pPr>
            <a:lvl9pPr algn="l">
              <a:defRPr sz="2025" b="1">
                <a:solidFill>
                  <a:srgbClr val="087F88"/>
                </a:solidFill>
                <a:latin typeface="DejaVu Sans"/>
                <a:ea typeface="DejaVu Sans"/>
                <a:cs typeface="DejaVu Sans"/>
              </a:defRPr>
            </a:lvl9pPr>
          </a:lstStyle>
          <a:p>
            <a:pPr algn="l">
              <a:defRPr sz="2025" b="1">
                <a:solidFill>
                  <a:srgbClr val="087F88"/>
                </a:solidFill>
                <a:latin typeface="DejaVu Sans"/>
                <a:ea typeface="DejaVu Sans"/>
                <a:cs typeface="DejaVu Sans"/>
              </a:defRPr>
            </a:pPr>
            <a:r>
              <a:rPr sz="2025" b="1">
                <a:solidFill>
                  <a:srgbClr val="087F88"/>
                </a:solidFill>
                <a:latin typeface="DejaVu Sans"/>
                <a:ea typeface="DejaVu Sans"/>
                <a:cs typeface="DejaVu Sans"/>
              </a:rPr>
              <a:t>Implementações e permanência</a:t>
            </a:r>
          </a:p>
        </p:txBody>
      </p:sp>
      <p:sp>
        <p:nvSpPr>
          <p:cNvPr id="13" name="texto">
            <a:extLst>
              <a:ext uri="{FF2B5EF4-FFF2-40B4-BE49-F238E27FC236}">
                <a16:creationId xmlns:a16="http://schemas.microsoft.com/office/drawing/2014/main" id="{CBA6B6A8-085B-4A8A-A2D5-93969AFB214F}"/>
              </a:ext>
            </a:extLst>
          </p:cNvPr>
          <p:cNvSpPr>
            <a:spLocks noGrp="1"/>
          </p:cNvSpPr>
          <p:nvPr/>
        </p:nvSpPr>
        <p:spPr>
          <a:xfrm>
            <a:off x="609600" y="5191125"/>
            <a:ext cx="10972800" cy="857250"/>
          </a:xfrm>
          <a:prstGeom prst="rect">
            <a:avLst/>
          </a:prstGeom>
          <a:noFill/>
          <a:ln w="0">
            <a:noFill/>
            <a:prstDash val="solid"/>
          </a:ln>
        </p:spPr>
        <p:txBody>
          <a:bodyPr wrap="square" lIns="0" tIns="0" rIns="0" bIns="0" anchor="t">
            <a:noAutofit/>
          </a:bodyPr>
          <a:lstStyle>
            <a:defPPr algn="l">
              <a:defRPr sz="1725" b="0">
                <a:solidFill>
                  <a:srgbClr val="193647"/>
                </a:solidFill>
                <a:latin typeface="DejaVu Sans"/>
                <a:ea typeface="DejaVu Sans"/>
                <a:cs typeface="DejaVu Sans"/>
              </a:defRPr>
            </a:defPPr>
            <a:lvl1pPr algn="l">
              <a:defRPr sz="1725" b="0">
                <a:solidFill>
                  <a:srgbClr val="193647"/>
                </a:solidFill>
                <a:latin typeface="DejaVu Sans"/>
                <a:ea typeface="DejaVu Sans"/>
                <a:cs typeface="DejaVu Sans"/>
              </a:defRPr>
            </a:lvl1pPr>
            <a:lvl2pPr algn="l">
              <a:defRPr sz="1725" b="0">
                <a:solidFill>
                  <a:srgbClr val="193647"/>
                </a:solidFill>
                <a:latin typeface="DejaVu Sans"/>
                <a:ea typeface="DejaVu Sans"/>
                <a:cs typeface="DejaVu Sans"/>
              </a:defRPr>
            </a:lvl2pPr>
            <a:lvl3pPr algn="l">
              <a:defRPr sz="1725" b="0">
                <a:solidFill>
                  <a:srgbClr val="193647"/>
                </a:solidFill>
                <a:latin typeface="DejaVu Sans"/>
                <a:ea typeface="DejaVu Sans"/>
                <a:cs typeface="DejaVu Sans"/>
              </a:defRPr>
            </a:lvl3pPr>
            <a:lvl4pPr algn="l">
              <a:defRPr sz="1725" b="0">
                <a:solidFill>
                  <a:srgbClr val="193647"/>
                </a:solidFill>
                <a:latin typeface="DejaVu Sans"/>
                <a:ea typeface="DejaVu Sans"/>
                <a:cs typeface="DejaVu Sans"/>
              </a:defRPr>
            </a:lvl4pPr>
            <a:lvl5pPr algn="l">
              <a:defRPr sz="1725" b="0">
                <a:solidFill>
                  <a:srgbClr val="193647"/>
                </a:solidFill>
                <a:latin typeface="DejaVu Sans"/>
                <a:ea typeface="DejaVu Sans"/>
                <a:cs typeface="DejaVu Sans"/>
              </a:defRPr>
            </a:lvl5pPr>
            <a:lvl6pPr algn="l">
              <a:defRPr sz="1725" b="0">
                <a:solidFill>
                  <a:srgbClr val="193647"/>
                </a:solidFill>
                <a:latin typeface="DejaVu Sans"/>
                <a:ea typeface="DejaVu Sans"/>
                <a:cs typeface="DejaVu Sans"/>
              </a:defRPr>
            </a:lvl6pPr>
            <a:lvl7pPr algn="l">
              <a:defRPr sz="1725" b="0">
                <a:solidFill>
                  <a:srgbClr val="193647"/>
                </a:solidFill>
                <a:latin typeface="DejaVu Sans"/>
                <a:ea typeface="DejaVu Sans"/>
                <a:cs typeface="DejaVu Sans"/>
              </a:defRPr>
            </a:lvl7pPr>
            <a:lvl8pPr algn="l">
              <a:defRPr sz="1725" b="0">
                <a:solidFill>
                  <a:srgbClr val="193647"/>
                </a:solidFill>
                <a:latin typeface="DejaVu Sans"/>
                <a:ea typeface="DejaVu Sans"/>
                <a:cs typeface="DejaVu Sans"/>
              </a:defRPr>
            </a:lvl8pPr>
            <a:lvl9pPr algn="l">
              <a:defRPr sz="1725" b="0">
                <a:solidFill>
                  <a:srgbClr val="193647"/>
                </a:solidFill>
                <a:latin typeface="DejaVu Sans"/>
                <a:ea typeface="DejaVu Sans"/>
                <a:cs typeface="DejaVu Sans"/>
              </a:defRPr>
            </a:lvl9pPr>
          </a:lstStyle>
          <a:p>
            <a:pPr algn="l">
              <a:defRPr sz="1725" b="0">
                <a:solidFill>
                  <a:srgbClr val="193647"/>
                </a:solidFill>
                <a:latin typeface="DejaVu Sans"/>
                <a:ea typeface="DejaVu Sans"/>
                <a:cs typeface="DejaVu Sans"/>
              </a:defRPr>
            </a:pPr>
            <a:r>
              <a:rPr sz="1725" b="0">
                <a:solidFill>
                  <a:srgbClr val="193647"/>
                </a:solidFill>
                <a:latin typeface="DejaVu Sans"/>
                <a:ea typeface="DejaVu Sans"/>
                <a:cs typeface="DejaVu Sans"/>
              </a:rPr>
              <a:t>scikit-learn: Clustering (k-means e Ward).</a:t>
            </a:r>
          </a:p>
          <a:p>
            <a:pPr algn="l">
              <a:defRPr sz="1725" b="0">
                <a:solidFill>
                  <a:srgbClr val="193647"/>
                </a:solidFill>
                <a:latin typeface="DejaVu Sans"/>
                <a:ea typeface="DejaVu Sans"/>
                <a:cs typeface="DejaVu Sans"/>
              </a:defRPr>
            </a:pPr>
            <a:r>
              <a:rPr sz="1725" b="0">
                <a:solidFill>
                  <a:srgbClr val="193647"/>
                </a:solidFill>
                <a:latin typeface="DejaVu Sans"/>
                <a:ea typeface="DejaVu Sans"/>
                <a:cs typeface="DejaVu Sans"/>
              </a:rPr>
              <a:t>lmomRFA: regtst. SGB: estudos de vazões de permanência.</a:t>
            </a:r>
          </a:p>
        </p:txBody>
      </p:sp>
    </p:spTree>
    <p:extLst>
      <p:ext uri="{BB962C8B-B14F-4D97-AF65-F5344CB8AC3E}">
        <p14:creationId xmlns:p14="http://schemas.microsoft.com/office/powerpoint/2010/main" val="16981422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8F5"/>
        </a:solidFill>
        <a:effectLst/>
      </p:bgPr>
    </p:bg>
    <p:spTree>
      <p:nvGrpSpPr>
        <p:cNvPr id="1" name=""/>
        <p:cNvGrpSpPr/>
        <p:nvPr/>
      </p:nvGrpSpPr>
      <p:grpSpPr>
        <a:xfrm>
          <a:off x="0" y="0"/>
          <a:ext cx="0" cy="0"/>
          <a:chOff x="0" y="0"/>
          <a:chExt cx="0" cy="0"/>
        </a:xfrm>
      </p:grpSpPr>
      <p:sp>
        <p:nvSpPr>
          <p:cNvPr id="12" name="texto">
            <a:extLst>
              <a:ext uri="{FF2B5EF4-FFF2-40B4-BE49-F238E27FC236}">
                <a16:creationId xmlns:a16="http://schemas.microsoft.com/office/drawing/2014/main" id="{392B9047-5794-43F0-A440-4EA29716F75B}"/>
              </a:ext>
            </a:extLst>
          </p:cNvPr>
          <p:cNvSpPr>
            <a:spLocks noGrp="1"/>
          </p:cNvSpPr>
          <p:nvPr/>
        </p:nvSpPr>
        <p:spPr>
          <a:xfrm>
            <a:off x="609600" y="285750"/>
            <a:ext cx="10668000" cy="247650"/>
          </a:xfrm>
          <a:prstGeom prst="rect">
            <a:avLst/>
          </a:prstGeom>
          <a:noFill/>
          <a:ln w="0">
            <a:noFill/>
            <a:prstDash val="solid"/>
          </a:ln>
        </p:spPr>
        <p:txBody>
          <a:bodyPr wrap="square" lIns="0" tIns="0" rIns="0" bIns="0" anchor="t">
            <a:noAutofit/>
          </a:bodyPr>
          <a:lstStyle>
            <a:defPPr algn="l">
              <a:defRPr sz="1275" b="1">
                <a:solidFill>
                  <a:srgbClr val="087F88"/>
                </a:solidFill>
                <a:latin typeface="DejaVu Sans"/>
                <a:ea typeface="DejaVu Sans"/>
                <a:cs typeface="DejaVu Sans"/>
              </a:defRPr>
            </a:defPPr>
            <a:lvl1pPr algn="l">
              <a:defRPr sz="1275" b="1">
                <a:solidFill>
                  <a:srgbClr val="087F88"/>
                </a:solidFill>
                <a:latin typeface="DejaVu Sans"/>
                <a:ea typeface="DejaVu Sans"/>
                <a:cs typeface="DejaVu Sans"/>
              </a:defRPr>
            </a:lvl1pPr>
            <a:lvl2pPr algn="l">
              <a:defRPr sz="1275" b="1">
                <a:solidFill>
                  <a:srgbClr val="087F88"/>
                </a:solidFill>
                <a:latin typeface="DejaVu Sans"/>
                <a:ea typeface="DejaVu Sans"/>
                <a:cs typeface="DejaVu Sans"/>
              </a:defRPr>
            </a:lvl2pPr>
            <a:lvl3pPr algn="l">
              <a:defRPr sz="1275" b="1">
                <a:solidFill>
                  <a:srgbClr val="087F88"/>
                </a:solidFill>
                <a:latin typeface="DejaVu Sans"/>
                <a:ea typeface="DejaVu Sans"/>
                <a:cs typeface="DejaVu Sans"/>
              </a:defRPr>
            </a:lvl3pPr>
            <a:lvl4pPr algn="l">
              <a:defRPr sz="1275" b="1">
                <a:solidFill>
                  <a:srgbClr val="087F88"/>
                </a:solidFill>
                <a:latin typeface="DejaVu Sans"/>
                <a:ea typeface="DejaVu Sans"/>
                <a:cs typeface="DejaVu Sans"/>
              </a:defRPr>
            </a:lvl4pPr>
            <a:lvl5pPr algn="l">
              <a:defRPr sz="1275" b="1">
                <a:solidFill>
                  <a:srgbClr val="087F88"/>
                </a:solidFill>
                <a:latin typeface="DejaVu Sans"/>
                <a:ea typeface="DejaVu Sans"/>
                <a:cs typeface="DejaVu Sans"/>
              </a:defRPr>
            </a:lvl5pPr>
            <a:lvl6pPr algn="l">
              <a:defRPr sz="1275" b="1">
                <a:solidFill>
                  <a:srgbClr val="087F88"/>
                </a:solidFill>
                <a:latin typeface="DejaVu Sans"/>
                <a:ea typeface="DejaVu Sans"/>
                <a:cs typeface="DejaVu Sans"/>
              </a:defRPr>
            </a:lvl6pPr>
            <a:lvl7pPr algn="l">
              <a:defRPr sz="1275" b="1">
                <a:solidFill>
                  <a:srgbClr val="087F88"/>
                </a:solidFill>
                <a:latin typeface="DejaVu Sans"/>
                <a:ea typeface="DejaVu Sans"/>
                <a:cs typeface="DejaVu Sans"/>
              </a:defRPr>
            </a:lvl7pPr>
            <a:lvl8pPr algn="l">
              <a:defRPr sz="1275" b="1">
                <a:solidFill>
                  <a:srgbClr val="087F88"/>
                </a:solidFill>
                <a:latin typeface="DejaVu Sans"/>
                <a:ea typeface="DejaVu Sans"/>
                <a:cs typeface="DejaVu Sans"/>
              </a:defRPr>
            </a:lvl8pPr>
            <a:lvl9pPr algn="l">
              <a:defRPr sz="1275" b="1">
                <a:solidFill>
                  <a:srgbClr val="087F88"/>
                </a:solidFill>
                <a:latin typeface="DejaVu Sans"/>
                <a:ea typeface="DejaVu Sans"/>
                <a:cs typeface="DejaVu Sans"/>
              </a:defRPr>
            </a:lvl9pPr>
          </a:lstStyle>
          <a:p>
            <a:pPr algn="l">
              <a:defRPr sz="1275" b="1">
                <a:solidFill>
                  <a:srgbClr val="087F88"/>
                </a:solidFill>
                <a:latin typeface="DejaVu Sans"/>
                <a:ea typeface="DejaVu Sans"/>
                <a:cs typeface="DejaVu Sans"/>
              </a:defRPr>
            </a:pPr>
            <a:r>
              <a:rPr sz="1275" b="1">
                <a:solidFill>
                  <a:srgbClr val="087F88"/>
                </a:solidFill>
                <a:latin typeface="DejaVu Sans"/>
                <a:ea typeface="DejaVu Sans"/>
                <a:cs typeface="DejaVu Sans"/>
              </a:rPr>
              <a:t>BIBLIOGRAFIA · 2 DE 2</a:t>
            </a:r>
          </a:p>
        </p:txBody>
      </p:sp>
      <p:sp>
        <p:nvSpPr>
          <p:cNvPr id="2" name="texto">
            <a:extLst>
              <a:ext uri="{FF2B5EF4-FFF2-40B4-BE49-F238E27FC236}">
                <a16:creationId xmlns:a16="http://schemas.microsoft.com/office/drawing/2014/main" id="{94C21B21-27A1-410F-956D-AEAD5AEB0D65}"/>
              </a:ext>
            </a:extLst>
          </p:cNvPr>
          <p:cNvSpPr>
            <a:spLocks noGrp="1"/>
          </p:cNvSpPr>
          <p:nvPr/>
        </p:nvSpPr>
        <p:spPr>
          <a:xfrm>
            <a:off x="609600" y="685800"/>
            <a:ext cx="10972800" cy="1028700"/>
          </a:xfrm>
          <a:prstGeom prst="rect">
            <a:avLst/>
          </a:prstGeom>
          <a:noFill/>
          <a:ln w="0">
            <a:noFill/>
            <a:prstDash val="solid"/>
          </a:ln>
        </p:spPr>
        <p:txBody>
          <a:bodyPr wrap="square" lIns="0" tIns="0" rIns="0" bIns="0" anchor="t">
            <a:noAutofit/>
          </a:bodyPr>
          <a:lstStyle>
            <a:defPPr algn="l">
              <a:defRPr sz="3225" b="1">
                <a:solidFill>
                  <a:srgbClr val="123247"/>
                </a:solidFill>
                <a:latin typeface="DejaVu Sans"/>
                <a:ea typeface="DejaVu Sans"/>
                <a:cs typeface="DejaVu Sans"/>
              </a:defRPr>
            </a:defPPr>
            <a:lvl1pPr algn="l">
              <a:defRPr sz="3225" b="1">
                <a:solidFill>
                  <a:srgbClr val="123247"/>
                </a:solidFill>
                <a:latin typeface="DejaVu Sans"/>
                <a:ea typeface="DejaVu Sans"/>
                <a:cs typeface="DejaVu Sans"/>
              </a:defRPr>
            </a:lvl1pPr>
            <a:lvl2pPr algn="l">
              <a:defRPr sz="3225" b="1">
                <a:solidFill>
                  <a:srgbClr val="123247"/>
                </a:solidFill>
                <a:latin typeface="DejaVu Sans"/>
                <a:ea typeface="DejaVu Sans"/>
                <a:cs typeface="DejaVu Sans"/>
              </a:defRPr>
            </a:lvl2pPr>
            <a:lvl3pPr algn="l">
              <a:defRPr sz="3225" b="1">
                <a:solidFill>
                  <a:srgbClr val="123247"/>
                </a:solidFill>
                <a:latin typeface="DejaVu Sans"/>
                <a:ea typeface="DejaVu Sans"/>
                <a:cs typeface="DejaVu Sans"/>
              </a:defRPr>
            </a:lvl3pPr>
            <a:lvl4pPr algn="l">
              <a:defRPr sz="3225" b="1">
                <a:solidFill>
                  <a:srgbClr val="123247"/>
                </a:solidFill>
                <a:latin typeface="DejaVu Sans"/>
                <a:ea typeface="DejaVu Sans"/>
                <a:cs typeface="DejaVu Sans"/>
              </a:defRPr>
            </a:lvl4pPr>
            <a:lvl5pPr algn="l">
              <a:defRPr sz="3225" b="1">
                <a:solidFill>
                  <a:srgbClr val="123247"/>
                </a:solidFill>
                <a:latin typeface="DejaVu Sans"/>
                <a:ea typeface="DejaVu Sans"/>
                <a:cs typeface="DejaVu Sans"/>
              </a:defRPr>
            </a:lvl5pPr>
            <a:lvl6pPr algn="l">
              <a:defRPr sz="3225" b="1">
                <a:solidFill>
                  <a:srgbClr val="123247"/>
                </a:solidFill>
                <a:latin typeface="DejaVu Sans"/>
                <a:ea typeface="DejaVu Sans"/>
                <a:cs typeface="DejaVu Sans"/>
              </a:defRPr>
            </a:lvl6pPr>
            <a:lvl7pPr algn="l">
              <a:defRPr sz="3225" b="1">
                <a:solidFill>
                  <a:srgbClr val="123247"/>
                </a:solidFill>
                <a:latin typeface="DejaVu Sans"/>
                <a:ea typeface="DejaVu Sans"/>
                <a:cs typeface="DejaVu Sans"/>
              </a:defRPr>
            </a:lvl7pPr>
            <a:lvl8pPr algn="l">
              <a:defRPr sz="3225" b="1">
                <a:solidFill>
                  <a:srgbClr val="123247"/>
                </a:solidFill>
                <a:latin typeface="DejaVu Sans"/>
                <a:ea typeface="DejaVu Sans"/>
                <a:cs typeface="DejaVu Sans"/>
              </a:defRPr>
            </a:lvl8pPr>
            <a:lvl9pPr algn="l">
              <a:defRPr sz="3225" b="1">
                <a:solidFill>
                  <a:srgbClr val="123247"/>
                </a:solidFill>
                <a:latin typeface="DejaVu Sans"/>
                <a:ea typeface="DejaVu Sans"/>
                <a:cs typeface="DejaVu Sans"/>
              </a:defRPr>
            </a:lvl9pPr>
          </a:lstStyle>
          <a:p>
            <a:pPr algn="l">
              <a:defRPr sz="3225" b="1">
                <a:solidFill>
                  <a:srgbClr val="123247"/>
                </a:solidFill>
                <a:latin typeface="DejaVu Sans"/>
                <a:ea typeface="DejaVu Sans"/>
                <a:cs typeface="DejaVu Sans"/>
              </a:defRPr>
            </a:pPr>
            <a:r>
              <a:rPr sz="3225" b="1">
                <a:solidFill>
                  <a:srgbClr val="123247"/>
                </a:solidFill>
                <a:latin typeface="DejaVu Sans"/>
                <a:ea typeface="DejaVu Sans"/>
                <a:cs typeface="DejaVu Sans"/>
              </a:rPr>
              <a:t>Artigos incorporados e leituras de apoio</a:t>
            </a:r>
          </a:p>
        </p:txBody>
      </p:sp>
      <p:sp>
        <p:nvSpPr>
          <p:cNvPr id="3" name="Straight Connector 2">
            <a:extLst>
              <a:ext uri="{FF2B5EF4-FFF2-40B4-BE49-F238E27FC236}">
                <a16:creationId xmlns:a16="http://schemas.microsoft.com/office/drawing/2014/main" id="{9D6C9C6E-B3C9-47F6-B9FB-6A1C002C3043}"/>
              </a:ext>
            </a:extLst>
          </p:cNvPr>
          <p:cNvSpPr>
            <a:spLocks noGrp="1"/>
          </p:cNvSpPr>
          <p:nvPr/>
        </p:nvSpPr>
        <p:spPr>
          <a:xfrm>
            <a:off x="609600" y="6438900"/>
            <a:ext cx="10972800" cy="0"/>
          </a:xfrm>
          <a:prstGeom prst="line">
            <a:avLst/>
          </a:prstGeom>
          <a:noFill/>
          <a:ln w="9525">
            <a:solidFill>
              <a:srgbClr val="DCE3E3"/>
            </a:solidFill>
            <a:prstDash val="solid"/>
          </a:ln>
        </p:spPr>
        <p:txBody>
          <a:bodyPr/>
          <a:lstStyle/>
          <a:p>
            <a:endParaRPr lang="en-GB"/>
          </a:p>
        </p:txBody>
      </p:sp>
      <p:sp>
        <p:nvSpPr>
          <p:cNvPr id="4" name="texto">
            <a:extLst>
              <a:ext uri="{FF2B5EF4-FFF2-40B4-BE49-F238E27FC236}">
                <a16:creationId xmlns:a16="http://schemas.microsoft.com/office/drawing/2014/main" id="{4BFF9EC7-03B1-4B3A-BD86-357413A782DD}"/>
              </a:ext>
            </a:extLst>
          </p:cNvPr>
          <p:cNvSpPr>
            <a:spLocks noGrp="1"/>
          </p:cNvSpPr>
          <p:nvPr/>
        </p:nvSpPr>
        <p:spPr>
          <a:xfrm>
            <a:off x="609600" y="6543675"/>
            <a:ext cx="8572500" cy="190500"/>
          </a:xfrm>
          <a:prstGeom prst="rect">
            <a:avLst/>
          </a:prstGeom>
          <a:noFill/>
          <a:ln w="0">
            <a:noFill/>
            <a:prstDash val="solid"/>
          </a:ln>
        </p:spPr>
        <p:txBody>
          <a:bodyPr wrap="square" lIns="0" tIns="0" rIns="0" bIns="0" anchor="t">
            <a:noAutofit/>
          </a:bodyPr>
          <a:lstStyle>
            <a:defPPr algn="l">
              <a:defRPr sz="975" b="0">
                <a:solidFill>
                  <a:srgbClr val="526873"/>
                </a:solidFill>
                <a:latin typeface="DejaVu Sans"/>
                <a:ea typeface="DejaVu Sans"/>
                <a:cs typeface="DejaVu Sans"/>
              </a:defRPr>
            </a:defPPr>
            <a:lvl1pPr algn="l">
              <a:defRPr sz="975" b="0">
                <a:solidFill>
                  <a:srgbClr val="526873"/>
                </a:solidFill>
                <a:latin typeface="DejaVu Sans"/>
                <a:ea typeface="DejaVu Sans"/>
                <a:cs typeface="DejaVu Sans"/>
              </a:defRPr>
            </a:lvl1pPr>
            <a:lvl2pPr algn="l">
              <a:defRPr sz="975" b="0">
                <a:solidFill>
                  <a:srgbClr val="526873"/>
                </a:solidFill>
                <a:latin typeface="DejaVu Sans"/>
                <a:ea typeface="DejaVu Sans"/>
                <a:cs typeface="DejaVu Sans"/>
              </a:defRPr>
            </a:lvl2pPr>
            <a:lvl3pPr algn="l">
              <a:defRPr sz="975" b="0">
                <a:solidFill>
                  <a:srgbClr val="526873"/>
                </a:solidFill>
                <a:latin typeface="DejaVu Sans"/>
                <a:ea typeface="DejaVu Sans"/>
                <a:cs typeface="DejaVu Sans"/>
              </a:defRPr>
            </a:lvl3pPr>
            <a:lvl4pPr algn="l">
              <a:defRPr sz="975" b="0">
                <a:solidFill>
                  <a:srgbClr val="526873"/>
                </a:solidFill>
                <a:latin typeface="DejaVu Sans"/>
                <a:ea typeface="DejaVu Sans"/>
                <a:cs typeface="DejaVu Sans"/>
              </a:defRPr>
            </a:lvl4pPr>
            <a:lvl5pPr algn="l">
              <a:defRPr sz="975" b="0">
                <a:solidFill>
                  <a:srgbClr val="526873"/>
                </a:solidFill>
                <a:latin typeface="DejaVu Sans"/>
                <a:ea typeface="DejaVu Sans"/>
                <a:cs typeface="DejaVu Sans"/>
              </a:defRPr>
            </a:lvl5pPr>
            <a:lvl6pPr algn="l">
              <a:defRPr sz="975" b="0">
                <a:solidFill>
                  <a:srgbClr val="526873"/>
                </a:solidFill>
                <a:latin typeface="DejaVu Sans"/>
                <a:ea typeface="DejaVu Sans"/>
                <a:cs typeface="DejaVu Sans"/>
              </a:defRPr>
            </a:lvl6pPr>
            <a:lvl7pPr algn="l">
              <a:defRPr sz="975" b="0">
                <a:solidFill>
                  <a:srgbClr val="526873"/>
                </a:solidFill>
                <a:latin typeface="DejaVu Sans"/>
                <a:ea typeface="DejaVu Sans"/>
                <a:cs typeface="DejaVu Sans"/>
              </a:defRPr>
            </a:lvl7pPr>
            <a:lvl8pPr algn="l">
              <a:defRPr sz="975" b="0">
                <a:solidFill>
                  <a:srgbClr val="526873"/>
                </a:solidFill>
                <a:latin typeface="DejaVu Sans"/>
                <a:ea typeface="DejaVu Sans"/>
                <a:cs typeface="DejaVu Sans"/>
              </a:defRPr>
            </a:lvl8pPr>
            <a:lvl9pPr algn="l">
              <a:defRPr sz="975" b="0">
                <a:solidFill>
                  <a:srgbClr val="526873"/>
                </a:solidFill>
                <a:latin typeface="DejaVu Sans"/>
                <a:ea typeface="DejaVu Sans"/>
                <a:cs typeface="DejaVu Sans"/>
              </a:defRPr>
            </a:lvl9pPr>
          </a:lstStyle>
          <a:p>
            <a:pPr algn="l">
              <a:defRPr sz="975" b="0">
                <a:solidFill>
                  <a:srgbClr val="526873"/>
                </a:solidFill>
                <a:latin typeface="DejaVu Sans"/>
                <a:ea typeface="DejaVu Sans"/>
                <a:cs typeface="DejaVu Sans"/>
              </a:defRPr>
            </a:pPr>
            <a:r>
              <a:rPr sz="975" b="0">
                <a:solidFill>
                  <a:srgbClr val="526873"/>
                </a:solidFill>
                <a:latin typeface="DejaVu Sans"/>
                <a:ea typeface="DejaVu Sans"/>
                <a:cs typeface="DejaVu Sans"/>
              </a:rPr>
              <a:t>REGIONALIZAÇÃO DE VAZÕES</a:t>
            </a:r>
          </a:p>
        </p:txBody>
      </p:sp>
      <p:sp>
        <p:nvSpPr>
          <p:cNvPr id="5" name="texto">
            <a:extLst>
              <a:ext uri="{FF2B5EF4-FFF2-40B4-BE49-F238E27FC236}">
                <a16:creationId xmlns:a16="http://schemas.microsoft.com/office/drawing/2014/main" id="{72CF5E22-67B6-452F-88AE-5A00A78FDC5C}"/>
              </a:ext>
            </a:extLst>
          </p:cNvPr>
          <p:cNvSpPr>
            <a:spLocks noGrp="1"/>
          </p:cNvSpPr>
          <p:nvPr/>
        </p:nvSpPr>
        <p:spPr>
          <a:xfrm>
            <a:off x="10620375" y="6534150"/>
            <a:ext cx="962025" cy="209550"/>
          </a:xfrm>
          <a:prstGeom prst="rect">
            <a:avLst/>
          </a:prstGeom>
          <a:noFill/>
          <a:ln w="0">
            <a:noFill/>
            <a:prstDash val="solid"/>
          </a:ln>
        </p:spPr>
        <p:txBody>
          <a:bodyPr wrap="square" lIns="0" tIns="0" rIns="0" bIns="0" anchor="t">
            <a:noAutofit/>
          </a:bodyPr>
          <a:lstStyle>
            <a:defPPr algn="r">
              <a:defRPr sz="1050" b="0">
                <a:solidFill>
                  <a:srgbClr val="526873"/>
                </a:solidFill>
                <a:latin typeface="DejaVu Sans"/>
                <a:ea typeface="DejaVu Sans"/>
                <a:cs typeface="DejaVu Sans"/>
              </a:defRPr>
            </a:defPPr>
            <a:lvl1pPr algn="r">
              <a:defRPr sz="1050" b="0">
                <a:solidFill>
                  <a:srgbClr val="526873"/>
                </a:solidFill>
                <a:latin typeface="DejaVu Sans"/>
                <a:ea typeface="DejaVu Sans"/>
                <a:cs typeface="DejaVu Sans"/>
              </a:defRPr>
            </a:lvl1pPr>
            <a:lvl2pPr algn="r">
              <a:defRPr sz="1050" b="0">
                <a:solidFill>
                  <a:srgbClr val="526873"/>
                </a:solidFill>
                <a:latin typeface="DejaVu Sans"/>
                <a:ea typeface="DejaVu Sans"/>
                <a:cs typeface="DejaVu Sans"/>
              </a:defRPr>
            </a:lvl2pPr>
            <a:lvl3pPr algn="r">
              <a:defRPr sz="1050" b="0">
                <a:solidFill>
                  <a:srgbClr val="526873"/>
                </a:solidFill>
                <a:latin typeface="DejaVu Sans"/>
                <a:ea typeface="DejaVu Sans"/>
                <a:cs typeface="DejaVu Sans"/>
              </a:defRPr>
            </a:lvl3pPr>
            <a:lvl4pPr algn="r">
              <a:defRPr sz="1050" b="0">
                <a:solidFill>
                  <a:srgbClr val="526873"/>
                </a:solidFill>
                <a:latin typeface="DejaVu Sans"/>
                <a:ea typeface="DejaVu Sans"/>
                <a:cs typeface="DejaVu Sans"/>
              </a:defRPr>
            </a:lvl4pPr>
            <a:lvl5pPr algn="r">
              <a:defRPr sz="1050" b="0">
                <a:solidFill>
                  <a:srgbClr val="526873"/>
                </a:solidFill>
                <a:latin typeface="DejaVu Sans"/>
                <a:ea typeface="DejaVu Sans"/>
                <a:cs typeface="DejaVu Sans"/>
              </a:defRPr>
            </a:lvl5pPr>
            <a:lvl6pPr algn="r">
              <a:defRPr sz="1050" b="0">
                <a:solidFill>
                  <a:srgbClr val="526873"/>
                </a:solidFill>
                <a:latin typeface="DejaVu Sans"/>
                <a:ea typeface="DejaVu Sans"/>
                <a:cs typeface="DejaVu Sans"/>
              </a:defRPr>
            </a:lvl6pPr>
            <a:lvl7pPr algn="r">
              <a:defRPr sz="1050" b="0">
                <a:solidFill>
                  <a:srgbClr val="526873"/>
                </a:solidFill>
                <a:latin typeface="DejaVu Sans"/>
                <a:ea typeface="DejaVu Sans"/>
                <a:cs typeface="DejaVu Sans"/>
              </a:defRPr>
            </a:lvl7pPr>
            <a:lvl8pPr algn="r">
              <a:defRPr sz="1050" b="0">
                <a:solidFill>
                  <a:srgbClr val="526873"/>
                </a:solidFill>
                <a:latin typeface="DejaVu Sans"/>
                <a:ea typeface="DejaVu Sans"/>
                <a:cs typeface="DejaVu Sans"/>
              </a:defRPr>
            </a:lvl8pPr>
            <a:lvl9pPr algn="r">
              <a:defRPr sz="1050" b="0">
                <a:solidFill>
                  <a:srgbClr val="526873"/>
                </a:solidFill>
                <a:latin typeface="DejaVu Sans"/>
                <a:ea typeface="DejaVu Sans"/>
                <a:cs typeface="DejaVu Sans"/>
              </a:defRPr>
            </a:lvl9pPr>
          </a:lstStyle>
          <a:p>
            <a:pPr algn="r">
              <a:defRPr sz="1050" b="0">
                <a:solidFill>
                  <a:srgbClr val="526873"/>
                </a:solidFill>
                <a:latin typeface="DejaVu Sans"/>
                <a:ea typeface="DejaVu Sans"/>
                <a:cs typeface="DejaVu Sans"/>
              </a:defRPr>
            </a:pPr>
            <a:r>
              <a:rPr sz="1050" b="0">
                <a:solidFill>
                  <a:srgbClr val="526873"/>
                </a:solidFill>
                <a:latin typeface="DejaVu Sans"/>
                <a:ea typeface="DejaVu Sans"/>
                <a:cs typeface="DejaVu Sans"/>
              </a:rPr>
              <a:t>34 / 38</a:t>
            </a:r>
          </a:p>
        </p:txBody>
      </p:sp>
      <p:sp>
        <p:nvSpPr>
          <p:cNvPr id="6" name="texto">
            <a:extLst>
              <a:ext uri="{FF2B5EF4-FFF2-40B4-BE49-F238E27FC236}">
                <a16:creationId xmlns:a16="http://schemas.microsoft.com/office/drawing/2014/main" id="{AC381C1B-83EE-48E6-8FE2-50C345E11284}"/>
              </a:ext>
            </a:extLst>
          </p:cNvPr>
          <p:cNvSpPr>
            <a:spLocks noGrp="1"/>
          </p:cNvSpPr>
          <p:nvPr/>
        </p:nvSpPr>
        <p:spPr>
          <a:xfrm>
            <a:off x="609600" y="1752600"/>
            <a:ext cx="10972800" cy="361950"/>
          </a:xfrm>
          <a:prstGeom prst="rect">
            <a:avLst/>
          </a:prstGeom>
          <a:noFill/>
          <a:ln w="0">
            <a:noFill/>
            <a:prstDash val="solid"/>
          </a:ln>
        </p:spPr>
        <p:txBody>
          <a:bodyPr wrap="square" lIns="0" tIns="0" rIns="0" bIns="0" anchor="t">
            <a:noAutofit/>
          </a:bodyPr>
          <a:lstStyle>
            <a:defPPr algn="l">
              <a:defRPr sz="2025" b="1">
                <a:solidFill>
                  <a:srgbClr val="087F88"/>
                </a:solidFill>
                <a:latin typeface="DejaVu Sans"/>
                <a:ea typeface="DejaVu Sans"/>
                <a:cs typeface="DejaVu Sans"/>
              </a:defRPr>
            </a:defPPr>
            <a:lvl1pPr algn="l">
              <a:defRPr sz="2025" b="1">
                <a:solidFill>
                  <a:srgbClr val="087F88"/>
                </a:solidFill>
                <a:latin typeface="DejaVu Sans"/>
                <a:ea typeface="DejaVu Sans"/>
                <a:cs typeface="DejaVu Sans"/>
              </a:defRPr>
            </a:lvl1pPr>
            <a:lvl2pPr algn="l">
              <a:defRPr sz="2025" b="1">
                <a:solidFill>
                  <a:srgbClr val="087F88"/>
                </a:solidFill>
                <a:latin typeface="DejaVu Sans"/>
                <a:ea typeface="DejaVu Sans"/>
                <a:cs typeface="DejaVu Sans"/>
              </a:defRPr>
            </a:lvl2pPr>
            <a:lvl3pPr algn="l">
              <a:defRPr sz="2025" b="1">
                <a:solidFill>
                  <a:srgbClr val="087F88"/>
                </a:solidFill>
                <a:latin typeface="DejaVu Sans"/>
                <a:ea typeface="DejaVu Sans"/>
                <a:cs typeface="DejaVu Sans"/>
              </a:defRPr>
            </a:lvl3pPr>
            <a:lvl4pPr algn="l">
              <a:defRPr sz="2025" b="1">
                <a:solidFill>
                  <a:srgbClr val="087F88"/>
                </a:solidFill>
                <a:latin typeface="DejaVu Sans"/>
                <a:ea typeface="DejaVu Sans"/>
                <a:cs typeface="DejaVu Sans"/>
              </a:defRPr>
            </a:lvl4pPr>
            <a:lvl5pPr algn="l">
              <a:defRPr sz="2025" b="1">
                <a:solidFill>
                  <a:srgbClr val="087F88"/>
                </a:solidFill>
                <a:latin typeface="DejaVu Sans"/>
                <a:ea typeface="DejaVu Sans"/>
                <a:cs typeface="DejaVu Sans"/>
              </a:defRPr>
            </a:lvl5pPr>
            <a:lvl6pPr algn="l">
              <a:defRPr sz="2025" b="1">
                <a:solidFill>
                  <a:srgbClr val="087F88"/>
                </a:solidFill>
                <a:latin typeface="DejaVu Sans"/>
                <a:ea typeface="DejaVu Sans"/>
                <a:cs typeface="DejaVu Sans"/>
              </a:defRPr>
            </a:lvl6pPr>
            <a:lvl7pPr algn="l">
              <a:defRPr sz="2025" b="1">
                <a:solidFill>
                  <a:srgbClr val="087F88"/>
                </a:solidFill>
                <a:latin typeface="DejaVu Sans"/>
                <a:ea typeface="DejaVu Sans"/>
                <a:cs typeface="DejaVu Sans"/>
              </a:defRPr>
            </a:lvl7pPr>
            <a:lvl8pPr algn="l">
              <a:defRPr sz="2025" b="1">
                <a:solidFill>
                  <a:srgbClr val="087F88"/>
                </a:solidFill>
                <a:latin typeface="DejaVu Sans"/>
                <a:ea typeface="DejaVu Sans"/>
                <a:cs typeface="DejaVu Sans"/>
              </a:defRPr>
            </a:lvl8pPr>
            <a:lvl9pPr algn="l">
              <a:defRPr sz="2025" b="1">
                <a:solidFill>
                  <a:srgbClr val="087F88"/>
                </a:solidFill>
                <a:latin typeface="DejaVu Sans"/>
                <a:ea typeface="DejaVu Sans"/>
                <a:cs typeface="DejaVu Sans"/>
              </a:defRPr>
            </a:lvl9pPr>
          </a:lstStyle>
          <a:p>
            <a:pPr algn="l">
              <a:defRPr sz="2025" b="1">
                <a:solidFill>
                  <a:srgbClr val="087F88"/>
                </a:solidFill>
                <a:latin typeface="DejaVu Sans"/>
                <a:ea typeface="DejaVu Sans"/>
                <a:cs typeface="DejaVu Sans"/>
              </a:defRPr>
            </a:pPr>
            <a:r>
              <a:rPr sz="2025" b="1">
                <a:solidFill>
                  <a:srgbClr val="087F88"/>
                </a:solidFill>
                <a:latin typeface="DejaVu Sans"/>
                <a:ea typeface="DejaVu Sans"/>
                <a:cs typeface="DejaVu Sans"/>
              </a:rPr>
              <a:t>Cassalho et al. (2019) — J. Flood Risk Management</a:t>
            </a:r>
          </a:p>
        </p:txBody>
      </p:sp>
      <p:sp>
        <p:nvSpPr>
          <p:cNvPr id="7" name="texto">
            <a:extLst>
              <a:ext uri="{FF2B5EF4-FFF2-40B4-BE49-F238E27FC236}">
                <a16:creationId xmlns:a16="http://schemas.microsoft.com/office/drawing/2014/main" id="{D7D358E8-8C8F-4DC5-BEC1-929DDC88C402}"/>
              </a:ext>
            </a:extLst>
          </p:cNvPr>
          <p:cNvSpPr>
            <a:spLocks noGrp="1"/>
          </p:cNvSpPr>
          <p:nvPr/>
        </p:nvSpPr>
        <p:spPr>
          <a:xfrm>
            <a:off x="609600" y="2171700"/>
            <a:ext cx="10972800" cy="971550"/>
          </a:xfrm>
          <a:prstGeom prst="rect">
            <a:avLst/>
          </a:prstGeom>
          <a:noFill/>
          <a:ln w="0">
            <a:noFill/>
            <a:prstDash val="solid"/>
          </a:ln>
        </p:spPr>
        <p:txBody>
          <a:bodyPr wrap="square" lIns="0" tIns="0" rIns="0" bIns="0" anchor="t">
            <a:noAutofit/>
          </a:bodyPr>
          <a:lstStyle>
            <a:defPPr algn="l">
              <a:defRPr sz="1650" b="0">
                <a:solidFill>
                  <a:srgbClr val="193647"/>
                </a:solidFill>
                <a:latin typeface="DejaVu Sans"/>
                <a:ea typeface="DejaVu Sans"/>
                <a:cs typeface="DejaVu Sans"/>
              </a:defRPr>
            </a:defPPr>
            <a:lvl1pPr algn="l">
              <a:defRPr sz="1650" b="0">
                <a:solidFill>
                  <a:srgbClr val="193647"/>
                </a:solidFill>
                <a:latin typeface="DejaVu Sans"/>
                <a:ea typeface="DejaVu Sans"/>
                <a:cs typeface="DejaVu Sans"/>
              </a:defRPr>
            </a:lvl1pPr>
            <a:lvl2pPr algn="l">
              <a:defRPr sz="1650" b="0">
                <a:solidFill>
                  <a:srgbClr val="193647"/>
                </a:solidFill>
                <a:latin typeface="DejaVu Sans"/>
                <a:ea typeface="DejaVu Sans"/>
                <a:cs typeface="DejaVu Sans"/>
              </a:defRPr>
            </a:lvl2pPr>
            <a:lvl3pPr algn="l">
              <a:defRPr sz="1650" b="0">
                <a:solidFill>
                  <a:srgbClr val="193647"/>
                </a:solidFill>
                <a:latin typeface="DejaVu Sans"/>
                <a:ea typeface="DejaVu Sans"/>
                <a:cs typeface="DejaVu Sans"/>
              </a:defRPr>
            </a:lvl3pPr>
            <a:lvl4pPr algn="l">
              <a:defRPr sz="1650" b="0">
                <a:solidFill>
                  <a:srgbClr val="193647"/>
                </a:solidFill>
                <a:latin typeface="DejaVu Sans"/>
                <a:ea typeface="DejaVu Sans"/>
                <a:cs typeface="DejaVu Sans"/>
              </a:defRPr>
            </a:lvl4pPr>
            <a:lvl5pPr algn="l">
              <a:defRPr sz="1650" b="0">
                <a:solidFill>
                  <a:srgbClr val="193647"/>
                </a:solidFill>
                <a:latin typeface="DejaVu Sans"/>
                <a:ea typeface="DejaVu Sans"/>
                <a:cs typeface="DejaVu Sans"/>
              </a:defRPr>
            </a:lvl5pPr>
            <a:lvl6pPr algn="l">
              <a:defRPr sz="1650" b="0">
                <a:solidFill>
                  <a:srgbClr val="193647"/>
                </a:solidFill>
                <a:latin typeface="DejaVu Sans"/>
                <a:ea typeface="DejaVu Sans"/>
                <a:cs typeface="DejaVu Sans"/>
              </a:defRPr>
            </a:lvl6pPr>
            <a:lvl7pPr algn="l">
              <a:defRPr sz="1650" b="0">
                <a:solidFill>
                  <a:srgbClr val="193647"/>
                </a:solidFill>
                <a:latin typeface="DejaVu Sans"/>
                <a:ea typeface="DejaVu Sans"/>
                <a:cs typeface="DejaVu Sans"/>
              </a:defRPr>
            </a:lvl7pPr>
            <a:lvl8pPr algn="l">
              <a:defRPr sz="1650" b="0">
                <a:solidFill>
                  <a:srgbClr val="193647"/>
                </a:solidFill>
                <a:latin typeface="DejaVu Sans"/>
                <a:ea typeface="DejaVu Sans"/>
                <a:cs typeface="DejaVu Sans"/>
              </a:defRPr>
            </a:lvl8pPr>
            <a:lvl9pPr algn="l">
              <a:defRPr sz="1650" b="0">
                <a:solidFill>
                  <a:srgbClr val="193647"/>
                </a:solidFill>
                <a:latin typeface="DejaVu Sans"/>
                <a:ea typeface="DejaVu Sans"/>
                <a:cs typeface="DejaVu Sans"/>
              </a:defRPr>
            </a:lvl9pPr>
          </a:lstStyle>
          <a:p>
            <a:pPr algn="l">
              <a:defRPr sz="1650" b="0">
                <a:solidFill>
                  <a:srgbClr val="193647"/>
                </a:solidFill>
                <a:latin typeface="DejaVu Sans"/>
                <a:ea typeface="DejaVu Sans"/>
                <a:cs typeface="DejaVu Sans"/>
              </a:defRPr>
            </a:pPr>
            <a:r>
              <a:rPr sz="1650" b="0">
                <a:solidFill>
                  <a:srgbClr val="193647"/>
                </a:solidFill>
                <a:latin typeface="DejaVu Sans"/>
                <a:ea typeface="DejaVu Sans"/>
                <a:cs typeface="DejaVu Sans"/>
              </a:rPr>
              <a:t>Regional flood frequency analysis using L-moments for geographically defined</a:t>
            </a:r>
          </a:p>
          <a:p>
            <a:pPr algn="l">
              <a:defRPr sz="1650" b="0">
                <a:solidFill>
                  <a:srgbClr val="193647"/>
                </a:solidFill>
                <a:latin typeface="DejaVu Sans"/>
                <a:ea typeface="DejaVu Sans"/>
                <a:cs typeface="DejaVu Sans"/>
              </a:defRPr>
            </a:pPr>
            <a:r>
              <a:rPr sz="1650" b="0">
                <a:solidFill>
                  <a:srgbClr val="193647"/>
                </a:solidFill>
                <a:latin typeface="DejaVu Sans"/>
                <a:ea typeface="DejaVu Sans"/>
                <a:cs typeface="DejaVu Sans"/>
              </a:rPr>
              <a:t>regions: An assessment in Brazil. 12, e12453. DOI: 10.1111/jfr3.12453.</a:t>
            </a:r>
          </a:p>
          <a:p>
            <a:pPr algn="l">
              <a:defRPr sz="1650" b="0">
                <a:solidFill>
                  <a:srgbClr val="193647"/>
                </a:solidFill>
                <a:latin typeface="DejaVu Sans"/>
                <a:ea typeface="DejaVu Sans"/>
                <a:cs typeface="DejaVu Sans"/>
              </a:defRPr>
            </a:pPr>
            <a:r>
              <a:rPr sz="1650" b="0">
                <a:solidFill>
                  <a:srgbClr val="193647"/>
                </a:solidFill>
                <a:latin typeface="DejaVu Sans"/>
                <a:ea typeface="DejaVu Sans"/>
                <a:cs typeface="DejaVu Sans"/>
              </a:rPr>
              <a:t>Figura 3 e Tabelas 2–3. Publicação on-line em 2018.</a:t>
            </a:r>
          </a:p>
        </p:txBody>
      </p:sp>
      <p:sp>
        <p:nvSpPr>
          <p:cNvPr id="8" name="texto">
            <a:extLst>
              <a:ext uri="{FF2B5EF4-FFF2-40B4-BE49-F238E27FC236}">
                <a16:creationId xmlns:a16="http://schemas.microsoft.com/office/drawing/2014/main" id="{4C95B9D3-DF25-407D-A910-5724176E9783}"/>
              </a:ext>
            </a:extLst>
          </p:cNvPr>
          <p:cNvSpPr>
            <a:spLocks noGrp="1"/>
          </p:cNvSpPr>
          <p:nvPr/>
        </p:nvSpPr>
        <p:spPr>
          <a:xfrm>
            <a:off x="609600" y="3343275"/>
            <a:ext cx="10972800" cy="361950"/>
          </a:xfrm>
          <a:prstGeom prst="rect">
            <a:avLst/>
          </a:prstGeom>
          <a:noFill/>
          <a:ln w="0">
            <a:noFill/>
            <a:prstDash val="solid"/>
          </a:ln>
        </p:spPr>
        <p:txBody>
          <a:bodyPr wrap="square" lIns="0" tIns="0" rIns="0" bIns="0" anchor="t">
            <a:noAutofit/>
          </a:bodyPr>
          <a:lstStyle>
            <a:defPPr algn="l">
              <a:defRPr sz="2025" b="1">
                <a:solidFill>
                  <a:srgbClr val="087F88"/>
                </a:solidFill>
                <a:latin typeface="DejaVu Sans"/>
                <a:ea typeface="DejaVu Sans"/>
                <a:cs typeface="DejaVu Sans"/>
              </a:defRPr>
            </a:defPPr>
            <a:lvl1pPr algn="l">
              <a:defRPr sz="2025" b="1">
                <a:solidFill>
                  <a:srgbClr val="087F88"/>
                </a:solidFill>
                <a:latin typeface="DejaVu Sans"/>
                <a:ea typeface="DejaVu Sans"/>
                <a:cs typeface="DejaVu Sans"/>
              </a:defRPr>
            </a:lvl1pPr>
            <a:lvl2pPr algn="l">
              <a:defRPr sz="2025" b="1">
                <a:solidFill>
                  <a:srgbClr val="087F88"/>
                </a:solidFill>
                <a:latin typeface="DejaVu Sans"/>
                <a:ea typeface="DejaVu Sans"/>
                <a:cs typeface="DejaVu Sans"/>
              </a:defRPr>
            </a:lvl2pPr>
            <a:lvl3pPr algn="l">
              <a:defRPr sz="2025" b="1">
                <a:solidFill>
                  <a:srgbClr val="087F88"/>
                </a:solidFill>
                <a:latin typeface="DejaVu Sans"/>
                <a:ea typeface="DejaVu Sans"/>
                <a:cs typeface="DejaVu Sans"/>
              </a:defRPr>
            </a:lvl3pPr>
            <a:lvl4pPr algn="l">
              <a:defRPr sz="2025" b="1">
                <a:solidFill>
                  <a:srgbClr val="087F88"/>
                </a:solidFill>
                <a:latin typeface="DejaVu Sans"/>
                <a:ea typeface="DejaVu Sans"/>
                <a:cs typeface="DejaVu Sans"/>
              </a:defRPr>
            </a:lvl4pPr>
            <a:lvl5pPr algn="l">
              <a:defRPr sz="2025" b="1">
                <a:solidFill>
                  <a:srgbClr val="087F88"/>
                </a:solidFill>
                <a:latin typeface="DejaVu Sans"/>
                <a:ea typeface="DejaVu Sans"/>
                <a:cs typeface="DejaVu Sans"/>
              </a:defRPr>
            </a:lvl5pPr>
            <a:lvl6pPr algn="l">
              <a:defRPr sz="2025" b="1">
                <a:solidFill>
                  <a:srgbClr val="087F88"/>
                </a:solidFill>
                <a:latin typeface="DejaVu Sans"/>
                <a:ea typeface="DejaVu Sans"/>
                <a:cs typeface="DejaVu Sans"/>
              </a:defRPr>
            </a:lvl6pPr>
            <a:lvl7pPr algn="l">
              <a:defRPr sz="2025" b="1">
                <a:solidFill>
                  <a:srgbClr val="087F88"/>
                </a:solidFill>
                <a:latin typeface="DejaVu Sans"/>
                <a:ea typeface="DejaVu Sans"/>
                <a:cs typeface="DejaVu Sans"/>
              </a:defRPr>
            </a:lvl7pPr>
            <a:lvl8pPr algn="l">
              <a:defRPr sz="2025" b="1">
                <a:solidFill>
                  <a:srgbClr val="087F88"/>
                </a:solidFill>
                <a:latin typeface="DejaVu Sans"/>
                <a:ea typeface="DejaVu Sans"/>
                <a:cs typeface="DejaVu Sans"/>
              </a:defRPr>
            </a:lvl8pPr>
            <a:lvl9pPr algn="l">
              <a:defRPr sz="2025" b="1">
                <a:solidFill>
                  <a:srgbClr val="087F88"/>
                </a:solidFill>
                <a:latin typeface="DejaVu Sans"/>
                <a:ea typeface="DejaVu Sans"/>
                <a:cs typeface="DejaVu Sans"/>
              </a:defRPr>
            </a:lvl9pPr>
          </a:lstStyle>
          <a:p>
            <a:pPr algn="l">
              <a:defRPr sz="2025" b="1">
                <a:solidFill>
                  <a:srgbClr val="087F88"/>
                </a:solidFill>
                <a:latin typeface="DejaVu Sans"/>
                <a:ea typeface="DejaVu Sans"/>
                <a:cs typeface="DejaVu Sans"/>
              </a:defRPr>
            </a:pPr>
            <a:r>
              <a:rPr sz="2025" b="1">
                <a:solidFill>
                  <a:srgbClr val="087F88"/>
                </a:solidFill>
                <a:latin typeface="DejaVu Sans"/>
                <a:ea typeface="DejaVu Sans"/>
                <a:cs typeface="DejaVu Sans"/>
              </a:rPr>
              <a:t>Cassalho et al. (2019) — Hydrological Processes</a:t>
            </a:r>
          </a:p>
        </p:txBody>
      </p:sp>
      <p:sp>
        <p:nvSpPr>
          <p:cNvPr id="9" name="texto">
            <a:extLst>
              <a:ext uri="{FF2B5EF4-FFF2-40B4-BE49-F238E27FC236}">
                <a16:creationId xmlns:a16="http://schemas.microsoft.com/office/drawing/2014/main" id="{ACA09E8A-EF8D-4182-B008-5B519A75EA2D}"/>
              </a:ext>
            </a:extLst>
          </p:cNvPr>
          <p:cNvSpPr>
            <a:spLocks noGrp="1"/>
          </p:cNvSpPr>
          <p:nvPr/>
        </p:nvSpPr>
        <p:spPr>
          <a:xfrm>
            <a:off x="609600" y="3762375"/>
            <a:ext cx="10972800" cy="971550"/>
          </a:xfrm>
          <a:prstGeom prst="rect">
            <a:avLst/>
          </a:prstGeom>
          <a:noFill/>
          <a:ln w="0">
            <a:noFill/>
            <a:prstDash val="solid"/>
          </a:ln>
        </p:spPr>
        <p:txBody>
          <a:bodyPr wrap="square" lIns="0" tIns="0" rIns="0" bIns="0" anchor="t">
            <a:noAutofit/>
          </a:bodyPr>
          <a:lstStyle>
            <a:defPPr algn="l">
              <a:defRPr sz="1650" b="0">
                <a:solidFill>
                  <a:srgbClr val="193647"/>
                </a:solidFill>
                <a:latin typeface="DejaVu Sans"/>
                <a:ea typeface="DejaVu Sans"/>
                <a:cs typeface="DejaVu Sans"/>
              </a:defRPr>
            </a:defPPr>
            <a:lvl1pPr algn="l">
              <a:defRPr sz="1650" b="0">
                <a:solidFill>
                  <a:srgbClr val="193647"/>
                </a:solidFill>
                <a:latin typeface="DejaVu Sans"/>
                <a:ea typeface="DejaVu Sans"/>
                <a:cs typeface="DejaVu Sans"/>
              </a:defRPr>
            </a:lvl1pPr>
            <a:lvl2pPr algn="l">
              <a:defRPr sz="1650" b="0">
                <a:solidFill>
                  <a:srgbClr val="193647"/>
                </a:solidFill>
                <a:latin typeface="DejaVu Sans"/>
                <a:ea typeface="DejaVu Sans"/>
                <a:cs typeface="DejaVu Sans"/>
              </a:defRPr>
            </a:lvl2pPr>
            <a:lvl3pPr algn="l">
              <a:defRPr sz="1650" b="0">
                <a:solidFill>
                  <a:srgbClr val="193647"/>
                </a:solidFill>
                <a:latin typeface="DejaVu Sans"/>
                <a:ea typeface="DejaVu Sans"/>
                <a:cs typeface="DejaVu Sans"/>
              </a:defRPr>
            </a:lvl3pPr>
            <a:lvl4pPr algn="l">
              <a:defRPr sz="1650" b="0">
                <a:solidFill>
                  <a:srgbClr val="193647"/>
                </a:solidFill>
                <a:latin typeface="DejaVu Sans"/>
                <a:ea typeface="DejaVu Sans"/>
                <a:cs typeface="DejaVu Sans"/>
              </a:defRPr>
            </a:lvl4pPr>
            <a:lvl5pPr algn="l">
              <a:defRPr sz="1650" b="0">
                <a:solidFill>
                  <a:srgbClr val="193647"/>
                </a:solidFill>
                <a:latin typeface="DejaVu Sans"/>
                <a:ea typeface="DejaVu Sans"/>
                <a:cs typeface="DejaVu Sans"/>
              </a:defRPr>
            </a:lvl5pPr>
            <a:lvl6pPr algn="l">
              <a:defRPr sz="1650" b="0">
                <a:solidFill>
                  <a:srgbClr val="193647"/>
                </a:solidFill>
                <a:latin typeface="DejaVu Sans"/>
                <a:ea typeface="DejaVu Sans"/>
                <a:cs typeface="DejaVu Sans"/>
              </a:defRPr>
            </a:lvl6pPr>
            <a:lvl7pPr algn="l">
              <a:defRPr sz="1650" b="0">
                <a:solidFill>
                  <a:srgbClr val="193647"/>
                </a:solidFill>
                <a:latin typeface="DejaVu Sans"/>
                <a:ea typeface="DejaVu Sans"/>
                <a:cs typeface="DejaVu Sans"/>
              </a:defRPr>
            </a:lvl7pPr>
            <a:lvl8pPr algn="l">
              <a:defRPr sz="1650" b="0">
                <a:solidFill>
                  <a:srgbClr val="193647"/>
                </a:solidFill>
                <a:latin typeface="DejaVu Sans"/>
                <a:ea typeface="DejaVu Sans"/>
                <a:cs typeface="DejaVu Sans"/>
              </a:defRPr>
            </a:lvl8pPr>
            <a:lvl9pPr algn="l">
              <a:defRPr sz="1650" b="0">
                <a:solidFill>
                  <a:srgbClr val="193647"/>
                </a:solidFill>
                <a:latin typeface="DejaVu Sans"/>
                <a:ea typeface="DejaVu Sans"/>
                <a:cs typeface="DejaVu Sans"/>
              </a:defRPr>
            </a:lvl9pPr>
          </a:lstStyle>
          <a:p>
            <a:pPr algn="l">
              <a:defRPr sz="1650" b="0">
                <a:solidFill>
                  <a:srgbClr val="193647"/>
                </a:solidFill>
                <a:latin typeface="DejaVu Sans"/>
                <a:ea typeface="DejaVu Sans"/>
                <a:cs typeface="DejaVu Sans"/>
              </a:defRPr>
            </a:pPr>
            <a:r>
              <a:rPr sz="1650" b="0">
                <a:solidFill>
                  <a:srgbClr val="193647"/>
                </a:solidFill>
                <a:latin typeface="DejaVu Sans"/>
                <a:ea typeface="DejaVu Sans"/>
                <a:cs typeface="DejaVu Sans"/>
              </a:rPr>
              <a:t>Artificial intelligence for identifying hydrologically homogeneous regions:</a:t>
            </a:r>
          </a:p>
          <a:p>
            <a:pPr algn="l">
              <a:defRPr sz="1650" b="0">
                <a:solidFill>
                  <a:srgbClr val="193647"/>
                </a:solidFill>
                <a:latin typeface="DejaVu Sans"/>
                <a:ea typeface="DejaVu Sans"/>
                <a:cs typeface="DejaVu Sans"/>
              </a:defRPr>
            </a:pPr>
            <a:r>
              <a:rPr sz="1650" b="0">
                <a:solidFill>
                  <a:srgbClr val="193647"/>
                </a:solidFill>
                <a:latin typeface="DejaVu Sans"/>
                <a:ea typeface="DejaVu Sans"/>
                <a:cs typeface="DejaVu Sans"/>
              </a:rPr>
              <a:t>A state-of-the-art regional flood frequency analysis. 33, 1101–1116.</a:t>
            </a:r>
          </a:p>
          <a:p>
            <a:pPr algn="l">
              <a:defRPr sz="1650" b="0">
                <a:solidFill>
                  <a:srgbClr val="193647"/>
                </a:solidFill>
                <a:latin typeface="DejaVu Sans"/>
                <a:ea typeface="DejaVu Sans"/>
                <a:cs typeface="DejaVu Sans"/>
              </a:defRPr>
            </a:pPr>
            <a:r>
              <a:rPr sz="1650" b="0">
                <a:solidFill>
                  <a:srgbClr val="193647"/>
                </a:solidFill>
                <a:latin typeface="DejaVu Sans"/>
                <a:ea typeface="DejaVu Sans"/>
                <a:cs typeface="DejaVu Sans"/>
              </a:rPr>
              <a:t>DOI: 10.1002/hyp.13388. Métodos e Tabela 6.</a:t>
            </a:r>
          </a:p>
        </p:txBody>
      </p:sp>
      <p:sp>
        <p:nvSpPr>
          <p:cNvPr id="10" name="texto">
            <a:extLst>
              <a:ext uri="{FF2B5EF4-FFF2-40B4-BE49-F238E27FC236}">
                <a16:creationId xmlns:a16="http://schemas.microsoft.com/office/drawing/2014/main" id="{3BCCB37C-016A-4504-9285-57916FF21C61}"/>
              </a:ext>
            </a:extLst>
          </p:cNvPr>
          <p:cNvSpPr>
            <a:spLocks noGrp="1"/>
          </p:cNvSpPr>
          <p:nvPr/>
        </p:nvSpPr>
        <p:spPr>
          <a:xfrm>
            <a:off x="609600" y="4943475"/>
            <a:ext cx="10972800" cy="361950"/>
          </a:xfrm>
          <a:prstGeom prst="rect">
            <a:avLst/>
          </a:prstGeom>
          <a:noFill/>
          <a:ln w="0">
            <a:noFill/>
            <a:prstDash val="solid"/>
          </a:ln>
        </p:spPr>
        <p:txBody>
          <a:bodyPr wrap="square" lIns="0" tIns="0" rIns="0" bIns="0" anchor="t">
            <a:noAutofit/>
          </a:bodyPr>
          <a:lstStyle>
            <a:defPPr algn="l">
              <a:defRPr sz="2025" b="1">
                <a:solidFill>
                  <a:srgbClr val="087F88"/>
                </a:solidFill>
                <a:latin typeface="DejaVu Sans"/>
                <a:ea typeface="DejaVu Sans"/>
                <a:cs typeface="DejaVu Sans"/>
              </a:defRPr>
            </a:defPPr>
            <a:lvl1pPr algn="l">
              <a:defRPr sz="2025" b="1">
                <a:solidFill>
                  <a:srgbClr val="087F88"/>
                </a:solidFill>
                <a:latin typeface="DejaVu Sans"/>
                <a:ea typeface="DejaVu Sans"/>
                <a:cs typeface="DejaVu Sans"/>
              </a:defRPr>
            </a:lvl1pPr>
            <a:lvl2pPr algn="l">
              <a:defRPr sz="2025" b="1">
                <a:solidFill>
                  <a:srgbClr val="087F88"/>
                </a:solidFill>
                <a:latin typeface="DejaVu Sans"/>
                <a:ea typeface="DejaVu Sans"/>
                <a:cs typeface="DejaVu Sans"/>
              </a:defRPr>
            </a:lvl2pPr>
            <a:lvl3pPr algn="l">
              <a:defRPr sz="2025" b="1">
                <a:solidFill>
                  <a:srgbClr val="087F88"/>
                </a:solidFill>
                <a:latin typeface="DejaVu Sans"/>
                <a:ea typeface="DejaVu Sans"/>
                <a:cs typeface="DejaVu Sans"/>
              </a:defRPr>
            </a:lvl3pPr>
            <a:lvl4pPr algn="l">
              <a:defRPr sz="2025" b="1">
                <a:solidFill>
                  <a:srgbClr val="087F88"/>
                </a:solidFill>
                <a:latin typeface="DejaVu Sans"/>
                <a:ea typeface="DejaVu Sans"/>
                <a:cs typeface="DejaVu Sans"/>
              </a:defRPr>
            </a:lvl4pPr>
            <a:lvl5pPr algn="l">
              <a:defRPr sz="2025" b="1">
                <a:solidFill>
                  <a:srgbClr val="087F88"/>
                </a:solidFill>
                <a:latin typeface="DejaVu Sans"/>
                <a:ea typeface="DejaVu Sans"/>
                <a:cs typeface="DejaVu Sans"/>
              </a:defRPr>
            </a:lvl5pPr>
            <a:lvl6pPr algn="l">
              <a:defRPr sz="2025" b="1">
                <a:solidFill>
                  <a:srgbClr val="087F88"/>
                </a:solidFill>
                <a:latin typeface="DejaVu Sans"/>
                <a:ea typeface="DejaVu Sans"/>
                <a:cs typeface="DejaVu Sans"/>
              </a:defRPr>
            </a:lvl6pPr>
            <a:lvl7pPr algn="l">
              <a:defRPr sz="2025" b="1">
                <a:solidFill>
                  <a:srgbClr val="087F88"/>
                </a:solidFill>
                <a:latin typeface="DejaVu Sans"/>
                <a:ea typeface="DejaVu Sans"/>
                <a:cs typeface="DejaVu Sans"/>
              </a:defRPr>
            </a:lvl7pPr>
            <a:lvl8pPr algn="l">
              <a:defRPr sz="2025" b="1">
                <a:solidFill>
                  <a:srgbClr val="087F88"/>
                </a:solidFill>
                <a:latin typeface="DejaVu Sans"/>
                <a:ea typeface="DejaVu Sans"/>
                <a:cs typeface="DejaVu Sans"/>
              </a:defRPr>
            </a:lvl8pPr>
            <a:lvl9pPr algn="l">
              <a:defRPr sz="2025" b="1">
                <a:solidFill>
                  <a:srgbClr val="087F88"/>
                </a:solidFill>
                <a:latin typeface="DejaVu Sans"/>
                <a:ea typeface="DejaVu Sans"/>
                <a:cs typeface="DejaVu Sans"/>
              </a:defRPr>
            </a:lvl9pPr>
          </a:lstStyle>
          <a:p>
            <a:pPr algn="l">
              <a:defRPr sz="2025" b="1">
                <a:solidFill>
                  <a:srgbClr val="087F88"/>
                </a:solidFill>
                <a:latin typeface="DejaVu Sans"/>
                <a:ea typeface="DejaVu Sans"/>
                <a:cs typeface="DejaVu Sans"/>
              </a:defRPr>
            </a:pPr>
            <a:r>
              <a:rPr sz="2025" b="1">
                <a:solidFill>
                  <a:srgbClr val="087F88"/>
                </a:solidFill>
                <a:latin typeface="DejaVu Sans"/>
                <a:ea typeface="DejaVu Sans"/>
                <a:cs typeface="DejaVu Sans"/>
              </a:rPr>
              <a:t>Permanência e validação</a:t>
            </a:r>
          </a:p>
        </p:txBody>
      </p:sp>
      <p:sp>
        <p:nvSpPr>
          <p:cNvPr id="11" name="texto">
            <a:extLst>
              <a:ext uri="{FF2B5EF4-FFF2-40B4-BE49-F238E27FC236}">
                <a16:creationId xmlns:a16="http://schemas.microsoft.com/office/drawing/2014/main" id="{6991B824-0D27-4ED3-BDE1-48AFB72C7575}"/>
              </a:ext>
            </a:extLst>
          </p:cNvPr>
          <p:cNvSpPr>
            <a:spLocks noGrp="1"/>
          </p:cNvSpPr>
          <p:nvPr/>
        </p:nvSpPr>
        <p:spPr>
          <a:xfrm>
            <a:off x="609600" y="5362575"/>
            <a:ext cx="10972800" cy="723900"/>
          </a:xfrm>
          <a:prstGeom prst="rect">
            <a:avLst/>
          </a:prstGeom>
          <a:noFill/>
          <a:ln w="0">
            <a:noFill/>
            <a:prstDash val="solid"/>
          </a:ln>
        </p:spPr>
        <p:txBody>
          <a:bodyPr wrap="square" lIns="0" tIns="0" rIns="0" bIns="0" anchor="t">
            <a:noAutofit/>
          </a:bodyPr>
          <a:lstStyle>
            <a:defPPr algn="l">
              <a:defRPr sz="1725" b="0">
                <a:solidFill>
                  <a:srgbClr val="193647"/>
                </a:solidFill>
                <a:latin typeface="DejaVu Sans"/>
                <a:ea typeface="DejaVu Sans"/>
                <a:cs typeface="DejaVu Sans"/>
              </a:defRPr>
            </a:defPPr>
            <a:lvl1pPr algn="l">
              <a:defRPr sz="1725" b="0">
                <a:solidFill>
                  <a:srgbClr val="193647"/>
                </a:solidFill>
                <a:latin typeface="DejaVu Sans"/>
                <a:ea typeface="DejaVu Sans"/>
                <a:cs typeface="DejaVu Sans"/>
              </a:defRPr>
            </a:lvl1pPr>
            <a:lvl2pPr algn="l">
              <a:defRPr sz="1725" b="0">
                <a:solidFill>
                  <a:srgbClr val="193647"/>
                </a:solidFill>
                <a:latin typeface="DejaVu Sans"/>
                <a:ea typeface="DejaVu Sans"/>
                <a:cs typeface="DejaVu Sans"/>
              </a:defRPr>
            </a:lvl2pPr>
            <a:lvl3pPr algn="l">
              <a:defRPr sz="1725" b="0">
                <a:solidFill>
                  <a:srgbClr val="193647"/>
                </a:solidFill>
                <a:latin typeface="DejaVu Sans"/>
                <a:ea typeface="DejaVu Sans"/>
                <a:cs typeface="DejaVu Sans"/>
              </a:defRPr>
            </a:lvl3pPr>
            <a:lvl4pPr algn="l">
              <a:defRPr sz="1725" b="0">
                <a:solidFill>
                  <a:srgbClr val="193647"/>
                </a:solidFill>
                <a:latin typeface="DejaVu Sans"/>
                <a:ea typeface="DejaVu Sans"/>
                <a:cs typeface="DejaVu Sans"/>
              </a:defRPr>
            </a:lvl4pPr>
            <a:lvl5pPr algn="l">
              <a:defRPr sz="1725" b="0">
                <a:solidFill>
                  <a:srgbClr val="193647"/>
                </a:solidFill>
                <a:latin typeface="DejaVu Sans"/>
                <a:ea typeface="DejaVu Sans"/>
                <a:cs typeface="DejaVu Sans"/>
              </a:defRPr>
            </a:lvl5pPr>
            <a:lvl6pPr algn="l">
              <a:defRPr sz="1725" b="0">
                <a:solidFill>
                  <a:srgbClr val="193647"/>
                </a:solidFill>
                <a:latin typeface="DejaVu Sans"/>
                <a:ea typeface="DejaVu Sans"/>
                <a:cs typeface="DejaVu Sans"/>
              </a:defRPr>
            </a:lvl6pPr>
            <a:lvl7pPr algn="l">
              <a:defRPr sz="1725" b="0">
                <a:solidFill>
                  <a:srgbClr val="193647"/>
                </a:solidFill>
                <a:latin typeface="DejaVu Sans"/>
                <a:ea typeface="DejaVu Sans"/>
                <a:cs typeface="DejaVu Sans"/>
              </a:defRPr>
            </a:lvl7pPr>
            <a:lvl8pPr algn="l">
              <a:defRPr sz="1725" b="0">
                <a:solidFill>
                  <a:srgbClr val="193647"/>
                </a:solidFill>
                <a:latin typeface="DejaVu Sans"/>
                <a:ea typeface="DejaVu Sans"/>
                <a:cs typeface="DejaVu Sans"/>
              </a:defRPr>
            </a:lvl8pPr>
            <a:lvl9pPr algn="l">
              <a:defRPr sz="1725" b="0">
                <a:solidFill>
                  <a:srgbClr val="193647"/>
                </a:solidFill>
                <a:latin typeface="DejaVu Sans"/>
                <a:ea typeface="DejaVu Sans"/>
                <a:cs typeface="DejaVu Sans"/>
              </a:defRPr>
            </a:lvl9pPr>
          </a:lstStyle>
          <a:p>
            <a:pPr algn="l">
              <a:defRPr sz="1725" b="0">
                <a:solidFill>
                  <a:srgbClr val="193647"/>
                </a:solidFill>
                <a:latin typeface="DejaVu Sans"/>
                <a:ea typeface="DejaVu Sans"/>
                <a:cs typeface="DejaVu Sans"/>
              </a:defRPr>
            </a:pPr>
            <a:r>
              <a:rPr sz="1725" b="0">
                <a:solidFill>
                  <a:srgbClr val="193647"/>
                </a:solidFill>
                <a:latin typeface="DejaVu Sans"/>
                <a:ea typeface="DejaVu Sans"/>
                <a:cs typeface="DejaVu Sans"/>
              </a:rPr>
              <a:t>Holmes et al. (2002). HESS, 6, 721–731.</a:t>
            </a:r>
          </a:p>
          <a:p>
            <a:pPr algn="l">
              <a:defRPr sz="1725" b="0">
                <a:solidFill>
                  <a:srgbClr val="193647"/>
                </a:solidFill>
                <a:latin typeface="DejaVu Sans"/>
                <a:ea typeface="DejaVu Sans"/>
                <a:cs typeface="DejaVu Sans"/>
              </a:defRPr>
            </a:pPr>
            <a:r>
              <a:rPr sz="1725" b="0">
                <a:solidFill>
                  <a:srgbClr val="193647"/>
                </a:solidFill>
                <a:latin typeface="DejaVu Sans"/>
                <a:ea typeface="DejaVu Sans"/>
                <a:cs typeface="DejaVu Sans"/>
              </a:rPr>
              <a:t>Salinas et al. (2013). HESS, 17, 2637–2652. Links e roteiro nas notas.</a:t>
            </a:r>
          </a:p>
        </p:txBody>
      </p:sp>
    </p:spTree>
    <p:extLst>
      <p:ext uri="{BB962C8B-B14F-4D97-AF65-F5344CB8AC3E}">
        <p14:creationId xmlns:p14="http://schemas.microsoft.com/office/powerpoint/2010/main" val="101259373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14709</Words>
  <Application>Microsoft Office PowerPoint</Application>
  <DocSecurity>0</DocSecurity>
  <PresentationFormat>Widescreen</PresentationFormat>
  <Paragraphs>863</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Aptos</vt:lpstr>
      <vt:lpstr>DejaVu Sans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André Ferreira Rodrigues</cp:lastModifiedBy>
  <cp:revision>1</cp:revision>
  <dcterms:created xsi:type="dcterms:W3CDTF">2026-10-22T07:14:48Z</dcterms:created>
  <dcterms:modified xsi:type="dcterms:W3CDTF">2026-10-22T12:50:34Z</dcterms:modified>
</cp:coreProperties>
</file>